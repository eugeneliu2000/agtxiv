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OPENING CLAIM, and it is a claim about the field rather than a measurement - the curves have no numbers on them and no numbers are implied.
The top curve is how fast results are produced. The bottom one is how fast a human being can check them. They are not growing at the same rate, and 2024 is roughly where most people in this room felt the gap open.
The line in the box is the whole talk in three words: READ is not CHECKED, and CHECKED is not REUSABLE. A paper you have read is not a paper you have verified; a paper you have verified is not a thing the next paper can build on without doing the verification again.
Four things to say out loud: researchers are drowning in "recent progress"; every open problem solved raises both the confidence in AGI and the anxiety about our own careers; later work still needs the exact imported claim, not the headline; and claims and semantic content are routinely exaggerated.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else, what the thing actually is. A language model is a function from a string to a string. That is the entire type signature, and it is worth writing down because almost every confusion about these systems comes from imagining something richer.
Source for the diagram: Zhang Y, Khan S A, Mahmud A, et al., npj Artificial Intelligence, 2025, 1(1):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the signature and the mechanism appears. The string becomes tokens; the model maps the tokens to a probability distribution over what comes next; one token is drawn from it; the token is appended; and the whole thing runs again.
Nothing in there is reasoning in the sense a physicist means. It is a very good conditional distribution, sampled repeatedly.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the part with consequences. At each step the model does not choose a token, it produces a distribution over all of them and something samples from it.
Run the same prompt twice and you get two different answers, both fluent. That is not a bug being fixed in the next version; it is the operation. Any system built on top has to be designed for an engine whose output is a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model does not return an answer. It returns a conditioned probability distribution, and then something takes a sample.
Hold onto that sentence. It is the reason the rest of this talk is about contracts rather than about prompts - you cannot make a sampler reliable by asking it nicely.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thing worth being concrete about: the model has no memory.
Every turn is a forward pass. No weight is updated. What looks like memory is the client re-sending the entire conversation each time - turn 2 contains all of turn 1, verbatim, as text.
Source: Tobias Osborne's 2026 talk at UCL, which is where I first saw this laid out properly for physicists.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means there is a budget. The system prompt, the whole conversation so far, and the new prompt all have to fit inside a fixed token capacity: the context window.
The system prompt is drawn filled because it is the one part you do not control from inside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when it does not fit, something has to go. The history gets compressed, truncated, or selected from.
This is worth a moment because it is invisible from the outside: the transcript looks the same whether the model saw the whole history or a summary of it. Any claim of the form "but I told it that earlier" has to survive this, and often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API, and the difference is the whole problem.
Call numpy and you get one answer, and the same answer every time. Call a model and you get a sample from a distribution, and a different one on the next call.
An agent is a system with a model at its core, executing high-level tasks: the model decides the next step. Which means the non-determinism is now inside the control flow, not just in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build the stack, one box at a time. Start with the engine: text in, a distribution over next tokens out. Stateless - nothing carries between calls and the weights never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it in a loop, and that is an agent. The loop calls the model repeatedly, decides what to do next, and stops when it judges the work done. The model is the engine; the loop is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loop a task: a bounded work order - what to do, on which inputs, and what counts as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skill is a written procedure - a protocol loaded into the context when the task matches it.
Drawn dashed, because it is advice. The model can read it and not follow it, and nothing records that it did. This is the single most over-sold idea in the current ecosystem and the dashes are the honest way to draw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is the socket, not the tool. A published convention for exposing a tool so that any model can call it. It standardises the plug; it says nothing whatever about what comes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what actually act: a compiler, a database, a filesystem. The result returns to the loop, which calls the model again - and that return arrow is the whole reason the thing is called an agent rather than a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meets a schema: a machine-checked contract. Which fields a valid record must have, which types, and - crucially - that no field nobody agreed to may be added.
The source deck paints this box in a blue accent. Here it is filled ink, like the task box, because in this deck colour already means two specific things and this is not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schema can say no. This is the only arrow on the diagram that rejects. A record that does not conform is not repaired, and not accepted with a warning - it is refused.
Say the closing line slowly, because the rest of the talk depends on it: the prompt, the skill and the tool call are all REQUESTS. They can be ignored, and the transcript looks exactly the same either way. Only the schema can make an answer impossible to express.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tool is actually used, in practice, by people in this room.
Backwards: here is a result I do not understand, take me back to what it rests on. That is most of what I do with it, and it is the mode the rest of this talk is about.
The source deck shows real sessions here; those are redrawn rather than pasted.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forwards: here is where I want to get to, work out what has to hold first.
In practice it is almost never one or the other. You go backwards until you hit something you believe, then forwards from there, and the useful question is what got recorded along the way - which is, as far as I can tell, usually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actually want to trust, as theorists? Four different things, and they are genuinely different questions with genuinely different methods.
THE STORY - what did the paper actually state? MATHEMATICAL CORRECTNESS - does the conclusion follow from the stated assumptions? COMPUTATIONAL REPRODUCIBILITY - can the numerical result be reproduced? PHYSICAL-SEMANTIC ALIGNMENT - does the formal object represent the intended physics?
The references on the source slide: the Reverse Mathematics Zoo (Dzhafarov, 2019), and the Lean 4 theorem prover and programming language (de Moura and Ullrich,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and it is worth being blunt about the scope.
Of those four, everything after this slide is about the second one - does the conclusion follow from the stated assumptions - plus a little of the first, because you cannot check a conclusion until you have pinned down what was actually claimed.
It is NOT about physical-semantic alignment. Whether a Lean definition of the reduced stabilizer polytope means the physics you had in mind is a judgement no kernel makes, and this project does not pretend otherwise - the records carry alignment_notes precisely because that gap cannot be closed mechanically.
It is NOT about computational reproducibility either; there is no numerical claim in the case study.
So the rest of the talk narrows hard: one paper, one theorem, and what it actually rests on. The next few slides are the honest version of the first curve on the opening slide - not the field's publication rate, which I cannot measure, but my own logs, which I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CONCEDING THE RESULT. I am not here to tell you the machine is wrong. Take the diamond as given - it arrived, it is probably right, and arguing with it is not my talk.
Everything I am going to say is about the space underneath it, and about that grey line at the bottom, which is where it came from. When a result arrives with nothing between it and its sources, there is nothing for a reader to do except believe it or not. That is a new situation for us. It is not that the answer is suspect; it is that the answer is the only thing we were handed.
Hold that empty region in mind - the rest of the talk is an attempt to put something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INVERSION, and it is the most surprising thing I found in my own logs.
On the left: the one piece of Lean in this project that a model wrote and a kernel accepted. Six lines. One model call, 21.4 seconds. You will see that proof itself, with its own caveats attached, later in the deck - for now only its size matters.
On the right: 7,765 lines of Lean in formal/AgtXIvRootMath, written so that six citations in one paper could be used at all - definitions, bridges, the statements of things the paper simply cites.
The drawing is NOT to scale; the true ratio is about 1,300 to 1. One qualifier, because somebody will check: "written by hand" means authored rather than model-generated - 25 of the 32 recorded source adaptations later in this deck do touch files in this package, so it is not untouched, it is not autoformalized. Note what that means for concern one. The worry is usually "who will check the ten thousand lines the AI wrote". In this project the AI wrote six. The ten thousand lines are the theory-building that had to happen first - and that is the work nobody gets credit for, because it is not an answer to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ASYMMETRY, measured - and measured on my own work rather than asserted about the field, because I cannot measure the field and neither can anyone who has tried.
Seventy-one minutes of model time produced this: 613 claim nodes and 213 support groups extracted from one paper. Every one of those 213 groups is a proposal that some set of claims, taken together, discharges another claim.
The number underneath is the point. accepted_support_edges: 0. all_judgements_unreviewed: true. Not one of them has been looked at by a person.
That is the shape of the whole problem in two numbers from one repository. Producing candidate structure is now minutes of machine time. Reviewing it is unchanged - it is a person reading, at the speed a person reads. Nothing in this project makes review faster, and I want to be honest that it does not: what it changes is that the unreviewed thing is now a small, enumerable, addressable list instead of a paragraph of prose.
Source: schema v0.3/runs/research-terra-continuation-20260920/summary.json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KERNEL-CHECKED YES ACTUALLY MEANS. This project has 64 kernel-checked declarations - 54 theorems, 9 definitions, 1 inductive - resting on exactly three axioms (propext, Classical.choice, Quot.sound) and no project-introduced axiom. That part is real, and it is machine-verified.
Now the honest part. The audit's own metric PREMISE_NONVACUITY_UNKNOWN is 46 of 54: forty-six of those theorems carry at least one Prop hypothesis whose inhabitation Lean does not establish. The kernel confirms the implication. It does not confirm that the premise can ever be met - and a vacuously true theorem looks identical to a useful one from the outside.
I want to be careful: this is not a flaw in Lean, and it is not fraud. It is what "verified" means, stated precisely. The eight unstubbed marks are gathered at the right only for legibility; the audit does not order them.
Source: schema v0.3/runs/lean-evidence-20260919/lean-audit.json, coverage[2].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CONCERN ONE, IN ITS SHARPEST FORM. The largest single verification event in this project is the common-epoch migration: 82 modules, and all 82 compile under leanprover/lean4 v4.33.0. 74 declarations audited, 44 composition witnesses recorded.
And the same file records query_chain_complete = false and query_declaration = null. Eighty-two modules compile and compose into no answer. The empty box at the top is not a rhetorical device; it is a null in a JSON file.
That is what an isolated proof is. Not a wrong proof - a proof with no socket on either end. Getting those modules to compile also took 32 recorded source adaptations, each one a machine edit to somebody's proof, each stamped AGENT_NORMALIZED_UNREVIEWED.
Source: schema v0.3/epoch-migration/runs/20260919-full-case/full-case-audit.json.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CONCERN TWO, AND I HAVE TO BE CAREFUL HERE, because this is the concern my own repository can say the least about.
What it does record: 74 model receipts, 7,591,305 input tokens, 97,677 output tokens, 4,280 seconds - 71 minutes of model time for the entire project, on an ordinary personal account quota. No cluster, no allocation, no scheduler.
What it refuses to record is the fourth box. Every one of 23,583 cost_microusd fields is null; 225 receipts carry cost_basis = CHATGPT_ACCOUNT_QUOTA_NOT_DOLLAR_METERED. I did not leave the price out to be coy - a token count stays true and a price does not, so the deck records the thing that will still be checkable in a year.
Say the caveat out loud: 71 minutes is an argument from smallness, not a measured comparison against anyone's large-compute baseline. I have no such comparison, and neither, as far as I can tell, does anybody else. "Theory will become a capital game" is itself an unmeasured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CONCERN TWO AGAIN, and this is the one place where I think there is a real answer rather than a caveat.
The expensive object in this picture is not the model time. It is the checker: the Lean library the proofs are checked against - 87,659 objects, 8.6 gigabytes. That is the fixed capital of the whole enterprise.
And it is a DOWNLOAD. Not an allocation, not a quota, not a queue. Everybody who works this way gets the identical one, and a proof that the kernel accepts against it is accepted for everybody. Checking this project's entire audited chain took 136.68 seconds across four receipts on one laptop.
So: if the worry is that theoretical research becomes a competition in who can afford the compute, then the most useful property of a proof kernel is that it is cheap, shared, and the same for everyone. That is not a refutation of the worry - the generation side may well concentrate. It is the one counterexample in this repository that I can put a number on.
One caveat, because it is in the file: the audit records that the 8.6 GB figure comes from an inventory manifest whose hash it verified, and that it did not independently re-hash those library bytes. Source: schema v0.3/runs/proof-worker-normalization-attempt02-20260919/audit-proof-walk-attempt05.json, scope_notes[0].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CONCERN THREE, which I think is the one that actually matters.
Two routes to the same statement, drawn at the same height because they end in the same place. The lower one is what an answer looks like when it arrives alone. The upper one is the same result with the things it passed through still attached.
Concretely, from this project: the closure of one theorem is 29 claims, and 11 of them are definitions - more than a third of what the headline result rests on is not a result at all. It is vocabulary. That is the part that transfers to the next problem, and it is exactly the part a good answer throws away.
Then hand over: for the rest of the talk, the question is what would have to come back instead of a single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PIPELINE IN FIVE BOXES. Deliberately no product name, no version number and no field names on the slide - none of that has been introduced yet, and the five boxes are the part that generalises beyond this project.
Box one: a paper, frozen. Every downstream pointer is a byte offset into these exact bytes, so nothing can drift underneath the record while the work is going on. This is the cheapest and least glamorous idea in the system and it is the one that makes everything else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two: every statement in the paper becomes one record, and the record carries three things - what it says, where in the source it came from, and a fingerprint of its content.
"Where it came from" is a byte range, not a page number. "A fingerprint" is a hash, so re-wording the statement produces a different record rather than silently editing the old one. The next slide shows one of these records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three: the records point at each other. This premise discharges that conclusion. Do that for every record and you no longer have a list, you have a network - and that network is the object the rest of the talk is about.
The little sketch is a cartoon. Two slides from now you see the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four, drawn dashed and in the one warm colour this deck uses: some records point OUTSIDE the paper, at work it leans on that nobody has fetched.
Warm means exactly one thing in every frame of this deck - NOT FROM THIS PAPER. Keep it that way; the moment warm also means "bad" or "pending", the audience stops being able to read the colour.
This box is where most of the honest difficulty lives. A paper's citations are promises, and until somebody resolves one it is a promise the machine cannot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five: choose one result and keep only what it rests on. Everything else in the network goes faint - not deleted, just not part of this question.
This is the single most useful operation in the system, and it is also the answer to "why are there so many claims?" There are that many because nobody asked a question yet. Ask one, and the graph collapses to the part that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six: every step that survives goes to a checker that cannot be argued with - a proof kernel. It does not negotiate, it does not get tired on the fortieth lemma, and it does not care who wrote the step.
That is the entire reason for the machinery in front of it. The pipeline exists to get statements into a shape where a thing that cannot be persuaded can look at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output has two exits, which is the point of the whole design.
It holds - every step was accepted. Or it does NOT hold, and the system names what is missing. The second exit is the valuable one: a "no" that comes with a specific unmet obligation is a research to-do list, where a "no" without one is just a failure.
What it never does is the third thing, which is to return something that looks like a proof because the prose around it was fluent.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schema turns one sentence of a paper into a MathClaim - and deliberately the SAME theorem this deck spends its last eleven frames building the chain for. The registry holds 25 such records for this paper; this is the headline one.
Read the middle block. The paper states the closed form in a single line. The record has to say what that line actually contains: two assumptions the paper states (no active dependencies, G_M perfect), FOUR quantifiers of which THREE are marked SOURCE_IMPLICIT - n, m and M are never quantified in the sentence - a local binder for Q over the cliques, and a convention that the empty clique counts as zero.
And one line worth stopping on: assumptions.source_implicit, m &gt;= 1, anchored to the PROOF rather than the statement. The paper uses a hypothesis in its proof that its theorem does not state. That is not a criticism of the paper; every paper does it. It is the thing a reader has to reconstruct by hand, and it is exactly what this record exists to make mechanical.
Three separate hashes, differing on purpose: re-wording the statement changes one and not the others.
A caution if asked: this registry id (closed-form-equality) and the chain's id (claim:closed-form-rom) are different identifiers in different files. They are the same mathematics, not the same record.
Source: Stabilizerness/MathClaimIRRegistry/claims/graph-theoretic-nonstabilizerness.jsonl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Lamport-style structured proof: hierarchically numbered steps, each one checkable on its own, rather than a paragraph of prose.
This is the real artifact from the one end-to-end run that worked - 1 model call, and the Lean it produced was accepted by the kernel using the audited library theorem AgtXIv.RoM.normalized_l1.
READ THE TWO HALVES IN ORDER, because they look like a contradiction and are not. The model's record ends with remaining_obligations: "no Lean execution was performed" - which was true at the moment it wrote it. The ledger below records what happened next: the host elaborated the proposed terms, Lean accepted the declaration AgtXIv.Generated.Proof_a29f133fb6f82da97507, and the audit shows it resting on the three standard axioms and nothing else.
That sequence is the point. A record is a snapshot carrying its own outstanding obligations; the ledger is the account of which ones were then discharged. Neither alone tells you the state - and a deck that showed only the first half would be claiming the opposite of what it meant.
Note what else travels with it. alignment_notes record what the formal statement does and does NOT assert ("no nonnegativity or nonempty-index assumption is added"; "does not assert primal feasibility or strong duality"). remaining_obligations records what was still pending at that point. The proof does not arrive alone - it arrives with its own caveats attached.
Source: schema v0.3/runs/proof-worker-normalization-attempt02-20260919/attempts/*/lamport.json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get when you ask a machine to extract every mathematical claim in one paper and every dependency between them: 613 nodes, 634 edges, assembled from the frozen bytes of arXiv:2607.26154v1 without using any hand-authored graph (legacy_dag_edges_used: false).
Shape = node kind, as in the seminar deck. Everything is hollow because v0.3 has no accepted state to fill a mark with: accepted_support_edges is 0.
This frame and the next two extracted-graph frames are images rather than shapes - several hundred marks each, where a flattened picture is the honest format.
Source: schema v0.3/runs/research-terra-continuation-20260920/graphs/00001-db0e3d21/graph.json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graph, two colours.
INK - the 240 candidate statements actually extracted from the target paper's own .tex. These carry a paper_id.
WARM - the other 373: 152 external claim requests (anchored to a .bbl byte range, paper_id null - nobody has fetched the source yet) and 221 unresolved source occurrences (a location in the paper no candidate has yet claimed).
The point of the colour split: most of this graph is not knowledge, it is the system's own record of what it has not done. Computed connectivity: 80 weakly connected components, largest 379 nodes, 24 isolated, and the digraph is NOT acyclic - 7 simple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REDUCTION, and it is mechanical - no model judgement anywhere in it.
The host reads the frozen .tex and takes the byte range of every \begin{theorem}...\end{theorem} and its siblings. The paper declares NINE formal results: 2 theorems, 3 lemmas, 3 propositions, 1 definition, each with its own \label. Then it asks which of the 240 extraction candidates have a source span falling inside one.
Answer: 14 candidates, hitting 9 of 9 - so nothing the paper formally declares was missed - and 8 of the dependency edges survive among them. The other 226 candidates are assertions in running prose, where "is this a claim?" is a judgement rather than a fact.
WHAT THIS IS NOT. It does not delete the 226 and it asserts nothing about them; many are load-bearing (the curated registry holds 25, not 9). It is a mechanical attribution, fully reversible, and it is the cheapest honest cut available: from 240 unreviewed candidates to the 9 results the paper itself chose to state formally.
Counts computed live from draft.tex and graphs/00001-db0e3d21/graph.json.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 this is a CHANGE OF OBJECT, not a zoom.
This is the paper's hand-authored dependency DAG: 74 claim nodes, 129 edges, one connected structure, acyclic because a person made it so.
It is NOT a subgraph of the previous slide, and the deck must never imply that it is. The two graphs share ZERO node ids (extracted ids look like claim:candidate:51e98811..., authored ids like claim:closed-form-rom). I also tested correspondence by source location - converting the authored line anchors to byte ranges and intersecting them with the extracted spans - and it is far too coarse to be an extraction: 436 of 458 extracted candidates overlap SOME authored claim, 224 overlap this theorem's chain. So no clean subgraph exists.
Say it plainly if asked: the machine's reading and the human's reading of the same paper are two different objects, and neither is derived from the other.
Source: Stabilizerness/dag/claim-dag.json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extraction is real, and verified: the 29 node ids of the closure are a strict subset of the 74 authored ids (checked in code - the build asserts it).
Ink = the backward closure of the main theorem (the closed form for reduced robustness of magic). Ghosted = the other 45 claims of the paper, which include five further external roots, the whole empirical branch behind Figure 2, three open problems and two stated limitations.
So: the figure everything after this is built on covers 29 of the paper's 74 claims - 39%. A closure answers "what does this theorem rest on", not "what is in this paper".
ONE EDGE OF BOOKKEEPING, in case somebody counts the lines. The ink edges here are the AUTHORED DAG restricted to these 29 claims, and there are 45 of them. From the next frame on, the deck draws the v0.3 pruned branch artefact, which has 46 - it carries no-active-free-signs -&gt; sign-alignment-identity, an edge the hand-authored graph does not. Same 29 nodes, one more edge. Both drawings are faithful to their own source; they are two readings of one closure, a version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at the theorem: claim:closed-form-rom. Nothing under it yet.
The unit of construction here is the SUPPORT GROUP - an AND-set of premises that together discharge one target - not the individual edge. closed-form-branch.json records 20 such groups over the 29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theorem’s support group opens: exact-graph-program, perfect-graph-antiblocker and perfect-graph-definition.
Drawn as a bracket rather than three separate edges, because it is an AND: all three must hold. Any one missing and the target is not discharged. That is why the bracket, not the arrows, is the right primitive.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question is now asked of each premise: what discharges this? Two more groups open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relaxation branch and the antiblocker branch descend separately.
From here on, a heavier stroke and a faint ring mark what arrived at THIS step, and the brighter brackets are the groups that just opened. Later steps add only 3, 2 and 1 marks among 26-29, which is otherwise undetectable in a static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widest step: ten new claims at once, and three more of the roots arrive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completing the reduced-polytope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the full robustness of magic, and the resource theory that defines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Twenty-nine claims, twenty support groups. The recursion terminates because every remaining premise is already in the chain.
Say “terminates”, not “complete”. The pipeline’s own chain-certificate.json records state CHAIN_INCOMPLETE for this very query, and three frames from now this deck prints that. What has finished is the expansion; what has not is the proof.
Worth saying aloud: it terminates because the input was a closed, hand-authored DAG. Run the same question against the paper itself and it does not terminate - the v0.3 controller stops at a budget limit with 400 roots, 373 of them unfetched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claims have NO support group at all - nothing in the chain explains them. They are where the paper stops arguing and starts citing.
Six are imported foundations. Three are the paper’s own definitions that rest on nothing, which is why the DAG has 9 sources rather than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orders the chain for Lean and can reach fourteen of the twenty-nine. formalization_order begins at the MWIS definition, the Pauli window, the perfect-graph definition and finite LP strong duality.
Note the shape: every filled mark sits in the lower-left mass. Nothing near the top is reachable.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fifteen the ordering cannot reach - everything downstream of a blocked root, including the theorem itself. Not because the Lean is missing, but because a premise above it has no discharged source.
The two ringed marks are the CAUSE, and they carry their own source colours - Varela in violet, the perfect-graph duality (Chvatal/Fulkerson) in blue, exactly as in the seminar deck. They are the only two imports outside formalization_order. Computed from closed-form-branch.json, the fifteen break down as 11 blocked by Varela alone, 1 by the perfect-graph root alone, 1 (the theorem) by both, plus the 2 blocked roots themselves. So resolving the Varela citation would return 11 of the 15.
The chain is complete and the proof is not: mathematical_status CHAIN_INCOMPLETE, accepted_support_edges 0, proof_backend NOT_CONNECTED.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ending is three wishes with one measurement wedged in the middle, and I will keep saying which is which.
Start from the object the deck has been building: the closure of one theorem. Twenty-nine claims, forty-six dependencies, laid out exactly as in the chain frames - same positions, same shapes, same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WISH ONE. Do this to the next paper, and the next.
The heavier lines between clusters are the point: the same claim, leaned on by two different papers. That is the moment a pile of decomposed papers becomes one network.
It is also the joint I said I cannot build. Deciding that this lemma and that lemma are the SAME lemma is an identity question, and v0.3 does not answer it. Schematic layout, no counts, nothing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WISH. Cut one claim out of the graph - remove every dependency into it - and recompute the backward closure of the theorem. Count what is no longer in it. Size and ink are that count.
Before trusting any of this: my computation reproduces all 46 of the omission experiments the pipeline recorded in closed-form-branch.json, edge for edge. The assertion is in gen_skeleton.py and the build fails if it ever stops matching. I am not showing you a model of the pipeline, I am showing you the pipeline's own arithmetic.
The graph program carries 25 of the 29. The distribution has a long thin tail and one spike, which is the shape that makes the rest of this worth attempting: you do not need taste to find the load-bearing parts, you need an omission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question asked of every dependency rather than every claim - and this one the pipeline already answered for itself, in all 46 cases.
Line weight is what removing that one edge costs. Most of the graph is thin.
The small chart is the whole distribution, sorted. It is deliberately small: the number on any one bar does not matter, the SHAPE does, and the shape is a cliff.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THE TRAP, which I walked into while building this frame and think is the most useful thing on it.
Twenty-nine of the forty-six dependencies cost nothing when you remove them. Each one, on its own, is redundant - every claim is still reachable by some other route.
Take all twenty-nine away together and fourteen of the twenty-nine claims fall out of the closure.
Individual redundancy does not compose. Two edges can each be safe to cut because the other one is there. It is obvious once stated and it is extremely easy to miss - I had this frame drawn the wrong way round, asserting that the 29 could go and 17 would remain, before I checked it jointly.
That is precisely the kind of mistake a person makes reading a dependency structure by eye, and precisely the kind a machine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skeleton has to be computed properly: remove one dependency, recheck the whole closure, and only then try the next. Greedily, to exhaustion.
Eighteen can go. TWENTY-EIGHT remain, and all twenty-nine claims are still reachable.
That is what I mean by the skeleton of a theory. Not a summary and not the important bits as judged by anybody - the subgraph you cannot cut any further without losing something, arrived at by an operation with no opinion in it.
Two honest caveats. It is a statement about the graph as recorded: if the extraction missed a route, an edge looks more necessary than it is. And 29 claims is small enough that a careful person could have done this by hand - slowly, and as the previous frame shows, probably wrongly.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WISH TWO. If you can compute where the load sits, you can also see where the structure is thin: a place where several load-bearing claims converge and nothing has been written.
The diamond is a claim nobody has stated, proposed because the shape of the network says something belongs there.
And the reason the junction is drawn exactly like every other junction in this deck: a proposed claim gets no special status. Same AND-junction, same premises, same arrow, same kernel. Accepted, it is knowledge. Refused, the system names what was missing and that becomes the next thing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WISH THREE, and this is the one I would most like to be true.
Along the bottom: what has already been checked, and stays checked. A proof the kernel accepted does not need re-accepting next year.
Above: a new paper. Most of what it rests on is already down there - the same foundations, the same definitions, the same handful of load-bearing claims every paper in the area leans on. Those edges cost nothing new.
Only three things in it are actually new, and only those three need a junction and a check.
That is what the apparatus is FOR. Not to verify a paper - to make the NEXT paper cheap, by making verification something you inherit instead of something you repeat. Today, reading a paper properly means reconstructing its dependencies from scratch, every reader, every time. This is the version where you do not.
Then stop, and say the status: 29 claims, 14 reachable, accepted_support_edges 0, CHAIN_INCOMPLETE. Three wishes and one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523962" y="4825879"/>
            <a:ext cx="5968851" cy="0"/>
          </a:xfrm>
          <a:prstGeom prst="line">
            <a:avLst/>
          </a:prstGeom>
          <a:noFill/>
          <a:ln w="11430">
            <a:solidFill>
              <a:srgbClr val="8A8A80"/>
            </a:solidFill>
            <a:prstDash val="solid"/>
            <a:tailEnd type="triangle"/>
          </a:ln>
        </p:spPr>
      </p:sp>
      <p:sp>
        <p:nvSpPr>
          <p:cNvPr id="3" name="Shape 1"/>
          <p:cNvSpPr/>
          <p:nvPr/>
        </p:nvSpPr>
        <p:spPr>
          <a:xfrm>
            <a:off x="1523962" y="1587460"/>
            <a:ext cx="0" cy="3238419"/>
          </a:xfrm>
          <a:prstGeom prst="line">
            <a:avLst/>
          </a:prstGeom>
          <a:noFill/>
          <a:ln w="11430">
            <a:solidFill>
              <a:srgbClr val="8A8A80"/>
            </a:solidFill>
            <a:prstDash val="solid"/>
            <a:headEnd type="triangle"/>
          </a:ln>
        </p:spPr>
      </p:sp>
      <p:sp>
        <p:nvSpPr>
          <p:cNvPr id="4" name="Text 2"/>
          <p:cNvSpPr txBox="1"/>
          <p:nvPr/>
        </p:nvSpPr>
        <p:spPr>
          <a:xfrm>
            <a:off x="952476" y="1523962"/>
            <a:ext cx="114297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scale</a:t>
            </a:r>
            <a:endParaRPr lang="en-US" sz="1100" dirty="0"/>
          </a:p>
        </p:txBody>
      </p:sp>
      <p:sp>
        <p:nvSpPr>
          <p:cNvPr id="5" name="Text 3"/>
          <p:cNvSpPr txBox="1"/>
          <p:nvPr/>
        </p:nvSpPr>
        <p:spPr>
          <a:xfrm>
            <a:off x="7365816" y="4965576"/>
            <a:ext cx="114297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time</a:t>
            </a:r>
            <a:endParaRPr lang="en-US" sz="1100" dirty="0"/>
          </a:p>
        </p:txBody>
      </p:sp>
      <p:sp>
        <p:nvSpPr>
          <p:cNvPr id="6" name="Shape 4"/>
          <p:cNvSpPr/>
          <p:nvPr/>
        </p:nvSpPr>
        <p:spPr>
          <a:xfrm>
            <a:off x="3555911" y="4775081"/>
            <a:ext cx="0" cy="101597"/>
          </a:xfrm>
          <a:prstGeom prst="line">
            <a:avLst/>
          </a:prstGeom>
          <a:noFill/>
          <a:ln w="10160">
            <a:solidFill>
              <a:srgbClr val="8A8A80"/>
            </a:solidFill>
            <a:prstDash val="solid"/>
          </a:ln>
        </p:spPr>
      </p:sp>
      <p:sp>
        <p:nvSpPr>
          <p:cNvPr id="7" name="Text 5"/>
          <p:cNvSpPr txBox="1"/>
          <p:nvPr/>
        </p:nvSpPr>
        <p:spPr>
          <a:xfrm>
            <a:off x="3276518" y="4965576"/>
            <a:ext cx="114297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2024</a:t>
            </a:r>
            <a:endParaRPr lang="en-US" sz="1100" dirty="0"/>
          </a:p>
        </p:txBody>
      </p:sp>
      <p:sp>
        <p:nvSpPr>
          <p:cNvPr id="8" name="Shape 6"/>
          <p:cNvSpPr/>
          <p:nvPr/>
        </p:nvSpPr>
        <p:spPr>
          <a:xfrm>
            <a:off x="3016175" y="4631574"/>
            <a:ext cx="-1492213" cy="129537"/>
          </a:xfrm>
          <a:prstGeom prst="line">
            <a:avLst/>
          </a:prstGeom>
          <a:noFill/>
          <a:ln w="21589">
            <a:solidFill>
              <a:srgbClr val="1A1A16"/>
            </a:solidFill>
            <a:prstDash val="solid"/>
          </a:ln>
        </p:spPr>
      </p:sp>
      <p:sp>
        <p:nvSpPr>
          <p:cNvPr id="9" name="Shape 7"/>
          <p:cNvSpPr/>
          <p:nvPr/>
        </p:nvSpPr>
        <p:spPr>
          <a:xfrm>
            <a:off x="4209945" y="4404885"/>
            <a:ext cx="-1193770" cy="226689"/>
          </a:xfrm>
          <a:prstGeom prst="line">
            <a:avLst/>
          </a:prstGeom>
          <a:noFill/>
          <a:ln w="21589">
            <a:solidFill>
              <a:srgbClr val="1A1A16"/>
            </a:solidFill>
            <a:prstDash val="solid"/>
          </a:ln>
        </p:spPr>
      </p:sp>
      <p:sp>
        <p:nvSpPr>
          <p:cNvPr id="10" name="Shape 8"/>
          <p:cNvSpPr/>
          <p:nvPr/>
        </p:nvSpPr>
        <p:spPr>
          <a:xfrm>
            <a:off x="5105272" y="4048659"/>
            <a:ext cx="-895328" cy="356226"/>
          </a:xfrm>
          <a:prstGeom prst="line">
            <a:avLst/>
          </a:prstGeom>
          <a:noFill/>
          <a:ln w="21589">
            <a:solidFill>
              <a:srgbClr val="1A1A16"/>
            </a:solidFill>
            <a:prstDash val="solid"/>
          </a:ln>
        </p:spPr>
      </p:sp>
      <p:sp>
        <p:nvSpPr>
          <p:cNvPr id="11" name="Shape 9"/>
          <p:cNvSpPr/>
          <p:nvPr/>
        </p:nvSpPr>
        <p:spPr>
          <a:xfrm>
            <a:off x="5821534" y="3530512"/>
            <a:ext cx="-716262" cy="518147"/>
          </a:xfrm>
          <a:prstGeom prst="line">
            <a:avLst/>
          </a:prstGeom>
          <a:noFill/>
          <a:ln w="21589">
            <a:solidFill>
              <a:srgbClr val="1A1A16"/>
            </a:solidFill>
            <a:prstDash val="solid"/>
          </a:ln>
        </p:spPr>
      </p:sp>
      <p:sp>
        <p:nvSpPr>
          <p:cNvPr id="12" name="Shape 10"/>
          <p:cNvSpPr/>
          <p:nvPr/>
        </p:nvSpPr>
        <p:spPr>
          <a:xfrm>
            <a:off x="6418420" y="2947596"/>
            <a:ext cx="-596885" cy="582915"/>
          </a:xfrm>
          <a:prstGeom prst="line">
            <a:avLst/>
          </a:prstGeom>
          <a:noFill/>
          <a:ln w="21589">
            <a:solidFill>
              <a:srgbClr val="1A1A16"/>
            </a:solidFill>
            <a:prstDash val="solid"/>
          </a:ln>
        </p:spPr>
      </p:sp>
      <p:sp>
        <p:nvSpPr>
          <p:cNvPr id="13" name="Shape 11"/>
          <p:cNvSpPr/>
          <p:nvPr/>
        </p:nvSpPr>
        <p:spPr>
          <a:xfrm>
            <a:off x="6895928" y="2397065"/>
            <a:ext cx="-477508" cy="550531"/>
          </a:xfrm>
          <a:prstGeom prst="line">
            <a:avLst/>
          </a:prstGeom>
          <a:noFill/>
          <a:ln w="21589">
            <a:solidFill>
              <a:srgbClr val="1A1A16"/>
            </a:solidFill>
            <a:prstDash val="solid"/>
          </a:ln>
        </p:spPr>
      </p:sp>
      <p:sp>
        <p:nvSpPr>
          <p:cNvPr id="14" name="Shape 12"/>
          <p:cNvSpPr/>
          <p:nvPr/>
        </p:nvSpPr>
        <p:spPr>
          <a:xfrm>
            <a:off x="7492813" y="1749381"/>
            <a:ext cx="-596885" cy="647684"/>
          </a:xfrm>
          <a:prstGeom prst="line">
            <a:avLst/>
          </a:prstGeom>
          <a:noFill/>
          <a:ln w="21589">
            <a:solidFill>
              <a:srgbClr val="1A1A16"/>
            </a:solidFill>
            <a:prstDash val="solid"/>
          </a:ln>
        </p:spPr>
      </p:sp>
      <p:sp>
        <p:nvSpPr>
          <p:cNvPr id="15" name="Shape 13"/>
          <p:cNvSpPr/>
          <p:nvPr/>
        </p:nvSpPr>
        <p:spPr>
          <a:xfrm>
            <a:off x="3314617" y="4647766"/>
            <a:ext cx="-1790655" cy="80960"/>
          </a:xfrm>
          <a:prstGeom prst="line">
            <a:avLst/>
          </a:prstGeom>
          <a:noFill/>
          <a:ln w="21589">
            <a:solidFill>
              <a:srgbClr val="8A8A80"/>
            </a:solidFill>
            <a:prstDash val="solid"/>
          </a:ln>
        </p:spPr>
      </p:sp>
      <p:sp>
        <p:nvSpPr>
          <p:cNvPr id="16" name="Shape 14"/>
          <p:cNvSpPr/>
          <p:nvPr/>
        </p:nvSpPr>
        <p:spPr>
          <a:xfrm>
            <a:off x="5105272" y="4566806"/>
            <a:ext cx="-1790655" cy="80960"/>
          </a:xfrm>
          <a:prstGeom prst="line">
            <a:avLst/>
          </a:prstGeom>
          <a:noFill/>
          <a:ln w="21589">
            <a:solidFill>
              <a:srgbClr val="8A8A80"/>
            </a:solidFill>
            <a:prstDash val="solid"/>
          </a:ln>
        </p:spPr>
      </p:sp>
      <p:sp>
        <p:nvSpPr>
          <p:cNvPr id="17" name="Shape 15"/>
          <p:cNvSpPr/>
          <p:nvPr/>
        </p:nvSpPr>
        <p:spPr>
          <a:xfrm>
            <a:off x="6299043" y="4502037"/>
            <a:ext cx="-1193770" cy="64768"/>
          </a:xfrm>
          <a:prstGeom prst="line">
            <a:avLst/>
          </a:prstGeom>
          <a:noFill/>
          <a:ln w="21589">
            <a:solidFill>
              <a:srgbClr val="8A8A80"/>
            </a:solidFill>
            <a:prstDash val="solid"/>
          </a:ln>
        </p:spPr>
      </p:sp>
      <p:sp>
        <p:nvSpPr>
          <p:cNvPr id="18" name="Shape 16"/>
          <p:cNvSpPr/>
          <p:nvPr/>
        </p:nvSpPr>
        <p:spPr>
          <a:xfrm>
            <a:off x="7492813" y="4437269"/>
            <a:ext cx="-1193770" cy="64768"/>
          </a:xfrm>
          <a:prstGeom prst="line">
            <a:avLst/>
          </a:prstGeom>
          <a:noFill/>
          <a:ln w="21589">
            <a:solidFill>
              <a:srgbClr val="8A8A80"/>
            </a:solidFill>
            <a:prstDash val="solid"/>
          </a:ln>
        </p:spPr>
      </p:sp>
      <p:sp>
        <p:nvSpPr>
          <p:cNvPr id="19" name="Text 17"/>
          <p:cNvSpPr txBox="1"/>
          <p:nvPr/>
        </p:nvSpPr>
        <p:spPr>
          <a:xfrm>
            <a:off x="6349841" y="1485863"/>
            <a:ext cx="3936902"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scientific publications</a:t>
            </a:r>
            <a:endParaRPr lang="en-US" sz="1100" dirty="0"/>
          </a:p>
        </p:txBody>
      </p:sp>
      <p:sp>
        <p:nvSpPr>
          <p:cNvPr id="20" name="Text 18"/>
          <p:cNvSpPr txBox="1"/>
          <p:nvPr/>
        </p:nvSpPr>
        <p:spPr>
          <a:xfrm>
            <a:off x="6349841" y="4076598"/>
            <a:ext cx="3936902"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human verification bandwidth</a:t>
            </a:r>
            <a:endParaRPr lang="en-US" sz="1100" dirty="0"/>
          </a:p>
        </p:txBody>
      </p:sp>
      <p:sp>
        <p:nvSpPr>
          <p:cNvPr id="21" name="Shape 19"/>
          <p:cNvSpPr/>
          <p:nvPr/>
        </p:nvSpPr>
        <p:spPr>
          <a:xfrm>
            <a:off x="1523962" y="5321167"/>
            <a:ext cx="4444889" cy="584185"/>
          </a:xfrm>
          <a:prstGeom prst="rect">
            <a:avLst/>
          </a:prstGeom>
          <a:ln w="16510">
            <a:solidFill>
              <a:srgbClr val="1A1A16"/>
            </a:solidFill>
            <a:prstDash val="solid"/>
          </a:ln>
        </p:spPr>
      </p:sp>
      <p:sp>
        <p:nvSpPr>
          <p:cNvPr id="22" name="Text 20"/>
          <p:cNvSpPr txBox="1"/>
          <p:nvPr/>
        </p:nvSpPr>
        <p:spPr>
          <a:xfrm>
            <a:off x="1727157" y="5511662"/>
            <a:ext cx="4063898"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read  ≠  checked  ≠  reusable</a:t>
            </a:r>
            <a:endParaRPr lang="en-US" sz="1300" dirty="0"/>
          </a:p>
        </p:txBody>
      </p:sp>
      <p:sp>
        <p:nvSpPr>
          <p:cNvPr id="23" name="Text 21"/>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The AI crisis in theoretical research</a:t>
            </a:r>
            <a:endParaRPr lang="en-US" sz="1700" dirty="0"/>
          </a:p>
        </p:txBody>
      </p:sp>
      <p:sp>
        <p:nvSpPr>
          <p:cNvPr id="24" name="Text 22"/>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TWO CURVES · PUBLISHING AND CHECKING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What is inside the black box of LLM reasoning</a:t>
            </a:r>
            <a:endParaRPr lang="en-US" sz="1700" dirty="0"/>
          </a:p>
        </p:txBody>
      </p:sp>
      <p:sp>
        <p:nvSpPr>
          <p:cNvPr id="3" name="Shape 1"/>
          <p:cNvSpPr/>
          <p:nvPr/>
        </p:nvSpPr>
        <p:spPr>
          <a:xfrm>
            <a:off x="952476" y="1904952"/>
            <a:ext cx="1904952" cy="1904952"/>
          </a:xfrm>
          <a:prstGeom prst="rect">
            <a:avLst/>
          </a:prstGeom>
          <a:solidFill>
            <a:srgbClr val="1A1A16"/>
          </a:solidFill>
          <a:ln w="12700">
            <a:solidFill>
              <a:srgbClr val="1A1A16"/>
            </a:solidFill>
            <a:prstDash val="solid"/>
          </a:ln>
        </p:spPr>
      </p:sp>
      <p:sp>
        <p:nvSpPr>
          <p:cNvPr id="4" name="Shape 2"/>
          <p:cNvSpPr/>
          <p:nvPr/>
        </p:nvSpPr>
        <p:spPr>
          <a:xfrm>
            <a:off x="3555911" y="1904952"/>
            <a:ext cx="7683308" cy="469888"/>
          </a:xfrm>
          <a:prstGeom prst="rect">
            <a:avLst/>
          </a:prstGeom>
          <a:ln w="12700">
            <a:solidFill>
              <a:srgbClr val="1A1A16"/>
            </a:solidFill>
            <a:prstDash val="solid"/>
          </a:ln>
        </p:spPr>
      </p:sp>
      <p:sp>
        <p:nvSpPr>
          <p:cNvPr id="5" name="Text 3"/>
          <p:cNvSpPr txBox="1"/>
          <p:nvPr/>
        </p:nvSpPr>
        <p:spPr>
          <a:xfrm>
            <a:off x="3721007" y="2044649"/>
            <a:ext cx="7365816"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f  :  String  →  String</a:t>
            </a:r>
            <a:endParaRPr lang="en-US" sz="1300" dirty="0"/>
          </a:p>
        </p:txBody>
      </p:sp>
      <p:sp>
        <p:nvSpPr>
          <p:cNvPr id="6" name="Text 4"/>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A MODEL IS A FUNCTION FROM STRING TO STRING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What is inside the black box of LLM reasoning</a:t>
            </a:r>
            <a:endParaRPr lang="en-US" sz="1700" dirty="0"/>
          </a:p>
        </p:txBody>
      </p:sp>
      <p:sp>
        <p:nvSpPr>
          <p:cNvPr id="3" name="Shape 1"/>
          <p:cNvSpPr/>
          <p:nvPr/>
        </p:nvSpPr>
        <p:spPr>
          <a:xfrm>
            <a:off x="952476" y="1904952"/>
            <a:ext cx="1904952" cy="1904952"/>
          </a:xfrm>
          <a:prstGeom prst="rect">
            <a:avLst/>
          </a:prstGeom>
          <a:solidFill>
            <a:srgbClr val="1A1A16"/>
          </a:solidFill>
          <a:ln w="12700">
            <a:solidFill>
              <a:srgbClr val="1A1A16"/>
            </a:solidFill>
            <a:prstDash val="solid"/>
          </a:ln>
        </p:spPr>
      </p:sp>
      <p:sp>
        <p:nvSpPr>
          <p:cNvPr id="4" name="Shape 2"/>
          <p:cNvSpPr/>
          <p:nvPr/>
        </p:nvSpPr>
        <p:spPr>
          <a:xfrm>
            <a:off x="3555911" y="1904952"/>
            <a:ext cx="7683308" cy="469888"/>
          </a:xfrm>
          <a:prstGeom prst="rect">
            <a:avLst/>
          </a:prstGeom>
          <a:ln w="12700">
            <a:solidFill>
              <a:srgbClr val="1A1A16"/>
            </a:solidFill>
            <a:prstDash val="solid"/>
          </a:ln>
        </p:spPr>
      </p:sp>
      <p:sp>
        <p:nvSpPr>
          <p:cNvPr id="5" name="Text 3"/>
          <p:cNvSpPr txBox="1"/>
          <p:nvPr/>
        </p:nvSpPr>
        <p:spPr>
          <a:xfrm>
            <a:off x="3721007" y="2044649"/>
            <a:ext cx="7365816"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f  :  String  →  String</a:t>
            </a:r>
            <a:endParaRPr lang="en-US" sz="1300" dirty="0"/>
          </a:p>
        </p:txBody>
      </p:sp>
      <p:sp>
        <p:nvSpPr>
          <p:cNvPr id="6" name="Shape 4"/>
          <p:cNvSpPr/>
          <p:nvPr/>
        </p:nvSpPr>
        <p:spPr>
          <a:xfrm>
            <a:off x="3555911" y="2565336"/>
            <a:ext cx="7683308" cy="469888"/>
          </a:xfrm>
          <a:prstGeom prst="rect">
            <a:avLst/>
          </a:prstGeom>
          <a:ln w="12700">
            <a:solidFill>
              <a:srgbClr val="1A1A16"/>
            </a:solidFill>
            <a:prstDash val="solid"/>
          </a:ln>
        </p:spPr>
      </p:sp>
      <p:sp>
        <p:nvSpPr>
          <p:cNvPr id="7" name="Text 5"/>
          <p:cNvSpPr txBox="1"/>
          <p:nvPr/>
        </p:nvSpPr>
        <p:spPr>
          <a:xfrm>
            <a:off x="3721007" y="2705032"/>
            <a:ext cx="7365816"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f  :  String → token → prob. distribution → (next) token → String</a:t>
            </a:r>
            <a:endParaRPr lang="en-US" sz="1300" dirty="0"/>
          </a:p>
        </p:txBody>
      </p:sp>
      <p:sp>
        <p:nvSpPr>
          <p:cNvPr id="8" name="Text 6"/>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 BY WAY OF TOKENS AND A DISTRIBUTION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What is inside the black box of LLM reasoning</a:t>
            </a:r>
            <a:endParaRPr lang="en-US" sz="1700" dirty="0"/>
          </a:p>
        </p:txBody>
      </p:sp>
      <p:sp>
        <p:nvSpPr>
          <p:cNvPr id="3" name="Shape 1"/>
          <p:cNvSpPr/>
          <p:nvPr/>
        </p:nvSpPr>
        <p:spPr>
          <a:xfrm>
            <a:off x="952476" y="1904952"/>
            <a:ext cx="1904952" cy="1904952"/>
          </a:xfrm>
          <a:prstGeom prst="rect">
            <a:avLst/>
          </a:prstGeom>
          <a:solidFill>
            <a:srgbClr val="1A1A16"/>
          </a:solidFill>
          <a:ln w="12700">
            <a:solidFill>
              <a:srgbClr val="1A1A16"/>
            </a:solidFill>
            <a:prstDash val="solid"/>
          </a:ln>
        </p:spPr>
      </p:sp>
      <p:sp>
        <p:nvSpPr>
          <p:cNvPr id="4" name="Shape 2"/>
          <p:cNvSpPr/>
          <p:nvPr/>
        </p:nvSpPr>
        <p:spPr>
          <a:xfrm>
            <a:off x="3555911" y="1904952"/>
            <a:ext cx="7683308" cy="469888"/>
          </a:xfrm>
          <a:prstGeom prst="rect">
            <a:avLst/>
          </a:prstGeom>
          <a:ln w="12700">
            <a:solidFill>
              <a:srgbClr val="1A1A16"/>
            </a:solidFill>
            <a:prstDash val="solid"/>
          </a:ln>
        </p:spPr>
      </p:sp>
      <p:sp>
        <p:nvSpPr>
          <p:cNvPr id="5" name="Text 3"/>
          <p:cNvSpPr txBox="1"/>
          <p:nvPr/>
        </p:nvSpPr>
        <p:spPr>
          <a:xfrm>
            <a:off x="3721007" y="2044649"/>
            <a:ext cx="7365816"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f  :  String  →  String</a:t>
            </a:r>
            <a:endParaRPr lang="en-US" sz="1300" dirty="0"/>
          </a:p>
        </p:txBody>
      </p:sp>
      <p:sp>
        <p:nvSpPr>
          <p:cNvPr id="6" name="Shape 4"/>
          <p:cNvSpPr/>
          <p:nvPr/>
        </p:nvSpPr>
        <p:spPr>
          <a:xfrm>
            <a:off x="3555911" y="2565336"/>
            <a:ext cx="7683308" cy="469888"/>
          </a:xfrm>
          <a:prstGeom prst="rect">
            <a:avLst/>
          </a:prstGeom>
          <a:ln w="12700">
            <a:solidFill>
              <a:srgbClr val="1A1A16"/>
            </a:solidFill>
            <a:prstDash val="solid"/>
          </a:ln>
        </p:spPr>
      </p:sp>
      <p:sp>
        <p:nvSpPr>
          <p:cNvPr id="7" name="Text 5"/>
          <p:cNvSpPr txBox="1"/>
          <p:nvPr/>
        </p:nvSpPr>
        <p:spPr>
          <a:xfrm>
            <a:off x="3721007" y="2705032"/>
            <a:ext cx="7365816"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f  :  String → token → prob. distribution → (next) token → String</a:t>
            </a:r>
            <a:endParaRPr lang="en-US" sz="1300" dirty="0"/>
          </a:p>
        </p:txBody>
      </p:sp>
      <p:sp>
        <p:nvSpPr>
          <p:cNvPr id="8" name="Shape 6"/>
          <p:cNvSpPr/>
          <p:nvPr/>
        </p:nvSpPr>
        <p:spPr>
          <a:xfrm>
            <a:off x="4063898" y="4254394"/>
            <a:ext cx="419090" cy="190495"/>
          </a:xfrm>
          <a:prstGeom prst="rect">
            <a:avLst/>
          </a:prstGeom>
          <a:ln w="12700">
            <a:solidFill>
              <a:srgbClr val="1A1A16"/>
            </a:solidFill>
            <a:prstDash val="solid"/>
          </a:ln>
        </p:spPr>
      </p:sp>
      <p:sp>
        <p:nvSpPr>
          <p:cNvPr id="9" name="Text 7"/>
          <p:cNvSpPr txBox="1"/>
          <p:nvPr/>
        </p:nvSpPr>
        <p:spPr>
          <a:xfrm>
            <a:off x="4063898" y="4546486"/>
            <a:ext cx="76198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a:t>
            </a:r>
            <a:endParaRPr lang="en-US" sz="1100" dirty="0"/>
          </a:p>
        </p:txBody>
      </p:sp>
      <p:sp>
        <p:nvSpPr>
          <p:cNvPr id="10" name="Shape 8"/>
          <p:cNvSpPr/>
          <p:nvPr/>
        </p:nvSpPr>
        <p:spPr>
          <a:xfrm>
            <a:off x="4800480" y="3835304"/>
            <a:ext cx="419090" cy="609585"/>
          </a:xfrm>
          <a:prstGeom prst="rect">
            <a:avLst/>
          </a:prstGeom>
          <a:solidFill>
            <a:srgbClr val="1A1A16"/>
          </a:solidFill>
          <a:ln w="12700">
            <a:solidFill>
              <a:srgbClr val="1A1A16"/>
            </a:solidFill>
            <a:prstDash val="solid"/>
          </a:ln>
        </p:spPr>
      </p:sp>
      <p:sp>
        <p:nvSpPr>
          <p:cNvPr id="11" name="Text 9"/>
          <p:cNvSpPr txBox="1"/>
          <p:nvPr/>
        </p:nvSpPr>
        <p:spPr>
          <a:xfrm>
            <a:off x="4800480" y="4546486"/>
            <a:ext cx="76198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cat</a:t>
            </a:r>
            <a:endParaRPr lang="en-US" sz="1100" dirty="0"/>
          </a:p>
        </p:txBody>
      </p:sp>
      <p:sp>
        <p:nvSpPr>
          <p:cNvPr id="12" name="Shape 10"/>
          <p:cNvSpPr/>
          <p:nvPr/>
        </p:nvSpPr>
        <p:spPr>
          <a:xfrm>
            <a:off x="5537062" y="4101997"/>
            <a:ext cx="419090" cy="342891"/>
          </a:xfrm>
          <a:prstGeom prst="rect">
            <a:avLst/>
          </a:prstGeom>
          <a:ln w="12700">
            <a:solidFill>
              <a:srgbClr val="1A1A16"/>
            </a:solidFill>
            <a:prstDash val="solid"/>
          </a:ln>
        </p:spPr>
      </p:sp>
      <p:sp>
        <p:nvSpPr>
          <p:cNvPr id="13" name="Text 11"/>
          <p:cNvSpPr txBox="1"/>
          <p:nvPr/>
        </p:nvSpPr>
        <p:spPr>
          <a:xfrm>
            <a:off x="5537062" y="4546486"/>
            <a:ext cx="76198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dog</a:t>
            </a:r>
            <a:endParaRPr lang="en-US" sz="1100" dirty="0"/>
          </a:p>
        </p:txBody>
      </p:sp>
      <p:sp>
        <p:nvSpPr>
          <p:cNvPr id="14" name="Shape 12"/>
          <p:cNvSpPr/>
          <p:nvPr/>
        </p:nvSpPr>
        <p:spPr>
          <a:xfrm>
            <a:off x="6273643" y="4330592"/>
            <a:ext cx="419090" cy="114297"/>
          </a:xfrm>
          <a:prstGeom prst="rect">
            <a:avLst/>
          </a:prstGeom>
          <a:ln w="12700">
            <a:solidFill>
              <a:srgbClr val="1A1A16"/>
            </a:solidFill>
            <a:prstDash val="solid"/>
          </a:ln>
        </p:spPr>
      </p:sp>
      <p:sp>
        <p:nvSpPr>
          <p:cNvPr id="15" name="Text 13"/>
          <p:cNvSpPr txBox="1"/>
          <p:nvPr/>
        </p:nvSpPr>
        <p:spPr>
          <a:xfrm>
            <a:off x="6273643" y="4546486"/>
            <a:ext cx="76198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sat</a:t>
            </a:r>
            <a:endParaRPr lang="en-US" sz="1100" dirty="0"/>
          </a:p>
        </p:txBody>
      </p:sp>
      <p:sp>
        <p:nvSpPr>
          <p:cNvPr id="16" name="Shape 14"/>
          <p:cNvSpPr/>
          <p:nvPr/>
        </p:nvSpPr>
        <p:spPr>
          <a:xfrm>
            <a:off x="7010225" y="4381390"/>
            <a:ext cx="419090" cy="63498"/>
          </a:xfrm>
          <a:prstGeom prst="rect">
            <a:avLst/>
          </a:prstGeom>
          <a:ln w="12700">
            <a:solidFill>
              <a:srgbClr val="1A1A16"/>
            </a:solidFill>
            <a:prstDash val="solid"/>
          </a:ln>
        </p:spPr>
      </p:sp>
      <p:sp>
        <p:nvSpPr>
          <p:cNvPr id="17" name="Text 15"/>
          <p:cNvSpPr txBox="1"/>
          <p:nvPr/>
        </p:nvSpPr>
        <p:spPr>
          <a:xfrm>
            <a:off x="7010225" y="4546486"/>
            <a:ext cx="76198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t>
            </a:r>
            <a:endParaRPr lang="en-US" sz="1100" dirty="0"/>
          </a:p>
        </p:txBody>
      </p:sp>
      <p:sp>
        <p:nvSpPr>
          <p:cNvPr id="18" name="Text 16"/>
          <p:cNvSpPr txBox="1"/>
          <p:nvPr/>
        </p:nvSpPr>
        <p:spPr>
          <a:xfrm>
            <a:off x="3555911" y="3467013"/>
            <a:ext cx="768330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distribution over the next token, then one is sampled</a:t>
            </a:r>
            <a:endParaRPr lang="en-US" sz="1100" dirty="0"/>
          </a:p>
        </p:txBody>
      </p:sp>
      <p:sp>
        <p:nvSpPr>
          <p:cNvPr id="19" name="Text 17"/>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IT RETURNS A DISTRIBUTION · THEN SAMPLES ONE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What is inside the black box of LLM reasoning</a:t>
            </a:r>
            <a:endParaRPr lang="en-US" sz="1700" dirty="0"/>
          </a:p>
        </p:txBody>
      </p:sp>
      <p:sp>
        <p:nvSpPr>
          <p:cNvPr id="3" name="Shape 1"/>
          <p:cNvSpPr/>
          <p:nvPr/>
        </p:nvSpPr>
        <p:spPr>
          <a:xfrm>
            <a:off x="952476" y="1904952"/>
            <a:ext cx="1904952" cy="1904952"/>
          </a:xfrm>
          <a:prstGeom prst="rect">
            <a:avLst/>
          </a:prstGeom>
          <a:solidFill>
            <a:srgbClr val="1A1A16"/>
          </a:solidFill>
          <a:ln w="12700">
            <a:solidFill>
              <a:srgbClr val="1A1A16"/>
            </a:solidFill>
            <a:prstDash val="solid"/>
          </a:ln>
        </p:spPr>
      </p:sp>
      <p:sp>
        <p:nvSpPr>
          <p:cNvPr id="4" name="Shape 2"/>
          <p:cNvSpPr/>
          <p:nvPr/>
        </p:nvSpPr>
        <p:spPr>
          <a:xfrm>
            <a:off x="3555911" y="1904952"/>
            <a:ext cx="7683308" cy="469888"/>
          </a:xfrm>
          <a:prstGeom prst="rect">
            <a:avLst/>
          </a:prstGeom>
          <a:ln w="12700">
            <a:solidFill>
              <a:srgbClr val="1A1A16"/>
            </a:solidFill>
            <a:prstDash val="solid"/>
          </a:ln>
        </p:spPr>
      </p:sp>
      <p:sp>
        <p:nvSpPr>
          <p:cNvPr id="5" name="Text 3"/>
          <p:cNvSpPr txBox="1"/>
          <p:nvPr/>
        </p:nvSpPr>
        <p:spPr>
          <a:xfrm>
            <a:off x="3721007" y="2044649"/>
            <a:ext cx="7365816"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f  :  String  →  String</a:t>
            </a:r>
            <a:endParaRPr lang="en-US" sz="1300" dirty="0"/>
          </a:p>
        </p:txBody>
      </p:sp>
      <p:sp>
        <p:nvSpPr>
          <p:cNvPr id="6" name="Shape 4"/>
          <p:cNvSpPr/>
          <p:nvPr/>
        </p:nvSpPr>
        <p:spPr>
          <a:xfrm>
            <a:off x="3555911" y="2565336"/>
            <a:ext cx="7683308" cy="469888"/>
          </a:xfrm>
          <a:prstGeom prst="rect">
            <a:avLst/>
          </a:prstGeom>
          <a:ln w="12700">
            <a:solidFill>
              <a:srgbClr val="1A1A16"/>
            </a:solidFill>
            <a:prstDash val="solid"/>
          </a:ln>
        </p:spPr>
      </p:sp>
      <p:sp>
        <p:nvSpPr>
          <p:cNvPr id="7" name="Text 5"/>
          <p:cNvSpPr txBox="1"/>
          <p:nvPr/>
        </p:nvSpPr>
        <p:spPr>
          <a:xfrm>
            <a:off x="3721007" y="2705032"/>
            <a:ext cx="7365816"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f  :  String → token → prob. distribution → (next) token → String</a:t>
            </a:r>
            <a:endParaRPr lang="en-US" sz="1300" dirty="0"/>
          </a:p>
        </p:txBody>
      </p:sp>
      <p:sp>
        <p:nvSpPr>
          <p:cNvPr id="8" name="Shape 6"/>
          <p:cNvSpPr/>
          <p:nvPr/>
        </p:nvSpPr>
        <p:spPr>
          <a:xfrm>
            <a:off x="4063898" y="4254394"/>
            <a:ext cx="419090" cy="190495"/>
          </a:xfrm>
          <a:prstGeom prst="rect">
            <a:avLst/>
          </a:prstGeom>
          <a:ln w="12700">
            <a:solidFill>
              <a:srgbClr val="1A1A16"/>
            </a:solidFill>
            <a:prstDash val="solid"/>
          </a:ln>
        </p:spPr>
      </p:sp>
      <p:sp>
        <p:nvSpPr>
          <p:cNvPr id="9" name="Text 7"/>
          <p:cNvSpPr txBox="1"/>
          <p:nvPr/>
        </p:nvSpPr>
        <p:spPr>
          <a:xfrm>
            <a:off x="4063898" y="4546486"/>
            <a:ext cx="76198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a:t>
            </a:r>
            <a:endParaRPr lang="en-US" sz="1100" dirty="0"/>
          </a:p>
        </p:txBody>
      </p:sp>
      <p:sp>
        <p:nvSpPr>
          <p:cNvPr id="10" name="Shape 8"/>
          <p:cNvSpPr/>
          <p:nvPr/>
        </p:nvSpPr>
        <p:spPr>
          <a:xfrm>
            <a:off x="4800480" y="3835304"/>
            <a:ext cx="419090" cy="609585"/>
          </a:xfrm>
          <a:prstGeom prst="rect">
            <a:avLst/>
          </a:prstGeom>
          <a:solidFill>
            <a:srgbClr val="1A1A16"/>
          </a:solidFill>
          <a:ln w="12700">
            <a:solidFill>
              <a:srgbClr val="1A1A16"/>
            </a:solidFill>
            <a:prstDash val="solid"/>
          </a:ln>
        </p:spPr>
      </p:sp>
      <p:sp>
        <p:nvSpPr>
          <p:cNvPr id="11" name="Text 9"/>
          <p:cNvSpPr txBox="1"/>
          <p:nvPr/>
        </p:nvSpPr>
        <p:spPr>
          <a:xfrm>
            <a:off x="4800480" y="4546486"/>
            <a:ext cx="76198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cat</a:t>
            </a:r>
            <a:endParaRPr lang="en-US" sz="1100" dirty="0"/>
          </a:p>
        </p:txBody>
      </p:sp>
      <p:sp>
        <p:nvSpPr>
          <p:cNvPr id="12" name="Shape 10"/>
          <p:cNvSpPr/>
          <p:nvPr/>
        </p:nvSpPr>
        <p:spPr>
          <a:xfrm>
            <a:off x="5537062" y="4101997"/>
            <a:ext cx="419090" cy="342891"/>
          </a:xfrm>
          <a:prstGeom prst="rect">
            <a:avLst/>
          </a:prstGeom>
          <a:ln w="12700">
            <a:solidFill>
              <a:srgbClr val="1A1A16"/>
            </a:solidFill>
            <a:prstDash val="solid"/>
          </a:ln>
        </p:spPr>
      </p:sp>
      <p:sp>
        <p:nvSpPr>
          <p:cNvPr id="13" name="Text 11"/>
          <p:cNvSpPr txBox="1"/>
          <p:nvPr/>
        </p:nvSpPr>
        <p:spPr>
          <a:xfrm>
            <a:off x="5537062" y="4546486"/>
            <a:ext cx="76198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dog</a:t>
            </a:r>
            <a:endParaRPr lang="en-US" sz="1100" dirty="0"/>
          </a:p>
        </p:txBody>
      </p:sp>
      <p:sp>
        <p:nvSpPr>
          <p:cNvPr id="14" name="Shape 12"/>
          <p:cNvSpPr/>
          <p:nvPr/>
        </p:nvSpPr>
        <p:spPr>
          <a:xfrm>
            <a:off x="6273643" y="4330592"/>
            <a:ext cx="419090" cy="114297"/>
          </a:xfrm>
          <a:prstGeom prst="rect">
            <a:avLst/>
          </a:prstGeom>
          <a:ln w="12700">
            <a:solidFill>
              <a:srgbClr val="1A1A16"/>
            </a:solidFill>
            <a:prstDash val="solid"/>
          </a:ln>
        </p:spPr>
      </p:sp>
      <p:sp>
        <p:nvSpPr>
          <p:cNvPr id="15" name="Text 13"/>
          <p:cNvSpPr txBox="1"/>
          <p:nvPr/>
        </p:nvSpPr>
        <p:spPr>
          <a:xfrm>
            <a:off x="6273643" y="4546486"/>
            <a:ext cx="76198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sat</a:t>
            </a:r>
            <a:endParaRPr lang="en-US" sz="1100" dirty="0"/>
          </a:p>
        </p:txBody>
      </p:sp>
      <p:sp>
        <p:nvSpPr>
          <p:cNvPr id="16" name="Shape 14"/>
          <p:cNvSpPr/>
          <p:nvPr/>
        </p:nvSpPr>
        <p:spPr>
          <a:xfrm>
            <a:off x="7010225" y="4381390"/>
            <a:ext cx="419090" cy="63498"/>
          </a:xfrm>
          <a:prstGeom prst="rect">
            <a:avLst/>
          </a:prstGeom>
          <a:ln w="12700">
            <a:solidFill>
              <a:srgbClr val="1A1A16"/>
            </a:solidFill>
            <a:prstDash val="solid"/>
          </a:ln>
        </p:spPr>
      </p:sp>
      <p:sp>
        <p:nvSpPr>
          <p:cNvPr id="17" name="Text 15"/>
          <p:cNvSpPr txBox="1"/>
          <p:nvPr/>
        </p:nvSpPr>
        <p:spPr>
          <a:xfrm>
            <a:off x="7010225" y="4546486"/>
            <a:ext cx="76198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t>
            </a:r>
            <a:endParaRPr lang="en-US" sz="1100" dirty="0"/>
          </a:p>
        </p:txBody>
      </p:sp>
      <p:sp>
        <p:nvSpPr>
          <p:cNvPr id="18" name="Text 16"/>
          <p:cNvSpPr txBox="1"/>
          <p:nvPr/>
        </p:nvSpPr>
        <p:spPr>
          <a:xfrm>
            <a:off x="3555911" y="3467013"/>
            <a:ext cx="768330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distribution over the next token, then one is sampled</a:t>
            </a:r>
            <a:endParaRPr lang="en-US" sz="1100" dirty="0"/>
          </a:p>
        </p:txBody>
      </p:sp>
      <p:sp>
        <p:nvSpPr>
          <p:cNvPr id="19" name="Text 17"/>
          <p:cNvSpPr txBox="1"/>
          <p:nvPr/>
        </p:nvSpPr>
        <p:spPr>
          <a:xfrm>
            <a:off x="952476" y="5346566"/>
            <a:ext cx="1028674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the model returns a conditioned probability distribution — not an answer</a:t>
            </a:r>
            <a:endParaRPr lang="en-US" sz="1300" dirty="0"/>
          </a:p>
        </p:txBody>
      </p:sp>
      <p:sp>
        <p:nvSpPr>
          <p:cNvPr id="20" name="Text 18"/>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NOT AN ANSWER · A CONDITIONED DISTRIBUTION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Model memory</a:t>
            </a:r>
            <a:endParaRPr lang="en-US" sz="1700" dirty="0"/>
          </a:p>
        </p:txBody>
      </p:sp>
      <p:sp>
        <p:nvSpPr>
          <p:cNvPr id="3" name="Text 1"/>
          <p:cNvSpPr txBox="1"/>
          <p:nvPr/>
        </p:nvSpPr>
        <p:spPr>
          <a:xfrm>
            <a:off x="761981" y="1066773"/>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conversation is a forward pass. It does not update any weight.</a:t>
            </a:r>
            <a:endParaRPr lang="en-US" sz="1100" dirty="0"/>
          </a:p>
        </p:txBody>
      </p:sp>
      <p:sp>
        <p:nvSpPr>
          <p:cNvPr id="4" name="Shape 2"/>
          <p:cNvSpPr/>
          <p:nvPr/>
        </p:nvSpPr>
        <p:spPr>
          <a:xfrm>
            <a:off x="952476" y="1650959"/>
            <a:ext cx="4825879" cy="2730432"/>
          </a:xfrm>
          <a:prstGeom prst="rect">
            <a:avLst/>
          </a:prstGeom>
          <a:ln w="12700">
            <a:solidFill>
              <a:srgbClr val="1A1A16"/>
            </a:solidFill>
            <a:prstDash val="solid"/>
          </a:ln>
        </p:spPr>
      </p:sp>
      <p:sp>
        <p:nvSpPr>
          <p:cNvPr id="5" name="Text 3"/>
          <p:cNvSpPr txBox="1"/>
          <p:nvPr/>
        </p:nvSpPr>
        <p:spPr>
          <a:xfrm>
            <a:off x="1181070" y="1854154"/>
            <a:ext cx="4444889"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Turn 1</a:t>
            </a:r>
            <a:endParaRPr lang="en-US" sz="1100" dirty="0"/>
          </a:p>
        </p:txBody>
      </p:sp>
      <p:sp>
        <p:nvSpPr>
          <p:cNvPr id="6" name="Text 4"/>
          <p:cNvSpPr txBox="1"/>
          <p:nvPr/>
        </p:nvSpPr>
        <p:spPr>
          <a:xfrm>
            <a:off x="1181070" y="2120847"/>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[User: I am a physicist.]</a:t>
            </a:r>
            <a:endParaRPr lang="en-US" sz="1100" dirty="0"/>
          </a:p>
        </p:txBody>
      </p:sp>
      <p:sp>
        <p:nvSpPr>
          <p:cNvPr id="7" name="Text 5"/>
          <p:cNvSpPr txBox="1"/>
          <p:nvPr/>
        </p:nvSpPr>
        <p:spPr>
          <a:xfrm>
            <a:off x="1181070" y="2387540"/>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 LLM → [Response: Understood.]</a:t>
            </a:r>
            <a:endParaRPr lang="en-US" sz="1100" dirty="0"/>
          </a:p>
        </p:txBody>
      </p:sp>
      <p:sp>
        <p:nvSpPr>
          <p:cNvPr id="8" name="Text 6"/>
          <p:cNvSpPr txBox="1"/>
          <p:nvPr/>
        </p:nvSpPr>
        <p:spPr>
          <a:xfrm>
            <a:off x="1181070" y="2920927"/>
            <a:ext cx="4444889"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Turn 2</a:t>
            </a:r>
            <a:endParaRPr lang="en-US" sz="1100" dirty="0"/>
          </a:p>
        </p:txBody>
      </p:sp>
      <p:sp>
        <p:nvSpPr>
          <p:cNvPr id="9" name="Text 7"/>
          <p:cNvSpPr txBox="1"/>
          <p:nvPr/>
        </p:nvSpPr>
        <p:spPr>
          <a:xfrm>
            <a:off x="1181070" y="3187620"/>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[User: I am a physicist.]</a:t>
            </a:r>
            <a:endParaRPr lang="en-US" sz="1100" dirty="0"/>
          </a:p>
        </p:txBody>
      </p:sp>
      <p:sp>
        <p:nvSpPr>
          <p:cNvPr id="10" name="Text 8"/>
          <p:cNvSpPr txBox="1"/>
          <p:nvPr/>
        </p:nvSpPr>
        <p:spPr>
          <a:xfrm>
            <a:off x="1181070" y="3454314"/>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[Response: Understood.]</a:t>
            </a:r>
            <a:endParaRPr lang="en-US" sz="1100" dirty="0"/>
          </a:p>
        </p:txBody>
      </p:sp>
      <p:sp>
        <p:nvSpPr>
          <p:cNvPr id="11" name="Text 9"/>
          <p:cNvSpPr txBox="1"/>
          <p:nvPr/>
        </p:nvSpPr>
        <p:spPr>
          <a:xfrm>
            <a:off x="1181070" y="3721007"/>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[User: Explain entropy at my level.]</a:t>
            </a:r>
            <a:endParaRPr lang="en-US" sz="1100" dirty="0"/>
          </a:p>
        </p:txBody>
      </p:sp>
      <p:sp>
        <p:nvSpPr>
          <p:cNvPr id="12" name="Text 10"/>
          <p:cNvSpPr txBox="1"/>
          <p:nvPr/>
        </p:nvSpPr>
        <p:spPr>
          <a:xfrm>
            <a:off x="1181070" y="3987700"/>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 LLM → [Response: …]</a:t>
            </a:r>
            <a:endParaRPr lang="en-US" sz="1100" dirty="0"/>
          </a:p>
        </p:txBody>
      </p:sp>
      <p:sp>
        <p:nvSpPr>
          <p:cNvPr id="13" name="Text 11"/>
          <p:cNvSpPr txBox="1"/>
          <p:nvPr/>
        </p:nvSpPr>
        <p:spPr>
          <a:xfrm>
            <a:off x="952476" y="4521087"/>
            <a:ext cx="546086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whole history is re-sent every single time</a:t>
            </a:r>
            <a:endParaRPr lang="en-US" sz="1100" dirty="0"/>
          </a:p>
        </p:txBody>
      </p:sp>
      <p:sp>
        <p:nvSpPr>
          <p:cNvPr id="14" name="Text 12"/>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NO WEIGHTS CHANGE · THE HISTORY IS RE-SENT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Model memory</a:t>
            </a:r>
            <a:endParaRPr lang="en-US" sz="1700" dirty="0"/>
          </a:p>
        </p:txBody>
      </p:sp>
      <p:sp>
        <p:nvSpPr>
          <p:cNvPr id="3" name="Text 1"/>
          <p:cNvSpPr txBox="1"/>
          <p:nvPr/>
        </p:nvSpPr>
        <p:spPr>
          <a:xfrm>
            <a:off x="761981" y="1066773"/>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conversation is a forward pass. It does not update any weight.</a:t>
            </a:r>
            <a:endParaRPr lang="en-US" sz="1100" dirty="0"/>
          </a:p>
        </p:txBody>
      </p:sp>
      <p:sp>
        <p:nvSpPr>
          <p:cNvPr id="4" name="Shape 2"/>
          <p:cNvSpPr/>
          <p:nvPr/>
        </p:nvSpPr>
        <p:spPr>
          <a:xfrm>
            <a:off x="952476" y="1650959"/>
            <a:ext cx="4825879" cy="2730432"/>
          </a:xfrm>
          <a:prstGeom prst="rect">
            <a:avLst/>
          </a:prstGeom>
          <a:ln w="12700">
            <a:solidFill>
              <a:srgbClr val="1A1A16"/>
            </a:solidFill>
            <a:prstDash val="solid"/>
          </a:ln>
        </p:spPr>
      </p:sp>
      <p:sp>
        <p:nvSpPr>
          <p:cNvPr id="5" name="Text 3"/>
          <p:cNvSpPr txBox="1"/>
          <p:nvPr/>
        </p:nvSpPr>
        <p:spPr>
          <a:xfrm>
            <a:off x="1181070" y="1854154"/>
            <a:ext cx="4444889"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Turn 1</a:t>
            </a:r>
            <a:endParaRPr lang="en-US" sz="1100" dirty="0"/>
          </a:p>
        </p:txBody>
      </p:sp>
      <p:sp>
        <p:nvSpPr>
          <p:cNvPr id="6" name="Text 4"/>
          <p:cNvSpPr txBox="1"/>
          <p:nvPr/>
        </p:nvSpPr>
        <p:spPr>
          <a:xfrm>
            <a:off x="1181070" y="2120847"/>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[User: I am a physicist.]</a:t>
            </a:r>
            <a:endParaRPr lang="en-US" sz="1100" dirty="0"/>
          </a:p>
        </p:txBody>
      </p:sp>
      <p:sp>
        <p:nvSpPr>
          <p:cNvPr id="7" name="Text 5"/>
          <p:cNvSpPr txBox="1"/>
          <p:nvPr/>
        </p:nvSpPr>
        <p:spPr>
          <a:xfrm>
            <a:off x="1181070" y="2387540"/>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 LLM → [Response: Understood.]</a:t>
            </a:r>
            <a:endParaRPr lang="en-US" sz="1100" dirty="0"/>
          </a:p>
        </p:txBody>
      </p:sp>
      <p:sp>
        <p:nvSpPr>
          <p:cNvPr id="8" name="Text 6"/>
          <p:cNvSpPr txBox="1"/>
          <p:nvPr/>
        </p:nvSpPr>
        <p:spPr>
          <a:xfrm>
            <a:off x="1181070" y="2920927"/>
            <a:ext cx="4444889"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Turn 2</a:t>
            </a:r>
            <a:endParaRPr lang="en-US" sz="1100" dirty="0"/>
          </a:p>
        </p:txBody>
      </p:sp>
      <p:sp>
        <p:nvSpPr>
          <p:cNvPr id="9" name="Text 7"/>
          <p:cNvSpPr txBox="1"/>
          <p:nvPr/>
        </p:nvSpPr>
        <p:spPr>
          <a:xfrm>
            <a:off x="1181070" y="3187620"/>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[User: I am a physicist.]</a:t>
            </a:r>
            <a:endParaRPr lang="en-US" sz="1100" dirty="0"/>
          </a:p>
        </p:txBody>
      </p:sp>
      <p:sp>
        <p:nvSpPr>
          <p:cNvPr id="10" name="Text 8"/>
          <p:cNvSpPr txBox="1"/>
          <p:nvPr/>
        </p:nvSpPr>
        <p:spPr>
          <a:xfrm>
            <a:off x="1181070" y="3454314"/>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[Response: Understood.]</a:t>
            </a:r>
            <a:endParaRPr lang="en-US" sz="1100" dirty="0"/>
          </a:p>
        </p:txBody>
      </p:sp>
      <p:sp>
        <p:nvSpPr>
          <p:cNvPr id="11" name="Text 9"/>
          <p:cNvSpPr txBox="1"/>
          <p:nvPr/>
        </p:nvSpPr>
        <p:spPr>
          <a:xfrm>
            <a:off x="1181070" y="3721007"/>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[User: Explain entropy at my level.]</a:t>
            </a:r>
            <a:endParaRPr lang="en-US" sz="1100" dirty="0"/>
          </a:p>
        </p:txBody>
      </p:sp>
      <p:sp>
        <p:nvSpPr>
          <p:cNvPr id="12" name="Text 10"/>
          <p:cNvSpPr txBox="1"/>
          <p:nvPr/>
        </p:nvSpPr>
        <p:spPr>
          <a:xfrm>
            <a:off x="1181070" y="3987700"/>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 LLM → [Response: …]</a:t>
            </a:r>
            <a:endParaRPr lang="en-US" sz="1100" dirty="0"/>
          </a:p>
        </p:txBody>
      </p:sp>
      <p:sp>
        <p:nvSpPr>
          <p:cNvPr id="13" name="Text 11"/>
          <p:cNvSpPr txBox="1"/>
          <p:nvPr/>
        </p:nvSpPr>
        <p:spPr>
          <a:xfrm>
            <a:off x="952476" y="4521087"/>
            <a:ext cx="546086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whole history is re-sent every single time</a:t>
            </a:r>
            <a:endParaRPr lang="en-US" sz="1100" dirty="0"/>
          </a:p>
        </p:txBody>
      </p:sp>
      <p:sp>
        <p:nvSpPr>
          <p:cNvPr id="14" name="Shape 12"/>
          <p:cNvSpPr/>
          <p:nvPr/>
        </p:nvSpPr>
        <p:spPr>
          <a:xfrm>
            <a:off x="6286343" y="2412940"/>
            <a:ext cx="1460463" cy="698483"/>
          </a:xfrm>
          <a:prstGeom prst="rect">
            <a:avLst/>
          </a:prstGeom>
          <a:solidFill>
            <a:srgbClr val="1A1A16"/>
          </a:solidFill>
          <a:ln w="15240">
            <a:solidFill>
              <a:srgbClr val="1A1A16"/>
            </a:solidFill>
            <a:prstDash val="solid"/>
          </a:ln>
        </p:spPr>
      </p:sp>
      <p:sp>
        <p:nvSpPr>
          <p:cNvPr id="15" name="Text 13"/>
          <p:cNvSpPr txBox="1"/>
          <p:nvPr/>
        </p:nvSpPr>
        <p:spPr>
          <a:xfrm>
            <a:off x="6387940" y="2628834"/>
            <a:ext cx="1257269" cy="237484"/>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system prompt</a:t>
            </a:r>
            <a:endParaRPr lang="en-US" sz="1100" dirty="0"/>
          </a:p>
        </p:txBody>
      </p:sp>
      <p:sp>
        <p:nvSpPr>
          <p:cNvPr id="16" name="Shape 14"/>
          <p:cNvSpPr/>
          <p:nvPr/>
        </p:nvSpPr>
        <p:spPr>
          <a:xfrm>
            <a:off x="7746806" y="2412940"/>
            <a:ext cx="2603435" cy="698483"/>
          </a:xfrm>
          <a:prstGeom prst="rect">
            <a:avLst/>
          </a:prstGeom>
          <a:ln w="15240">
            <a:solidFill>
              <a:srgbClr val="1A1A16"/>
            </a:solidFill>
            <a:prstDash val="solid"/>
          </a:ln>
        </p:spPr>
      </p:sp>
      <p:sp>
        <p:nvSpPr>
          <p:cNvPr id="17" name="Text 15"/>
          <p:cNvSpPr txBox="1"/>
          <p:nvPr/>
        </p:nvSpPr>
        <p:spPr>
          <a:xfrm>
            <a:off x="7848404" y="2628834"/>
            <a:ext cx="2400240"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conversation history</a:t>
            </a:r>
            <a:endParaRPr lang="en-US" sz="1100" dirty="0"/>
          </a:p>
        </p:txBody>
      </p:sp>
      <p:sp>
        <p:nvSpPr>
          <p:cNvPr id="18" name="Shape 16"/>
          <p:cNvSpPr/>
          <p:nvPr/>
        </p:nvSpPr>
        <p:spPr>
          <a:xfrm>
            <a:off x="10350241" y="2412940"/>
            <a:ext cx="1206470" cy="698483"/>
          </a:xfrm>
          <a:prstGeom prst="rect">
            <a:avLst/>
          </a:prstGeom>
          <a:ln w="15240">
            <a:solidFill>
              <a:srgbClr val="1A1A16"/>
            </a:solidFill>
            <a:prstDash val="solid"/>
          </a:ln>
        </p:spPr>
      </p:sp>
      <p:sp>
        <p:nvSpPr>
          <p:cNvPr id="19" name="Text 17"/>
          <p:cNvSpPr txBox="1"/>
          <p:nvPr/>
        </p:nvSpPr>
        <p:spPr>
          <a:xfrm>
            <a:off x="10451839" y="2628834"/>
            <a:ext cx="100327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new prompt</a:t>
            </a:r>
            <a:endParaRPr lang="en-US" sz="1100" dirty="0"/>
          </a:p>
        </p:txBody>
      </p:sp>
      <p:sp>
        <p:nvSpPr>
          <p:cNvPr id="20" name="Shape 18"/>
          <p:cNvSpPr/>
          <p:nvPr/>
        </p:nvSpPr>
        <p:spPr>
          <a:xfrm>
            <a:off x="6286343" y="3378116"/>
            <a:ext cx="5270368" cy="0"/>
          </a:xfrm>
          <a:prstGeom prst="line">
            <a:avLst/>
          </a:prstGeom>
          <a:noFill/>
          <a:ln w="10160">
            <a:solidFill>
              <a:srgbClr val="8A8A80"/>
            </a:solidFill>
            <a:prstDash val="solid"/>
          </a:ln>
        </p:spPr>
      </p:sp>
      <p:sp>
        <p:nvSpPr>
          <p:cNvPr id="21" name="Shape 19"/>
          <p:cNvSpPr/>
          <p:nvPr/>
        </p:nvSpPr>
        <p:spPr>
          <a:xfrm>
            <a:off x="6286343" y="3289218"/>
            <a:ext cx="0" cy="177796"/>
          </a:xfrm>
          <a:prstGeom prst="line">
            <a:avLst/>
          </a:prstGeom>
          <a:noFill/>
          <a:ln w="10160">
            <a:solidFill>
              <a:srgbClr val="8A8A80"/>
            </a:solidFill>
            <a:prstDash val="solid"/>
          </a:ln>
        </p:spPr>
      </p:sp>
      <p:sp>
        <p:nvSpPr>
          <p:cNvPr id="22" name="Shape 20"/>
          <p:cNvSpPr/>
          <p:nvPr/>
        </p:nvSpPr>
        <p:spPr>
          <a:xfrm>
            <a:off x="11556711" y="3289218"/>
            <a:ext cx="0" cy="177796"/>
          </a:xfrm>
          <a:prstGeom prst="line">
            <a:avLst/>
          </a:prstGeom>
          <a:noFill/>
          <a:ln w="10160">
            <a:solidFill>
              <a:srgbClr val="8A8A80"/>
            </a:solidFill>
            <a:prstDash val="solid"/>
          </a:ln>
        </p:spPr>
      </p:sp>
      <p:sp>
        <p:nvSpPr>
          <p:cNvPr id="23" name="Text 21"/>
          <p:cNvSpPr txBox="1"/>
          <p:nvPr/>
        </p:nvSpPr>
        <p:spPr>
          <a:xfrm>
            <a:off x="6286343" y="3543211"/>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context window  —  a fixed token capacity</a:t>
            </a:r>
            <a:endParaRPr lang="en-US" sz="1100" dirty="0"/>
          </a:p>
        </p:txBody>
      </p:sp>
      <p:sp>
        <p:nvSpPr>
          <p:cNvPr id="24" name="Text 22"/>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THE CONTEXT WINDOW · A FIXED TOKEN CAPACITY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Model memory</a:t>
            </a:r>
            <a:endParaRPr lang="en-US" sz="1700" dirty="0"/>
          </a:p>
        </p:txBody>
      </p:sp>
      <p:sp>
        <p:nvSpPr>
          <p:cNvPr id="3" name="Text 1"/>
          <p:cNvSpPr txBox="1"/>
          <p:nvPr/>
        </p:nvSpPr>
        <p:spPr>
          <a:xfrm>
            <a:off x="761981" y="1066773"/>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conversation is a forward pass. It does not update any weight.</a:t>
            </a:r>
            <a:endParaRPr lang="en-US" sz="1100" dirty="0"/>
          </a:p>
        </p:txBody>
      </p:sp>
      <p:sp>
        <p:nvSpPr>
          <p:cNvPr id="4" name="Shape 2"/>
          <p:cNvSpPr/>
          <p:nvPr/>
        </p:nvSpPr>
        <p:spPr>
          <a:xfrm>
            <a:off x="952476" y="1650959"/>
            <a:ext cx="4825879" cy="2730432"/>
          </a:xfrm>
          <a:prstGeom prst="rect">
            <a:avLst/>
          </a:prstGeom>
          <a:ln w="12700">
            <a:solidFill>
              <a:srgbClr val="1A1A16"/>
            </a:solidFill>
            <a:prstDash val="solid"/>
          </a:ln>
        </p:spPr>
      </p:sp>
      <p:sp>
        <p:nvSpPr>
          <p:cNvPr id="5" name="Text 3"/>
          <p:cNvSpPr txBox="1"/>
          <p:nvPr/>
        </p:nvSpPr>
        <p:spPr>
          <a:xfrm>
            <a:off x="1181070" y="1854154"/>
            <a:ext cx="4444889"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Turn 1</a:t>
            </a:r>
            <a:endParaRPr lang="en-US" sz="1100" dirty="0"/>
          </a:p>
        </p:txBody>
      </p:sp>
      <p:sp>
        <p:nvSpPr>
          <p:cNvPr id="6" name="Text 4"/>
          <p:cNvSpPr txBox="1"/>
          <p:nvPr/>
        </p:nvSpPr>
        <p:spPr>
          <a:xfrm>
            <a:off x="1181070" y="2120847"/>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[User: I am a physicist.]</a:t>
            </a:r>
            <a:endParaRPr lang="en-US" sz="1100" dirty="0"/>
          </a:p>
        </p:txBody>
      </p:sp>
      <p:sp>
        <p:nvSpPr>
          <p:cNvPr id="7" name="Text 5"/>
          <p:cNvSpPr txBox="1"/>
          <p:nvPr/>
        </p:nvSpPr>
        <p:spPr>
          <a:xfrm>
            <a:off x="1181070" y="2387540"/>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 LLM → [Response: Understood.]</a:t>
            </a:r>
            <a:endParaRPr lang="en-US" sz="1100" dirty="0"/>
          </a:p>
        </p:txBody>
      </p:sp>
      <p:sp>
        <p:nvSpPr>
          <p:cNvPr id="8" name="Text 6"/>
          <p:cNvSpPr txBox="1"/>
          <p:nvPr/>
        </p:nvSpPr>
        <p:spPr>
          <a:xfrm>
            <a:off x="1181070" y="2920927"/>
            <a:ext cx="4444889"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Turn 2</a:t>
            </a:r>
            <a:endParaRPr lang="en-US" sz="1100" dirty="0"/>
          </a:p>
        </p:txBody>
      </p:sp>
      <p:sp>
        <p:nvSpPr>
          <p:cNvPr id="9" name="Text 7"/>
          <p:cNvSpPr txBox="1"/>
          <p:nvPr/>
        </p:nvSpPr>
        <p:spPr>
          <a:xfrm>
            <a:off x="1181070" y="3187620"/>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[User: I am a physicist.]</a:t>
            </a:r>
            <a:endParaRPr lang="en-US" sz="1100" dirty="0"/>
          </a:p>
        </p:txBody>
      </p:sp>
      <p:sp>
        <p:nvSpPr>
          <p:cNvPr id="10" name="Text 8"/>
          <p:cNvSpPr txBox="1"/>
          <p:nvPr/>
        </p:nvSpPr>
        <p:spPr>
          <a:xfrm>
            <a:off x="1181070" y="3454314"/>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[Response: Understood.]</a:t>
            </a:r>
            <a:endParaRPr lang="en-US" sz="1100" dirty="0"/>
          </a:p>
        </p:txBody>
      </p:sp>
      <p:sp>
        <p:nvSpPr>
          <p:cNvPr id="11" name="Text 9"/>
          <p:cNvSpPr txBox="1"/>
          <p:nvPr/>
        </p:nvSpPr>
        <p:spPr>
          <a:xfrm>
            <a:off x="1181070" y="3721007"/>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[User: Explain entropy at my level.]</a:t>
            </a:r>
            <a:endParaRPr lang="en-US" sz="1100" dirty="0"/>
          </a:p>
        </p:txBody>
      </p:sp>
      <p:sp>
        <p:nvSpPr>
          <p:cNvPr id="12" name="Text 10"/>
          <p:cNvSpPr txBox="1"/>
          <p:nvPr/>
        </p:nvSpPr>
        <p:spPr>
          <a:xfrm>
            <a:off x="1181070" y="3987700"/>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  → LLM → [Response: …]</a:t>
            </a:r>
            <a:endParaRPr lang="en-US" sz="1100" dirty="0"/>
          </a:p>
        </p:txBody>
      </p:sp>
      <p:sp>
        <p:nvSpPr>
          <p:cNvPr id="13" name="Text 11"/>
          <p:cNvSpPr txBox="1"/>
          <p:nvPr/>
        </p:nvSpPr>
        <p:spPr>
          <a:xfrm>
            <a:off x="952476" y="4521087"/>
            <a:ext cx="546086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whole history is re-sent every single time</a:t>
            </a:r>
            <a:endParaRPr lang="en-US" sz="1100" dirty="0"/>
          </a:p>
        </p:txBody>
      </p:sp>
      <p:sp>
        <p:nvSpPr>
          <p:cNvPr id="14" name="Shape 12"/>
          <p:cNvSpPr/>
          <p:nvPr/>
        </p:nvSpPr>
        <p:spPr>
          <a:xfrm>
            <a:off x="6286343" y="2412940"/>
            <a:ext cx="1460463" cy="698483"/>
          </a:xfrm>
          <a:prstGeom prst="rect">
            <a:avLst/>
          </a:prstGeom>
          <a:solidFill>
            <a:srgbClr val="1A1A16"/>
          </a:solidFill>
          <a:ln w="15240">
            <a:solidFill>
              <a:srgbClr val="1A1A16"/>
            </a:solidFill>
            <a:prstDash val="solid"/>
          </a:ln>
        </p:spPr>
      </p:sp>
      <p:sp>
        <p:nvSpPr>
          <p:cNvPr id="15" name="Text 13"/>
          <p:cNvSpPr txBox="1"/>
          <p:nvPr/>
        </p:nvSpPr>
        <p:spPr>
          <a:xfrm>
            <a:off x="6387940" y="2628834"/>
            <a:ext cx="1257269" cy="237484"/>
          </a:xfrm>
          <a:prstGeom prst="rect">
            <a:avLst/>
          </a:prstGeom>
          <a:noFill/>
          <a:ln/>
        </p:spPr>
        <p:txBody>
          <a:bodyPr wrap="square" lIns="0" tIns="0" rIns="0" bIns="0"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system prompt</a:t>
            </a:r>
            <a:endParaRPr lang="en-US" sz="1100" dirty="0"/>
          </a:p>
        </p:txBody>
      </p:sp>
      <p:sp>
        <p:nvSpPr>
          <p:cNvPr id="16" name="Shape 14"/>
          <p:cNvSpPr/>
          <p:nvPr/>
        </p:nvSpPr>
        <p:spPr>
          <a:xfrm>
            <a:off x="7746806" y="2412940"/>
            <a:ext cx="2603435" cy="698483"/>
          </a:xfrm>
          <a:prstGeom prst="rect">
            <a:avLst/>
          </a:prstGeom>
          <a:ln w="15240">
            <a:solidFill>
              <a:srgbClr val="1A1A16"/>
            </a:solidFill>
            <a:prstDash val="solid"/>
          </a:ln>
        </p:spPr>
      </p:sp>
      <p:sp>
        <p:nvSpPr>
          <p:cNvPr id="17" name="Text 15"/>
          <p:cNvSpPr txBox="1"/>
          <p:nvPr/>
        </p:nvSpPr>
        <p:spPr>
          <a:xfrm>
            <a:off x="7848404" y="2628834"/>
            <a:ext cx="2400240"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conversation history</a:t>
            </a:r>
            <a:endParaRPr lang="en-US" sz="1100" dirty="0"/>
          </a:p>
        </p:txBody>
      </p:sp>
      <p:sp>
        <p:nvSpPr>
          <p:cNvPr id="18" name="Shape 16"/>
          <p:cNvSpPr/>
          <p:nvPr/>
        </p:nvSpPr>
        <p:spPr>
          <a:xfrm>
            <a:off x="10350241" y="2412940"/>
            <a:ext cx="1206470" cy="698483"/>
          </a:xfrm>
          <a:prstGeom prst="rect">
            <a:avLst/>
          </a:prstGeom>
          <a:ln w="15240">
            <a:solidFill>
              <a:srgbClr val="1A1A16"/>
            </a:solidFill>
            <a:prstDash val="solid"/>
          </a:ln>
        </p:spPr>
      </p:sp>
      <p:sp>
        <p:nvSpPr>
          <p:cNvPr id="19" name="Text 17"/>
          <p:cNvSpPr txBox="1"/>
          <p:nvPr/>
        </p:nvSpPr>
        <p:spPr>
          <a:xfrm>
            <a:off x="10451839" y="2628834"/>
            <a:ext cx="100327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new prompt</a:t>
            </a:r>
            <a:endParaRPr lang="en-US" sz="1100" dirty="0"/>
          </a:p>
        </p:txBody>
      </p:sp>
      <p:sp>
        <p:nvSpPr>
          <p:cNvPr id="20" name="Shape 18"/>
          <p:cNvSpPr/>
          <p:nvPr/>
        </p:nvSpPr>
        <p:spPr>
          <a:xfrm>
            <a:off x="6286343" y="3378116"/>
            <a:ext cx="5270368" cy="0"/>
          </a:xfrm>
          <a:prstGeom prst="line">
            <a:avLst/>
          </a:prstGeom>
          <a:noFill/>
          <a:ln w="10160">
            <a:solidFill>
              <a:srgbClr val="8A8A80"/>
            </a:solidFill>
            <a:prstDash val="solid"/>
          </a:ln>
        </p:spPr>
      </p:sp>
      <p:sp>
        <p:nvSpPr>
          <p:cNvPr id="21" name="Shape 19"/>
          <p:cNvSpPr/>
          <p:nvPr/>
        </p:nvSpPr>
        <p:spPr>
          <a:xfrm>
            <a:off x="6286343" y="3289218"/>
            <a:ext cx="0" cy="177796"/>
          </a:xfrm>
          <a:prstGeom prst="line">
            <a:avLst/>
          </a:prstGeom>
          <a:noFill/>
          <a:ln w="10160">
            <a:solidFill>
              <a:srgbClr val="8A8A80"/>
            </a:solidFill>
            <a:prstDash val="solid"/>
          </a:ln>
        </p:spPr>
      </p:sp>
      <p:sp>
        <p:nvSpPr>
          <p:cNvPr id="22" name="Shape 20"/>
          <p:cNvSpPr/>
          <p:nvPr/>
        </p:nvSpPr>
        <p:spPr>
          <a:xfrm>
            <a:off x="11556711" y="3289218"/>
            <a:ext cx="0" cy="177796"/>
          </a:xfrm>
          <a:prstGeom prst="line">
            <a:avLst/>
          </a:prstGeom>
          <a:noFill/>
          <a:ln w="10160">
            <a:solidFill>
              <a:srgbClr val="8A8A80"/>
            </a:solidFill>
            <a:prstDash val="solid"/>
          </a:ln>
        </p:spPr>
      </p:sp>
      <p:sp>
        <p:nvSpPr>
          <p:cNvPr id="23" name="Text 21"/>
          <p:cNvSpPr txBox="1"/>
          <p:nvPr/>
        </p:nvSpPr>
        <p:spPr>
          <a:xfrm>
            <a:off x="6286343" y="3543211"/>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context window  —  a fixed token capacity</a:t>
            </a:r>
            <a:endParaRPr lang="en-US" sz="1100" dirty="0"/>
          </a:p>
        </p:txBody>
      </p:sp>
      <p:sp>
        <p:nvSpPr>
          <p:cNvPr id="24" name="Text 22"/>
          <p:cNvSpPr txBox="1"/>
          <p:nvPr/>
        </p:nvSpPr>
        <p:spPr>
          <a:xfrm>
            <a:off x="6349841" y="4140096"/>
            <a:ext cx="5206870"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exceed it and something must be</a:t>
            </a:r>
            <a:endParaRPr lang="en-US" sz="1300" dirty="0"/>
          </a:p>
        </p:txBody>
      </p:sp>
      <p:sp>
        <p:nvSpPr>
          <p:cNvPr id="25" name="Text 23"/>
          <p:cNvSpPr txBox="1"/>
          <p:nvPr/>
        </p:nvSpPr>
        <p:spPr>
          <a:xfrm>
            <a:off x="6349841" y="4394090"/>
            <a:ext cx="5206870"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compressed, truncated or dropped</a:t>
            </a:r>
            <a:endParaRPr lang="en-US" sz="1300" dirty="0"/>
          </a:p>
        </p:txBody>
      </p:sp>
      <p:sp>
        <p:nvSpPr>
          <p:cNvPr id="26" name="Text 24"/>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EXCEED IT AND SOMETHING MUST BE DROPPED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API / Agent / MCP / schema / skills</a:t>
            </a:r>
            <a:endParaRPr lang="en-US" sz="1700" dirty="0"/>
          </a:p>
        </p:txBody>
      </p:sp>
      <p:sp>
        <p:nvSpPr>
          <p:cNvPr id="3" name="Text 1"/>
          <p:cNvSpPr txBox="1"/>
          <p:nvPr/>
        </p:nvSpPr>
        <p:spPr>
          <a:xfrm>
            <a:off x="761981" y="1066773"/>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prompt sorcery from the LLM era</a:t>
            </a:r>
            <a:endParaRPr lang="en-US" sz="1100" dirty="0"/>
          </a:p>
        </p:txBody>
      </p:sp>
      <p:sp>
        <p:nvSpPr>
          <p:cNvPr id="4" name="Shape 2"/>
          <p:cNvSpPr/>
          <p:nvPr/>
        </p:nvSpPr>
        <p:spPr>
          <a:xfrm>
            <a:off x="952476" y="1904952"/>
            <a:ext cx="4698883" cy="1904952"/>
          </a:xfrm>
          <a:prstGeom prst="rect">
            <a:avLst/>
          </a:prstGeom>
          <a:ln w="12700">
            <a:solidFill>
              <a:srgbClr val="1A1A16"/>
            </a:solidFill>
            <a:prstDash val="solid"/>
          </a:ln>
        </p:spPr>
      </p:sp>
      <p:sp>
        <p:nvSpPr>
          <p:cNvPr id="5" name="Text 3"/>
          <p:cNvSpPr txBox="1"/>
          <p:nvPr/>
        </p:nvSpPr>
        <p:spPr>
          <a:xfrm>
            <a:off x="1181070" y="2095448"/>
            <a:ext cx="4317892"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a numpy API</a:t>
            </a:r>
            <a:endParaRPr lang="en-US" sz="1300" dirty="0"/>
          </a:p>
        </p:txBody>
      </p:sp>
      <p:sp>
        <p:nvSpPr>
          <p:cNvPr id="6" name="Text 4"/>
          <p:cNvSpPr txBox="1"/>
          <p:nvPr/>
        </p:nvSpPr>
        <p:spPr>
          <a:xfrm>
            <a:off x="1181070" y="2565336"/>
            <a:ext cx="4317892"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import numpy as np</a:t>
            </a:r>
            <a:endParaRPr lang="en-US" sz="1100" dirty="0"/>
          </a:p>
        </p:txBody>
      </p:sp>
      <p:sp>
        <p:nvSpPr>
          <p:cNvPr id="7" name="Text 5"/>
          <p:cNvSpPr txBox="1"/>
          <p:nvPr/>
        </p:nvSpPr>
        <p:spPr>
          <a:xfrm>
            <a:off x="1181070" y="2806630"/>
            <a:ext cx="4317892"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result = np.mean([1, 2, 3])</a:t>
            </a:r>
            <a:endParaRPr lang="en-US" sz="1100" dirty="0"/>
          </a:p>
        </p:txBody>
      </p:sp>
      <p:sp>
        <p:nvSpPr>
          <p:cNvPr id="8" name="Text 6"/>
          <p:cNvSpPr txBox="1"/>
          <p:nvPr/>
        </p:nvSpPr>
        <p:spPr>
          <a:xfrm>
            <a:off x="1181070" y="3263818"/>
            <a:ext cx="4317892"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one answer, and the same one every time</a:t>
            </a:r>
            <a:endParaRPr lang="en-US" sz="1100" dirty="0"/>
          </a:p>
        </p:txBody>
      </p:sp>
      <p:sp>
        <p:nvSpPr>
          <p:cNvPr id="9" name="Shape 7"/>
          <p:cNvSpPr/>
          <p:nvPr/>
        </p:nvSpPr>
        <p:spPr>
          <a:xfrm>
            <a:off x="6540336" y="1904952"/>
            <a:ext cx="4698883" cy="1904952"/>
          </a:xfrm>
          <a:prstGeom prst="rect">
            <a:avLst/>
          </a:prstGeom>
          <a:ln w="12700">
            <a:solidFill>
              <a:srgbClr val="1A1A16"/>
            </a:solidFill>
            <a:prstDash val="solid"/>
          </a:ln>
        </p:spPr>
      </p:sp>
      <p:sp>
        <p:nvSpPr>
          <p:cNvPr id="10" name="Text 8"/>
          <p:cNvSpPr txBox="1"/>
          <p:nvPr/>
        </p:nvSpPr>
        <p:spPr>
          <a:xfrm>
            <a:off x="6768931" y="2095448"/>
            <a:ext cx="4317892"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an LLM API</a:t>
            </a:r>
            <a:endParaRPr lang="en-US" sz="1300" dirty="0"/>
          </a:p>
        </p:txBody>
      </p:sp>
      <p:sp>
        <p:nvSpPr>
          <p:cNvPr id="11" name="Shape 9"/>
          <p:cNvSpPr/>
          <p:nvPr/>
        </p:nvSpPr>
        <p:spPr>
          <a:xfrm>
            <a:off x="6768931" y="2489138"/>
            <a:ext cx="1269968" cy="444489"/>
          </a:xfrm>
          <a:prstGeom prst="rect">
            <a:avLst/>
          </a:prstGeom>
          <a:ln w="12700">
            <a:solidFill>
              <a:srgbClr val="1A1A16"/>
            </a:solidFill>
            <a:prstDash val="solid"/>
          </a:ln>
        </p:spPr>
      </p:sp>
      <p:sp>
        <p:nvSpPr>
          <p:cNvPr id="12" name="Text 10"/>
          <p:cNvSpPr txBox="1"/>
          <p:nvPr/>
        </p:nvSpPr>
        <p:spPr>
          <a:xfrm>
            <a:off x="6921327" y="2628834"/>
            <a:ext cx="101597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client</a:t>
            </a:r>
            <a:endParaRPr lang="en-US" sz="1100" dirty="0"/>
          </a:p>
        </p:txBody>
      </p:sp>
      <p:sp>
        <p:nvSpPr>
          <p:cNvPr id="13" name="Shape 11"/>
          <p:cNvSpPr/>
          <p:nvPr/>
        </p:nvSpPr>
        <p:spPr>
          <a:xfrm>
            <a:off x="9562861" y="2489138"/>
            <a:ext cx="1269968" cy="444489"/>
          </a:xfrm>
          <a:prstGeom prst="rect">
            <a:avLst/>
          </a:prstGeom>
          <a:ln w="12700">
            <a:solidFill>
              <a:srgbClr val="1A1A16"/>
            </a:solidFill>
            <a:prstDash val="solid"/>
          </a:ln>
        </p:spPr>
      </p:sp>
      <p:sp>
        <p:nvSpPr>
          <p:cNvPr id="14" name="Text 12"/>
          <p:cNvSpPr txBox="1"/>
          <p:nvPr/>
        </p:nvSpPr>
        <p:spPr>
          <a:xfrm>
            <a:off x="9715257" y="2628834"/>
            <a:ext cx="101597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model</a:t>
            </a:r>
            <a:endParaRPr lang="en-US" sz="1100" dirty="0"/>
          </a:p>
        </p:txBody>
      </p:sp>
      <p:sp>
        <p:nvSpPr>
          <p:cNvPr id="15" name="Shape 13"/>
          <p:cNvSpPr/>
          <p:nvPr/>
        </p:nvSpPr>
        <p:spPr>
          <a:xfrm>
            <a:off x="8038899" y="2628834"/>
            <a:ext cx="1523962" cy="0"/>
          </a:xfrm>
          <a:prstGeom prst="line">
            <a:avLst/>
          </a:prstGeom>
          <a:noFill/>
          <a:ln w="12700">
            <a:solidFill>
              <a:srgbClr val="1A1A16"/>
            </a:solidFill>
            <a:prstDash val="solid"/>
            <a:tailEnd type="triangle"/>
          </a:ln>
        </p:spPr>
      </p:sp>
      <p:sp>
        <p:nvSpPr>
          <p:cNvPr id="16" name="Text 14"/>
          <p:cNvSpPr txBox="1"/>
          <p:nvPr/>
        </p:nvSpPr>
        <p:spPr>
          <a:xfrm>
            <a:off x="8254794" y="2425639"/>
            <a:ext cx="126996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prompt</a:t>
            </a:r>
            <a:endParaRPr lang="en-US" sz="1100" dirty="0"/>
          </a:p>
        </p:txBody>
      </p:sp>
      <p:sp>
        <p:nvSpPr>
          <p:cNvPr id="17" name="Shape 15"/>
          <p:cNvSpPr/>
          <p:nvPr/>
        </p:nvSpPr>
        <p:spPr>
          <a:xfrm>
            <a:off x="8038899" y="2832029"/>
            <a:ext cx="1523962" cy="0"/>
          </a:xfrm>
          <a:prstGeom prst="line">
            <a:avLst/>
          </a:prstGeom>
          <a:noFill/>
          <a:ln w="12700">
            <a:solidFill>
              <a:srgbClr val="1A1A16"/>
            </a:solidFill>
            <a:prstDash val="solid"/>
            <a:headEnd type="triangle"/>
          </a:ln>
        </p:spPr>
      </p:sp>
      <p:sp>
        <p:nvSpPr>
          <p:cNvPr id="18" name="Text 16"/>
          <p:cNvSpPr txBox="1"/>
          <p:nvPr/>
        </p:nvSpPr>
        <p:spPr>
          <a:xfrm>
            <a:off x="8254794" y="2870128"/>
            <a:ext cx="126996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response</a:t>
            </a:r>
            <a:endParaRPr lang="en-US" sz="1100" dirty="0"/>
          </a:p>
        </p:txBody>
      </p:sp>
      <p:sp>
        <p:nvSpPr>
          <p:cNvPr id="19" name="Text 17"/>
          <p:cNvSpPr txBox="1"/>
          <p:nvPr/>
        </p:nvSpPr>
        <p:spPr>
          <a:xfrm>
            <a:off x="6768931" y="3263818"/>
            <a:ext cx="4317892"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distribution, and a different sample each time</a:t>
            </a:r>
            <a:endParaRPr lang="en-US" sz="1100" dirty="0"/>
          </a:p>
        </p:txBody>
      </p:sp>
      <p:sp>
        <p:nvSpPr>
          <p:cNvPr id="20" name="Text 18"/>
          <p:cNvSpPr txBox="1"/>
          <p:nvPr/>
        </p:nvSpPr>
        <p:spPr>
          <a:xfrm>
            <a:off x="952476" y="4317892"/>
            <a:ext cx="1028674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an agent is a system with a model at its core: the model decides the next step</a:t>
            </a:r>
            <a:endParaRPr lang="en-US" sz="1300" dirty="0"/>
          </a:p>
        </p:txBody>
      </p:sp>
      <p:sp>
        <p:nvSpPr>
          <p:cNvPr id="21" name="Text 19"/>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TWO KINDS OF API · ONE ANSWERS, ONE SAMPLES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A language model, by itself</a:t>
            </a:r>
            <a:endParaRPr lang="en-US" sz="1700" dirty="0"/>
          </a:p>
        </p:txBody>
      </p:sp>
      <p:sp>
        <p:nvSpPr>
          <p:cNvPr id="3" name="Text 1"/>
          <p:cNvSpPr txBox="1"/>
          <p:nvPr/>
        </p:nvSpPr>
        <p:spPr>
          <a:xfrm>
            <a:off x="761981" y="1066773"/>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text in, a distribution over next tokens out</a:t>
            </a:r>
            <a:endParaRPr lang="en-US" sz="1100" dirty="0"/>
          </a:p>
        </p:txBody>
      </p:sp>
      <p:sp>
        <p:nvSpPr>
          <p:cNvPr id="4" name="Shape 2"/>
          <p:cNvSpPr/>
          <p:nvPr/>
        </p:nvSpPr>
        <p:spPr>
          <a:xfrm>
            <a:off x="2558986" y="3130472"/>
            <a:ext cx="2787580" cy="622284"/>
          </a:xfrm>
          <a:prstGeom prst="rect">
            <a:avLst/>
          </a:prstGeom>
          <a:ln w="16510">
            <a:solidFill>
              <a:srgbClr val="1A1A16"/>
            </a:solidFill>
            <a:prstDash val="solid"/>
          </a:ln>
        </p:spPr>
      </p:sp>
      <p:sp>
        <p:nvSpPr>
          <p:cNvPr id="5" name="Text 3"/>
          <p:cNvSpPr txBox="1"/>
          <p:nvPr/>
        </p:nvSpPr>
        <p:spPr>
          <a:xfrm>
            <a:off x="2685983" y="3289218"/>
            <a:ext cx="2533587" cy="453379"/>
          </a:xfrm>
          <a:prstGeom prst="rect">
            <a:avLst/>
          </a:prstGeom>
          <a:noFill/>
          <a:ln/>
        </p:spPr>
        <p:txBody>
          <a:bodyPr wrap="square" lIns="0" tIns="0" rIns="0" bIns="0" rtlCol="0" anchor="t"/>
          <a:lstStyle/>
          <a:p>
            <a:pPr algn="l" indent="0" marL="0">
              <a:buNone/>
            </a:pPr>
            <a:r>
              <a:rPr lang="en-US" sz="2100" dirty="0">
                <a:solidFill>
                  <a:srgbClr val="1A1A16"/>
                </a:solidFill>
                <a:latin typeface="Calibri" pitchFamily="34" charset="0"/>
                <a:ea typeface="Calibri" pitchFamily="34" charset="-122"/>
                <a:cs typeface="Calibri" pitchFamily="34" charset="-120"/>
              </a:rPr>
              <a:t>LLM</a:t>
            </a:r>
            <a:endParaRPr lang="en-US" sz="2100" dirty="0"/>
          </a:p>
        </p:txBody>
      </p:sp>
      <p:sp>
        <p:nvSpPr>
          <p:cNvPr id="6" name="Text 4"/>
          <p:cNvSpPr txBox="1"/>
          <p:nvPr/>
        </p:nvSpPr>
        <p:spPr>
          <a:xfrm>
            <a:off x="2558986" y="3867053"/>
            <a:ext cx="355591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text → a distribution over next tokens</a:t>
            </a:r>
            <a:endParaRPr lang="en-US" sz="1100" dirty="0"/>
          </a:p>
        </p:txBody>
      </p:sp>
      <p:sp>
        <p:nvSpPr>
          <p:cNvPr id="7" name="Text 5"/>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A LANGUAGE MODEL, BY ITSELF</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Put it in a loop — that is an agent</a:t>
            </a:r>
            <a:endParaRPr lang="en-US" sz="1700" dirty="0"/>
          </a:p>
        </p:txBody>
      </p:sp>
      <p:sp>
        <p:nvSpPr>
          <p:cNvPr id="3" name="Text 1"/>
          <p:cNvSpPr txBox="1"/>
          <p:nvPr/>
        </p:nvSpPr>
        <p:spPr>
          <a:xfrm>
            <a:off x="761981" y="1066773"/>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model is the engine; the loop is the agent</a:t>
            </a:r>
            <a:endParaRPr lang="en-US" sz="1100" dirty="0"/>
          </a:p>
        </p:txBody>
      </p:sp>
      <p:sp>
        <p:nvSpPr>
          <p:cNvPr id="4" name="Shape 2"/>
          <p:cNvSpPr/>
          <p:nvPr/>
        </p:nvSpPr>
        <p:spPr>
          <a:xfrm>
            <a:off x="2558986" y="3130472"/>
            <a:ext cx="2787580" cy="622284"/>
          </a:xfrm>
          <a:prstGeom prst="rect">
            <a:avLst/>
          </a:prstGeom>
          <a:ln w="11430">
            <a:solidFill>
              <a:srgbClr val="1A1A16"/>
            </a:solidFill>
            <a:prstDash val="solid"/>
          </a:ln>
        </p:spPr>
      </p:sp>
      <p:sp>
        <p:nvSpPr>
          <p:cNvPr id="5" name="Text 3"/>
          <p:cNvSpPr txBox="1"/>
          <p:nvPr/>
        </p:nvSpPr>
        <p:spPr>
          <a:xfrm>
            <a:off x="2685983" y="3289218"/>
            <a:ext cx="2533587"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LLM</a:t>
            </a:r>
            <a:endParaRPr lang="en-US" sz="1300" dirty="0"/>
          </a:p>
        </p:txBody>
      </p:sp>
      <p:sp>
        <p:nvSpPr>
          <p:cNvPr id="6" name="Shape 4"/>
          <p:cNvSpPr/>
          <p:nvPr/>
        </p:nvSpPr>
        <p:spPr>
          <a:xfrm>
            <a:off x="2241494" y="2920927"/>
            <a:ext cx="3428914" cy="1054074"/>
          </a:xfrm>
          <a:prstGeom prst="rect">
            <a:avLst/>
          </a:prstGeom>
          <a:ln w="16510">
            <a:solidFill>
              <a:srgbClr val="1A1A16"/>
            </a:solidFill>
            <a:prstDash val="solid"/>
          </a:ln>
        </p:spPr>
      </p:sp>
      <p:sp>
        <p:nvSpPr>
          <p:cNvPr id="7" name="Text 5"/>
          <p:cNvSpPr txBox="1"/>
          <p:nvPr/>
        </p:nvSpPr>
        <p:spPr>
          <a:xfrm>
            <a:off x="2241494" y="2666933"/>
            <a:ext cx="2793930"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AGENT · the loop</a:t>
            </a:r>
            <a:endParaRPr lang="en-US" sz="1100" dirty="0"/>
          </a:p>
        </p:txBody>
      </p:sp>
      <p:sp>
        <p:nvSpPr>
          <p:cNvPr id="8" name="Text 6"/>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PUT IT IN A LOOP · THAT IS AN AGENT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Give the loop a task</a:t>
            </a:r>
            <a:endParaRPr lang="en-US" sz="1700" dirty="0"/>
          </a:p>
        </p:txBody>
      </p:sp>
      <p:sp>
        <p:nvSpPr>
          <p:cNvPr id="3" name="Text 1"/>
          <p:cNvSpPr txBox="1"/>
          <p:nvPr/>
        </p:nvSpPr>
        <p:spPr>
          <a:xfrm>
            <a:off x="761981" y="1066773"/>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what to do, on what, and what counts as finished</a:t>
            </a:r>
            <a:endParaRPr lang="en-US" sz="1100" dirty="0"/>
          </a:p>
        </p:txBody>
      </p:sp>
      <p:sp>
        <p:nvSpPr>
          <p:cNvPr id="4" name="Shape 2"/>
          <p:cNvSpPr/>
          <p:nvPr/>
        </p:nvSpPr>
        <p:spPr>
          <a:xfrm>
            <a:off x="2558986" y="3130472"/>
            <a:ext cx="2787580" cy="622284"/>
          </a:xfrm>
          <a:prstGeom prst="rect">
            <a:avLst/>
          </a:prstGeom>
          <a:ln w="11430">
            <a:solidFill>
              <a:srgbClr val="1A1A16"/>
            </a:solidFill>
            <a:prstDash val="solid"/>
          </a:ln>
        </p:spPr>
      </p:sp>
      <p:sp>
        <p:nvSpPr>
          <p:cNvPr id="5" name="Text 3"/>
          <p:cNvSpPr txBox="1"/>
          <p:nvPr/>
        </p:nvSpPr>
        <p:spPr>
          <a:xfrm>
            <a:off x="2685983" y="3289218"/>
            <a:ext cx="2533587"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LLM</a:t>
            </a:r>
            <a:endParaRPr lang="en-US" sz="1300" dirty="0"/>
          </a:p>
        </p:txBody>
      </p:sp>
      <p:sp>
        <p:nvSpPr>
          <p:cNvPr id="6" name="Shape 4"/>
          <p:cNvSpPr/>
          <p:nvPr/>
        </p:nvSpPr>
        <p:spPr>
          <a:xfrm>
            <a:off x="2241494" y="2920927"/>
            <a:ext cx="3428914" cy="1054074"/>
          </a:xfrm>
          <a:prstGeom prst="rect">
            <a:avLst/>
          </a:prstGeom>
          <a:ln w="16510">
            <a:solidFill>
              <a:srgbClr val="1A1A16"/>
            </a:solidFill>
            <a:prstDash val="solid"/>
          </a:ln>
        </p:spPr>
      </p:sp>
      <p:sp>
        <p:nvSpPr>
          <p:cNvPr id="7" name="Text 5"/>
          <p:cNvSpPr txBox="1"/>
          <p:nvPr/>
        </p:nvSpPr>
        <p:spPr>
          <a:xfrm>
            <a:off x="2241494" y="2666933"/>
            <a:ext cx="2793930"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AGENT · the loop</a:t>
            </a:r>
            <a:endParaRPr lang="en-US" sz="1100" dirty="0"/>
          </a:p>
        </p:txBody>
      </p:sp>
      <p:sp>
        <p:nvSpPr>
          <p:cNvPr id="8" name="Shape 6"/>
          <p:cNvSpPr/>
          <p:nvPr/>
        </p:nvSpPr>
        <p:spPr>
          <a:xfrm>
            <a:off x="501637" y="2920927"/>
            <a:ext cx="1327117" cy="1054074"/>
          </a:xfrm>
          <a:prstGeom prst="rect">
            <a:avLst/>
          </a:prstGeom>
          <a:solidFill>
            <a:srgbClr val="1A1A16"/>
          </a:solidFill>
          <a:ln w="12700">
            <a:solidFill>
              <a:srgbClr val="1A1A16"/>
            </a:solidFill>
            <a:prstDash val="solid"/>
          </a:ln>
        </p:spPr>
      </p:sp>
      <p:sp>
        <p:nvSpPr>
          <p:cNvPr id="9" name="Text 7"/>
          <p:cNvSpPr txBox="1"/>
          <p:nvPr/>
        </p:nvSpPr>
        <p:spPr>
          <a:xfrm>
            <a:off x="641334" y="3314617"/>
            <a:ext cx="1047724" cy="280663"/>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TASK</a:t>
            </a:r>
            <a:endParaRPr lang="en-US" sz="1300" dirty="0"/>
          </a:p>
        </p:txBody>
      </p:sp>
      <p:sp>
        <p:nvSpPr>
          <p:cNvPr id="10" name="Shape 8"/>
          <p:cNvSpPr/>
          <p:nvPr/>
        </p:nvSpPr>
        <p:spPr>
          <a:xfrm>
            <a:off x="1828754" y="3447964"/>
            <a:ext cx="412740" cy="0"/>
          </a:xfrm>
          <a:prstGeom prst="line">
            <a:avLst/>
          </a:prstGeom>
          <a:noFill/>
          <a:ln w="13970">
            <a:solidFill>
              <a:srgbClr val="1A1A16"/>
            </a:solidFill>
            <a:prstDash val="solid"/>
            <a:tailEnd type="triangle"/>
          </a:ln>
        </p:spPr>
      </p:sp>
      <p:sp>
        <p:nvSpPr>
          <p:cNvPr id="11" name="Text 9"/>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GIVE THE LOOP A TASK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A skill is a written procedure</a:t>
            </a:r>
            <a:endParaRPr lang="en-US" sz="1700" dirty="0"/>
          </a:p>
        </p:txBody>
      </p:sp>
      <p:sp>
        <p:nvSpPr>
          <p:cNvPr id="3" name="Text 1"/>
          <p:cNvSpPr txBox="1"/>
          <p:nvPr/>
        </p:nvSpPr>
        <p:spPr>
          <a:xfrm>
            <a:off x="761981" y="1066773"/>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protocol loaded into context — drawn dashed, because it is advice</a:t>
            </a:r>
            <a:endParaRPr lang="en-US" sz="1100" dirty="0"/>
          </a:p>
        </p:txBody>
      </p:sp>
      <p:sp>
        <p:nvSpPr>
          <p:cNvPr id="4" name="Shape 2"/>
          <p:cNvSpPr/>
          <p:nvPr/>
        </p:nvSpPr>
        <p:spPr>
          <a:xfrm>
            <a:off x="2558986" y="3130472"/>
            <a:ext cx="2787580" cy="622284"/>
          </a:xfrm>
          <a:prstGeom prst="rect">
            <a:avLst/>
          </a:prstGeom>
          <a:ln w="11430">
            <a:solidFill>
              <a:srgbClr val="1A1A16"/>
            </a:solidFill>
            <a:prstDash val="solid"/>
          </a:ln>
        </p:spPr>
      </p:sp>
      <p:sp>
        <p:nvSpPr>
          <p:cNvPr id="5" name="Text 3"/>
          <p:cNvSpPr txBox="1"/>
          <p:nvPr/>
        </p:nvSpPr>
        <p:spPr>
          <a:xfrm>
            <a:off x="2685983" y="3289218"/>
            <a:ext cx="2533587"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LLM</a:t>
            </a:r>
            <a:endParaRPr lang="en-US" sz="1300" dirty="0"/>
          </a:p>
        </p:txBody>
      </p:sp>
      <p:sp>
        <p:nvSpPr>
          <p:cNvPr id="6" name="Shape 4"/>
          <p:cNvSpPr/>
          <p:nvPr/>
        </p:nvSpPr>
        <p:spPr>
          <a:xfrm>
            <a:off x="2241494" y="2920927"/>
            <a:ext cx="3428914" cy="1054074"/>
          </a:xfrm>
          <a:prstGeom prst="rect">
            <a:avLst/>
          </a:prstGeom>
          <a:ln w="16510">
            <a:solidFill>
              <a:srgbClr val="1A1A16"/>
            </a:solidFill>
            <a:prstDash val="solid"/>
          </a:ln>
        </p:spPr>
      </p:sp>
      <p:sp>
        <p:nvSpPr>
          <p:cNvPr id="7" name="Text 5"/>
          <p:cNvSpPr txBox="1"/>
          <p:nvPr/>
        </p:nvSpPr>
        <p:spPr>
          <a:xfrm>
            <a:off x="2241494" y="2666933"/>
            <a:ext cx="2793930"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AGENT · the loop</a:t>
            </a:r>
            <a:endParaRPr lang="en-US" sz="1100" dirty="0"/>
          </a:p>
        </p:txBody>
      </p:sp>
      <p:sp>
        <p:nvSpPr>
          <p:cNvPr id="8" name="Shape 6"/>
          <p:cNvSpPr/>
          <p:nvPr/>
        </p:nvSpPr>
        <p:spPr>
          <a:xfrm>
            <a:off x="501637" y="2920927"/>
            <a:ext cx="1327117" cy="1054074"/>
          </a:xfrm>
          <a:prstGeom prst="rect">
            <a:avLst/>
          </a:prstGeom>
          <a:solidFill>
            <a:srgbClr val="1A1A16"/>
          </a:solidFill>
          <a:ln w="12700">
            <a:solidFill>
              <a:srgbClr val="1A1A16"/>
            </a:solidFill>
            <a:prstDash val="solid"/>
          </a:ln>
        </p:spPr>
      </p:sp>
      <p:sp>
        <p:nvSpPr>
          <p:cNvPr id="9" name="Text 7"/>
          <p:cNvSpPr txBox="1"/>
          <p:nvPr/>
        </p:nvSpPr>
        <p:spPr>
          <a:xfrm>
            <a:off x="641334" y="3314617"/>
            <a:ext cx="1047724" cy="280663"/>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TASK</a:t>
            </a:r>
            <a:endParaRPr lang="en-US" sz="1300" dirty="0"/>
          </a:p>
        </p:txBody>
      </p:sp>
      <p:sp>
        <p:nvSpPr>
          <p:cNvPr id="10" name="Shape 8"/>
          <p:cNvSpPr/>
          <p:nvPr/>
        </p:nvSpPr>
        <p:spPr>
          <a:xfrm>
            <a:off x="1828754" y="3447964"/>
            <a:ext cx="412740" cy="0"/>
          </a:xfrm>
          <a:prstGeom prst="line">
            <a:avLst/>
          </a:prstGeom>
          <a:noFill/>
          <a:ln w="13970">
            <a:solidFill>
              <a:srgbClr val="1A1A16"/>
            </a:solidFill>
            <a:prstDash val="solid"/>
            <a:tailEnd type="triangle"/>
          </a:ln>
        </p:spPr>
      </p:sp>
      <p:sp>
        <p:nvSpPr>
          <p:cNvPr id="11" name="Shape 9"/>
          <p:cNvSpPr/>
          <p:nvPr/>
        </p:nvSpPr>
        <p:spPr>
          <a:xfrm>
            <a:off x="2241494" y="1593810"/>
            <a:ext cx="3428914" cy="622284"/>
          </a:xfrm>
          <a:prstGeom prst="rect">
            <a:avLst/>
          </a:prstGeom>
          <a:ln w="12700">
            <a:solidFill>
              <a:srgbClr val="8A8A80"/>
            </a:solidFill>
            <a:prstDash val="dash"/>
          </a:ln>
        </p:spPr>
      </p:sp>
      <p:sp>
        <p:nvSpPr>
          <p:cNvPr id="12" name="Text 10"/>
          <p:cNvSpPr txBox="1"/>
          <p:nvPr/>
        </p:nvSpPr>
        <p:spPr>
          <a:xfrm>
            <a:off x="2368491" y="1809705"/>
            <a:ext cx="317492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SKILL · a written procedure</a:t>
            </a:r>
            <a:endParaRPr lang="en-US" sz="1100" dirty="0"/>
          </a:p>
        </p:txBody>
      </p:sp>
      <p:sp>
        <p:nvSpPr>
          <p:cNvPr id="13" name="Shape 11"/>
          <p:cNvSpPr/>
          <p:nvPr/>
        </p:nvSpPr>
        <p:spPr>
          <a:xfrm>
            <a:off x="3955951" y="2216095"/>
            <a:ext cx="0" cy="704832"/>
          </a:xfrm>
          <a:prstGeom prst="line">
            <a:avLst/>
          </a:prstGeom>
          <a:noFill/>
          <a:ln w="12700">
            <a:solidFill>
              <a:srgbClr val="8A8A80"/>
            </a:solidFill>
            <a:prstDash val="dash"/>
            <a:tailEnd type="triangle"/>
          </a:ln>
        </p:spPr>
      </p:sp>
      <p:sp>
        <p:nvSpPr>
          <p:cNvPr id="14" name="Text 12"/>
          <p:cNvSpPr txBox="1"/>
          <p:nvPr/>
        </p:nvSpPr>
        <p:spPr>
          <a:xfrm>
            <a:off x="4044849" y="2438339"/>
            <a:ext cx="26669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loaded into context — advice</a:t>
            </a:r>
            <a:endParaRPr lang="en-US" sz="1100" dirty="0"/>
          </a:p>
        </p:txBody>
      </p:sp>
      <p:sp>
        <p:nvSpPr>
          <p:cNvPr id="15" name="Text 13"/>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A SKILL IS ADVICE · DRAWN DASHED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MCP is the socket, not the tool</a:t>
            </a:r>
            <a:endParaRPr lang="en-US" sz="1700" dirty="0"/>
          </a:p>
        </p:txBody>
      </p:sp>
      <p:sp>
        <p:nvSpPr>
          <p:cNvPr id="3" name="Text 1"/>
          <p:cNvSpPr txBox="1"/>
          <p:nvPr/>
        </p:nvSpPr>
        <p:spPr>
          <a:xfrm>
            <a:off x="761981" y="1066773"/>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published convention for exposing a tool</a:t>
            </a:r>
            <a:endParaRPr lang="en-US" sz="1100" dirty="0"/>
          </a:p>
        </p:txBody>
      </p:sp>
      <p:sp>
        <p:nvSpPr>
          <p:cNvPr id="4" name="Shape 2"/>
          <p:cNvSpPr/>
          <p:nvPr/>
        </p:nvSpPr>
        <p:spPr>
          <a:xfrm>
            <a:off x="2558986" y="3130472"/>
            <a:ext cx="2787580" cy="622284"/>
          </a:xfrm>
          <a:prstGeom prst="rect">
            <a:avLst/>
          </a:prstGeom>
          <a:ln w="11430">
            <a:solidFill>
              <a:srgbClr val="1A1A16"/>
            </a:solidFill>
            <a:prstDash val="solid"/>
          </a:ln>
        </p:spPr>
      </p:sp>
      <p:sp>
        <p:nvSpPr>
          <p:cNvPr id="5" name="Text 3"/>
          <p:cNvSpPr txBox="1"/>
          <p:nvPr/>
        </p:nvSpPr>
        <p:spPr>
          <a:xfrm>
            <a:off x="2685983" y="3289218"/>
            <a:ext cx="2533587"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LLM</a:t>
            </a:r>
            <a:endParaRPr lang="en-US" sz="1300" dirty="0"/>
          </a:p>
        </p:txBody>
      </p:sp>
      <p:sp>
        <p:nvSpPr>
          <p:cNvPr id="6" name="Shape 4"/>
          <p:cNvSpPr/>
          <p:nvPr/>
        </p:nvSpPr>
        <p:spPr>
          <a:xfrm>
            <a:off x="2241494" y="2920927"/>
            <a:ext cx="3428914" cy="1054074"/>
          </a:xfrm>
          <a:prstGeom prst="rect">
            <a:avLst/>
          </a:prstGeom>
          <a:ln w="16510">
            <a:solidFill>
              <a:srgbClr val="1A1A16"/>
            </a:solidFill>
            <a:prstDash val="solid"/>
          </a:ln>
        </p:spPr>
      </p:sp>
      <p:sp>
        <p:nvSpPr>
          <p:cNvPr id="7" name="Text 5"/>
          <p:cNvSpPr txBox="1"/>
          <p:nvPr/>
        </p:nvSpPr>
        <p:spPr>
          <a:xfrm>
            <a:off x="2241494" y="2666933"/>
            <a:ext cx="2793930"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AGENT · the loop</a:t>
            </a:r>
            <a:endParaRPr lang="en-US" sz="1100" dirty="0"/>
          </a:p>
        </p:txBody>
      </p:sp>
      <p:sp>
        <p:nvSpPr>
          <p:cNvPr id="8" name="Shape 6"/>
          <p:cNvSpPr/>
          <p:nvPr/>
        </p:nvSpPr>
        <p:spPr>
          <a:xfrm>
            <a:off x="501637" y="2920927"/>
            <a:ext cx="1327117" cy="1054074"/>
          </a:xfrm>
          <a:prstGeom prst="rect">
            <a:avLst/>
          </a:prstGeom>
          <a:solidFill>
            <a:srgbClr val="1A1A16"/>
          </a:solidFill>
          <a:ln w="12700">
            <a:solidFill>
              <a:srgbClr val="1A1A16"/>
            </a:solidFill>
            <a:prstDash val="solid"/>
          </a:ln>
        </p:spPr>
      </p:sp>
      <p:sp>
        <p:nvSpPr>
          <p:cNvPr id="9" name="Text 7"/>
          <p:cNvSpPr txBox="1"/>
          <p:nvPr/>
        </p:nvSpPr>
        <p:spPr>
          <a:xfrm>
            <a:off x="641334" y="3314617"/>
            <a:ext cx="1047724" cy="280663"/>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TASK</a:t>
            </a:r>
            <a:endParaRPr lang="en-US" sz="1300" dirty="0"/>
          </a:p>
        </p:txBody>
      </p:sp>
      <p:sp>
        <p:nvSpPr>
          <p:cNvPr id="10" name="Shape 8"/>
          <p:cNvSpPr/>
          <p:nvPr/>
        </p:nvSpPr>
        <p:spPr>
          <a:xfrm>
            <a:off x="1828754" y="3447964"/>
            <a:ext cx="412740" cy="0"/>
          </a:xfrm>
          <a:prstGeom prst="line">
            <a:avLst/>
          </a:prstGeom>
          <a:noFill/>
          <a:ln w="13970">
            <a:solidFill>
              <a:srgbClr val="1A1A16"/>
            </a:solidFill>
            <a:prstDash val="solid"/>
            <a:tailEnd type="triangle"/>
          </a:ln>
        </p:spPr>
      </p:sp>
      <p:sp>
        <p:nvSpPr>
          <p:cNvPr id="11" name="Shape 9"/>
          <p:cNvSpPr/>
          <p:nvPr/>
        </p:nvSpPr>
        <p:spPr>
          <a:xfrm>
            <a:off x="2241494" y="1593810"/>
            <a:ext cx="3428914" cy="622284"/>
          </a:xfrm>
          <a:prstGeom prst="rect">
            <a:avLst/>
          </a:prstGeom>
          <a:ln w="12700">
            <a:solidFill>
              <a:srgbClr val="8A8A80"/>
            </a:solidFill>
            <a:prstDash val="dash"/>
          </a:ln>
        </p:spPr>
      </p:sp>
      <p:sp>
        <p:nvSpPr>
          <p:cNvPr id="12" name="Text 10"/>
          <p:cNvSpPr txBox="1"/>
          <p:nvPr/>
        </p:nvSpPr>
        <p:spPr>
          <a:xfrm>
            <a:off x="2368491" y="1809705"/>
            <a:ext cx="317492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SKILL · a written procedure</a:t>
            </a:r>
            <a:endParaRPr lang="en-US" sz="1100" dirty="0"/>
          </a:p>
        </p:txBody>
      </p:sp>
      <p:sp>
        <p:nvSpPr>
          <p:cNvPr id="13" name="Shape 11"/>
          <p:cNvSpPr/>
          <p:nvPr/>
        </p:nvSpPr>
        <p:spPr>
          <a:xfrm>
            <a:off x="3955951" y="2216095"/>
            <a:ext cx="0" cy="704832"/>
          </a:xfrm>
          <a:prstGeom prst="line">
            <a:avLst/>
          </a:prstGeom>
          <a:noFill/>
          <a:ln w="12700">
            <a:solidFill>
              <a:srgbClr val="8A8A80"/>
            </a:solidFill>
            <a:prstDash val="dash"/>
            <a:tailEnd type="triangle"/>
          </a:ln>
        </p:spPr>
      </p:sp>
      <p:sp>
        <p:nvSpPr>
          <p:cNvPr id="14" name="Text 12"/>
          <p:cNvSpPr txBox="1"/>
          <p:nvPr/>
        </p:nvSpPr>
        <p:spPr>
          <a:xfrm>
            <a:off x="4044849" y="2438339"/>
            <a:ext cx="26669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loaded into context — advice</a:t>
            </a:r>
            <a:endParaRPr lang="en-US" sz="1100" dirty="0"/>
          </a:p>
        </p:txBody>
      </p:sp>
      <p:sp>
        <p:nvSpPr>
          <p:cNvPr id="15" name="Shape 13"/>
          <p:cNvSpPr/>
          <p:nvPr/>
        </p:nvSpPr>
        <p:spPr>
          <a:xfrm>
            <a:off x="2470088" y="4794130"/>
            <a:ext cx="1416015" cy="622284"/>
          </a:xfrm>
          <a:prstGeom prst="rect">
            <a:avLst/>
          </a:prstGeom>
          <a:ln w="11430">
            <a:solidFill>
              <a:srgbClr val="1A1A16"/>
            </a:solidFill>
            <a:prstDash val="solid"/>
          </a:ln>
        </p:spPr>
      </p:sp>
      <p:sp>
        <p:nvSpPr>
          <p:cNvPr id="16" name="Text 14"/>
          <p:cNvSpPr txBox="1"/>
          <p:nvPr/>
        </p:nvSpPr>
        <p:spPr>
          <a:xfrm>
            <a:off x="2597085" y="5010025"/>
            <a:ext cx="1162021"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MCP</a:t>
            </a:r>
            <a:endParaRPr lang="en-US" sz="1100" dirty="0"/>
          </a:p>
        </p:txBody>
      </p:sp>
      <p:sp>
        <p:nvSpPr>
          <p:cNvPr id="17" name="Shape 15"/>
          <p:cNvSpPr/>
          <p:nvPr/>
        </p:nvSpPr>
        <p:spPr>
          <a:xfrm>
            <a:off x="3178096" y="3975001"/>
            <a:ext cx="0" cy="819130"/>
          </a:xfrm>
          <a:prstGeom prst="line">
            <a:avLst/>
          </a:prstGeom>
          <a:noFill/>
          <a:ln w="12700">
            <a:solidFill>
              <a:srgbClr val="1A1A16"/>
            </a:solidFill>
            <a:prstDash val="solid"/>
            <a:tailEnd type="triangle"/>
          </a:ln>
        </p:spPr>
      </p:sp>
      <p:sp>
        <p:nvSpPr>
          <p:cNvPr id="18" name="Text 16"/>
          <p:cNvSpPr txBox="1"/>
          <p:nvPr/>
        </p:nvSpPr>
        <p:spPr>
          <a:xfrm>
            <a:off x="3266993" y="4216295"/>
            <a:ext cx="165095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tool call</a:t>
            </a:r>
            <a:endParaRPr lang="en-US" sz="1100" dirty="0"/>
          </a:p>
        </p:txBody>
      </p:sp>
      <p:sp>
        <p:nvSpPr>
          <p:cNvPr id="19" name="Text 17"/>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MCP IS THE SOCKET, NOT THE TOOL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Tools are what actually act</a:t>
            </a:r>
            <a:endParaRPr lang="en-US" sz="1700" dirty="0"/>
          </a:p>
        </p:txBody>
      </p:sp>
      <p:sp>
        <p:nvSpPr>
          <p:cNvPr id="3" name="Text 1"/>
          <p:cNvSpPr txBox="1"/>
          <p:nvPr/>
        </p:nvSpPr>
        <p:spPr>
          <a:xfrm>
            <a:off x="761981" y="1066773"/>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compiler, a database, a filesystem</a:t>
            </a:r>
            <a:endParaRPr lang="en-US" sz="1100" dirty="0"/>
          </a:p>
        </p:txBody>
      </p:sp>
      <p:sp>
        <p:nvSpPr>
          <p:cNvPr id="4" name="Shape 2"/>
          <p:cNvSpPr/>
          <p:nvPr/>
        </p:nvSpPr>
        <p:spPr>
          <a:xfrm>
            <a:off x="5464038" y="3975001"/>
            <a:ext cx="0" cy="819130"/>
          </a:xfrm>
          <a:prstGeom prst="line">
            <a:avLst/>
          </a:prstGeom>
          <a:noFill/>
          <a:ln w="12700">
            <a:solidFill>
              <a:srgbClr val="8A8A80"/>
            </a:solidFill>
            <a:prstDash val="solid"/>
            <a:headEnd type="triangle"/>
          </a:ln>
        </p:spPr>
      </p:sp>
      <p:sp>
        <p:nvSpPr>
          <p:cNvPr id="5" name="Text 3"/>
          <p:cNvSpPr txBox="1"/>
          <p:nvPr/>
        </p:nvSpPr>
        <p:spPr>
          <a:xfrm>
            <a:off x="5552936" y="4216295"/>
            <a:ext cx="203194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result returns</a:t>
            </a:r>
            <a:endParaRPr lang="en-US" sz="1100" dirty="0"/>
          </a:p>
        </p:txBody>
      </p:sp>
      <p:sp>
        <p:nvSpPr>
          <p:cNvPr id="6" name="Shape 4"/>
          <p:cNvSpPr/>
          <p:nvPr/>
        </p:nvSpPr>
        <p:spPr>
          <a:xfrm>
            <a:off x="2558986" y="3130472"/>
            <a:ext cx="2787580" cy="622284"/>
          </a:xfrm>
          <a:prstGeom prst="rect">
            <a:avLst/>
          </a:prstGeom>
          <a:ln w="11430">
            <a:solidFill>
              <a:srgbClr val="1A1A16"/>
            </a:solidFill>
            <a:prstDash val="solid"/>
          </a:ln>
        </p:spPr>
      </p:sp>
      <p:sp>
        <p:nvSpPr>
          <p:cNvPr id="7" name="Text 5"/>
          <p:cNvSpPr txBox="1"/>
          <p:nvPr/>
        </p:nvSpPr>
        <p:spPr>
          <a:xfrm>
            <a:off x="2685983" y="3289218"/>
            <a:ext cx="2533587"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LLM</a:t>
            </a:r>
            <a:endParaRPr lang="en-US" sz="1300" dirty="0"/>
          </a:p>
        </p:txBody>
      </p:sp>
      <p:sp>
        <p:nvSpPr>
          <p:cNvPr id="8" name="Shape 6"/>
          <p:cNvSpPr/>
          <p:nvPr/>
        </p:nvSpPr>
        <p:spPr>
          <a:xfrm>
            <a:off x="2241494" y="2920927"/>
            <a:ext cx="3428914" cy="1054074"/>
          </a:xfrm>
          <a:prstGeom prst="rect">
            <a:avLst/>
          </a:prstGeom>
          <a:ln w="16510">
            <a:solidFill>
              <a:srgbClr val="1A1A16"/>
            </a:solidFill>
            <a:prstDash val="solid"/>
          </a:ln>
        </p:spPr>
      </p:sp>
      <p:sp>
        <p:nvSpPr>
          <p:cNvPr id="9" name="Text 7"/>
          <p:cNvSpPr txBox="1"/>
          <p:nvPr/>
        </p:nvSpPr>
        <p:spPr>
          <a:xfrm>
            <a:off x="2241494" y="2666933"/>
            <a:ext cx="2793930"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AGENT · the loop</a:t>
            </a:r>
            <a:endParaRPr lang="en-US" sz="1100" dirty="0"/>
          </a:p>
        </p:txBody>
      </p:sp>
      <p:sp>
        <p:nvSpPr>
          <p:cNvPr id="10" name="Shape 8"/>
          <p:cNvSpPr/>
          <p:nvPr/>
        </p:nvSpPr>
        <p:spPr>
          <a:xfrm>
            <a:off x="501637" y="2920927"/>
            <a:ext cx="1327117" cy="1054074"/>
          </a:xfrm>
          <a:prstGeom prst="rect">
            <a:avLst/>
          </a:prstGeom>
          <a:solidFill>
            <a:srgbClr val="1A1A16"/>
          </a:solidFill>
          <a:ln w="12700">
            <a:solidFill>
              <a:srgbClr val="1A1A16"/>
            </a:solidFill>
            <a:prstDash val="solid"/>
          </a:ln>
        </p:spPr>
      </p:sp>
      <p:sp>
        <p:nvSpPr>
          <p:cNvPr id="11" name="Text 9"/>
          <p:cNvSpPr txBox="1"/>
          <p:nvPr/>
        </p:nvSpPr>
        <p:spPr>
          <a:xfrm>
            <a:off x="641334" y="3314617"/>
            <a:ext cx="1047724" cy="280663"/>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TASK</a:t>
            </a:r>
            <a:endParaRPr lang="en-US" sz="1300" dirty="0"/>
          </a:p>
        </p:txBody>
      </p:sp>
      <p:sp>
        <p:nvSpPr>
          <p:cNvPr id="12" name="Shape 10"/>
          <p:cNvSpPr/>
          <p:nvPr/>
        </p:nvSpPr>
        <p:spPr>
          <a:xfrm>
            <a:off x="1828754" y="3447964"/>
            <a:ext cx="412740" cy="0"/>
          </a:xfrm>
          <a:prstGeom prst="line">
            <a:avLst/>
          </a:prstGeom>
          <a:noFill/>
          <a:ln w="13970">
            <a:solidFill>
              <a:srgbClr val="1A1A16"/>
            </a:solidFill>
            <a:prstDash val="solid"/>
            <a:tailEnd type="triangle"/>
          </a:ln>
        </p:spPr>
      </p:sp>
      <p:sp>
        <p:nvSpPr>
          <p:cNvPr id="13" name="Shape 11"/>
          <p:cNvSpPr/>
          <p:nvPr/>
        </p:nvSpPr>
        <p:spPr>
          <a:xfrm>
            <a:off x="2241494" y="1593810"/>
            <a:ext cx="3428914" cy="622284"/>
          </a:xfrm>
          <a:prstGeom prst="rect">
            <a:avLst/>
          </a:prstGeom>
          <a:ln w="12700">
            <a:solidFill>
              <a:srgbClr val="8A8A80"/>
            </a:solidFill>
            <a:prstDash val="dash"/>
          </a:ln>
        </p:spPr>
      </p:sp>
      <p:sp>
        <p:nvSpPr>
          <p:cNvPr id="14" name="Text 12"/>
          <p:cNvSpPr txBox="1"/>
          <p:nvPr/>
        </p:nvSpPr>
        <p:spPr>
          <a:xfrm>
            <a:off x="2368491" y="1809705"/>
            <a:ext cx="317492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SKILL · a written procedure</a:t>
            </a:r>
            <a:endParaRPr lang="en-US" sz="1100" dirty="0"/>
          </a:p>
        </p:txBody>
      </p:sp>
      <p:sp>
        <p:nvSpPr>
          <p:cNvPr id="15" name="Shape 13"/>
          <p:cNvSpPr/>
          <p:nvPr/>
        </p:nvSpPr>
        <p:spPr>
          <a:xfrm>
            <a:off x="3955951" y="2216095"/>
            <a:ext cx="0" cy="704832"/>
          </a:xfrm>
          <a:prstGeom prst="line">
            <a:avLst/>
          </a:prstGeom>
          <a:noFill/>
          <a:ln w="12700">
            <a:solidFill>
              <a:srgbClr val="8A8A80"/>
            </a:solidFill>
            <a:prstDash val="dash"/>
            <a:tailEnd type="triangle"/>
          </a:ln>
        </p:spPr>
      </p:sp>
      <p:sp>
        <p:nvSpPr>
          <p:cNvPr id="16" name="Text 14"/>
          <p:cNvSpPr txBox="1"/>
          <p:nvPr/>
        </p:nvSpPr>
        <p:spPr>
          <a:xfrm>
            <a:off x="4044849" y="2438339"/>
            <a:ext cx="26669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loaded into context — advice</a:t>
            </a:r>
            <a:endParaRPr lang="en-US" sz="1100" dirty="0"/>
          </a:p>
        </p:txBody>
      </p:sp>
      <p:sp>
        <p:nvSpPr>
          <p:cNvPr id="17" name="Shape 15"/>
          <p:cNvSpPr/>
          <p:nvPr/>
        </p:nvSpPr>
        <p:spPr>
          <a:xfrm>
            <a:off x="2470088" y="4794130"/>
            <a:ext cx="1416015" cy="622284"/>
          </a:xfrm>
          <a:prstGeom prst="rect">
            <a:avLst/>
          </a:prstGeom>
          <a:ln w="11430">
            <a:solidFill>
              <a:srgbClr val="1A1A16"/>
            </a:solidFill>
            <a:prstDash val="solid"/>
          </a:ln>
        </p:spPr>
      </p:sp>
      <p:sp>
        <p:nvSpPr>
          <p:cNvPr id="18" name="Text 16"/>
          <p:cNvSpPr txBox="1"/>
          <p:nvPr/>
        </p:nvSpPr>
        <p:spPr>
          <a:xfrm>
            <a:off x="2597085" y="5010025"/>
            <a:ext cx="1162021"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MCP</a:t>
            </a:r>
            <a:endParaRPr lang="en-US" sz="1100" dirty="0"/>
          </a:p>
        </p:txBody>
      </p:sp>
      <p:sp>
        <p:nvSpPr>
          <p:cNvPr id="19" name="Shape 17"/>
          <p:cNvSpPr/>
          <p:nvPr/>
        </p:nvSpPr>
        <p:spPr>
          <a:xfrm>
            <a:off x="3178096" y="3975001"/>
            <a:ext cx="0" cy="819130"/>
          </a:xfrm>
          <a:prstGeom prst="line">
            <a:avLst/>
          </a:prstGeom>
          <a:noFill/>
          <a:ln w="12700">
            <a:solidFill>
              <a:srgbClr val="1A1A16"/>
            </a:solidFill>
            <a:prstDash val="solid"/>
            <a:tailEnd type="triangle"/>
          </a:ln>
        </p:spPr>
      </p:sp>
      <p:sp>
        <p:nvSpPr>
          <p:cNvPr id="20" name="Text 18"/>
          <p:cNvSpPr txBox="1"/>
          <p:nvPr/>
        </p:nvSpPr>
        <p:spPr>
          <a:xfrm>
            <a:off x="3266993" y="4216295"/>
            <a:ext cx="165095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tool call</a:t>
            </a:r>
            <a:endParaRPr lang="en-US" sz="1100" dirty="0"/>
          </a:p>
        </p:txBody>
      </p:sp>
      <p:sp>
        <p:nvSpPr>
          <p:cNvPr id="21" name="Shape 19"/>
          <p:cNvSpPr/>
          <p:nvPr/>
        </p:nvSpPr>
        <p:spPr>
          <a:xfrm>
            <a:off x="4343291" y="4794130"/>
            <a:ext cx="2241494" cy="622284"/>
          </a:xfrm>
          <a:prstGeom prst="rect">
            <a:avLst/>
          </a:prstGeom>
          <a:ln w="11430">
            <a:solidFill>
              <a:srgbClr val="1A1A16"/>
            </a:solidFill>
            <a:prstDash val="solid"/>
          </a:ln>
        </p:spPr>
      </p:sp>
      <p:sp>
        <p:nvSpPr>
          <p:cNvPr id="22" name="Text 20"/>
          <p:cNvSpPr txBox="1"/>
          <p:nvPr/>
        </p:nvSpPr>
        <p:spPr>
          <a:xfrm>
            <a:off x="4470288" y="5010025"/>
            <a:ext cx="1987500"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TOOLS</a:t>
            </a:r>
            <a:endParaRPr lang="en-US" sz="1100" dirty="0"/>
          </a:p>
        </p:txBody>
      </p:sp>
      <p:sp>
        <p:nvSpPr>
          <p:cNvPr id="23" name="Text 21"/>
          <p:cNvSpPr txBox="1"/>
          <p:nvPr/>
        </p:nvSpPr>
        <p:spPr>
          <a:xfrm>
            <a:off x="4343291" y="5505312"/>
            <a:ext cx="33019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compiler · a database · a filesystem</a:t>
            </a:r>
            <a:endParaRPr lang="en-US" sz="1100" dirty="0"/>
          </a:p>
        </p:txBody>
      </p:sp>
      <p:sp>
        <p:nvSpPr>
          <p:cNvPr id="24" name="Shape 22"/>
          <p:cNvSpPr/>
          <p:nvPr/>
        </p:nvSpPr>
        <p:spPr>
          <a:xfrm>
            <a:off x="3886103" y="5105272"/>
            <a:ext cx="457189" cy="0"/>
          </a:xfrm>
          <a:prstGeom prst="line">
            <a:avLst/>
          </a:prstGeom>
          <a:noFill/>
          <a:ln w="12700">
            <a:solidFill>
              <a:srgbClr val="1A1A16"/>
            </a:solidFill>
            <a:prstDash val="solid"/>
            <a:tailEnd type="triangle"/>
          </a:ln>
        </p:spPr>
      </p:sp>
      <p:sp>
        <p:nvSpPr>
          <p:cNvPr id="25" name="Text 23"/>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TOOLS ARE WHAT ACTUALLY ACT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The output meets a schema</a:t>
            </a:r>
            <a:endParaRPr lang="en-US" sz="1700" dirty="0"/>
          </a:p>
        </p:txBody>
      </p:sp>
      <p:sp>
        <p:nvSpPr>
          <p:cNvPr id="3" name="Text 1"/>
          <p:cNvSpPr txBox="1"/>
          <p:nvPr/>
        </p:nvSpPr>
        <p:spPr>
          <a:xfrm>
            <a:off x="761981" y="1066773"/>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machine-checked contract</a:t>
            </a:r>
            <a:endParaRPr lang="en-US" sz="1100" dirty="0"/>
          </a:p>
        </p:txBody>
      </p:sp>
      <p:sp>
        <p:nvSpPr>
          <p:cNvPr id="4" name="Shape 2"/>
          <p:cNvSpPr/>
          <p:nvPr/>
        </p:nvSpPr>
        <p:spPr>
          <a:xfrm>
            <a:off x="5464038" y="3975001"/>
            <a:ext cx="0" cy="819130"/>
          </a:xfrm>
          <a:prstGeom prst="line">
            <a:avLst/>
          </a:prstGeom>
          <a:noFill/>
          <a:ln w="12700">
            <a:solidFill>
              <a:srgbClr val="8A8A80"/>
            </a:solidFill>
            <a:prstDash val="solid"/>
            <a:headEnd type="triangle"/>
          </a:ln>
        </p:spPr>
      </p:sp>
      <p:sp>
        <p:nvSpPr>
          <p:cNvPr id="5" name="Text 3"/>
          <p:cNvSpPr txBox="1"/>
          <p:nvPr/>
        </p:nvSpPr>
        <p:spPr>
          <a:xfrm>
            <a:off x="5552936" y="4216295"/>
            <a:ext cx="203194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result returns</a:t>
            </a:r>
            <a:endParaRPr lang="en-US" sz="1100" dirty="0"/>
          </a:p>
        </p:txBody>
      </p:sp>
      <p:sp>
        <p:nvSpPr>
          <p:cNvPr id="6" name="Shape 4"/>
          <p:cNvSpPr/>
          <p:nvPr/>
        </p:nvSpPr>
        <p:spPr>
          <a:xfrm>
            <a:off x="2558986" y="3130472"/>
            <a:ext cx="2787580" cy="622284"/>
          </a:xfrm>
          <a:prstGeom prst="rect">
            <a:avLst/>
          </a:prstGeom>
          <a:ln w="11430">
            <a:solidFill>
              <a:srgbClr val="1A1A16"/>
            </a:solidFill>
            <a:prstDash val="solid"/>
          </a:ln>
        </p:spPr>
      </p:sp>
      <p:sp>
        <p:nvSpPr>
          <p:cNvPr id="7" name="Text 5"/>
          <p:cNvSpPr txBox="1"/>
          <p:nvPr/>
        </p:nvSpPr>
        <p:spPr>
          <a:xfrm>
            <a:off x="2685983" y="3289218"/>
            <a:ext cx="2533587"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LLM</a:t>
            </a:r>
            <a:endParaRPr lang="en-US" sz="1300" dirty="0"/>
          </a:p>
        </p:txBody>
      </p:sp>
      <p:sp>
        <p:nvSpPr>
          <p:cNvPr id="8" name="Shape 6"/>
          <p:cNvSpPr/>
          <p:nvPr/>
        </p:nvSpPr>
        <p:spPr>
          <a:xfrm>
            <a:off x="2241494" y="2920927"/>
            <a:ext cx="3428914" cy="1054074"/>
          </a:xfrm>
          <a:prstGeom prst="rect">
            <a:avLst/>
          </a:prstGeom>
          <a:ln w="16510">
            <a:solidFill>
              <a:srgbClr val="1A1A16"/>
            </a:solidFill>
            <a:prstDash val="solid"/>
          </a:ln>
        </p:spPr>
      </p:sp>
      <p:sp>
        <p:nvSpPr>
          <p:cNvPr id="9" name="Text 7"/>
          <p:cNvSpPr txBox="1"/>
          <p:nvPr/>
        </p:nvSpPr>
        <p:spPr>
          <a:xfrm>
            <a:off x="2241494" y="2666933"/>
            <a:ext cx="2793930"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AGENT · the loop</a:t>
            </a:r>
            <a:endParaRPr lang="en-US" sz="1100" dirty="0"/>
          </a:p>
        </p:txBody>
      </p:sp>
      <p:sp>
        <p:nvSpPr>
          <p:cNvPr id="10" name="Shape 8"/>
          <p:cNvSpPr/>
          <p:nvPr/>
        </p:nvSpPr>
        <p:spPr>
          <a:xfrm>
            <a:off x="501637" y="2920927"/>
            <a:ext cx="1327117" cy="1054074"/>
          </a:xfrm>
          <a:prstGeom prst="rect">
            <a:avLst/>
          </a:prstGeom>
          <a:solidFill>
            <a:srgbClr val="1A1A16"/>
          </a:solidFill>
          <a:ln w="12700">
            <a:solidFill>
              <a:srgbClr val="1A1A16"/>
            </a:solidFill>
            <a:prstDash val="solid"/>
          </a:ln>
        </p:spPr>
      </p:sp>
      <p:sp>
        <p:nvSpPr>
          <p:cNvPr id="11" name="Text 9"/>
          <p:cNvSpPr txBox="1"/>
          <p:nvPr/>
        </p:nvSpPr>
        <p:spPr>
          <a:xfrm>
            <a:off x="641334" y="3314617"/>
            <a:ext cx="1047724" cy="280663"/>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TASK</a:t>
            </a:r>
            <a:endParaRPr lang="en-US" sz="1300" dirty="0"/>
          </a:p>
        </p:txBody>
      </p:sp>
      <p:sp>
        <p:nvSpPr>
          <p:cNvPr id="12" name="Shape 10"/>
          <p:cNvSpPr/>
          <p:nvPr/>
        </p:nvSpPr>
        <p:spPr>
          <a:xfrm>
            <a:off x="1828754" y="3447964"/>
            <a:ext cx="412740" cy="0"/>
          </a:xfrm>
          <a:prstGeom prst="line">
            <a:avLst/>
          </a:prstGeom>
          <a:noFill/>
          <a:ln w="13970">
            <a:solidFill>
              <a:srgbClr val="1A1A16"/>
            </a:solidFill>
            <a:prstDash val="solid"/>
            <a:tailEnd type="triangle"/>
          </a:ln>
        </p:spPr>
      </p:sp>
      <p:sp>
        <p:nvSpPr>
          <p:cNvPr id="13" name="Shape 11"/>
          <p:cNvSpPr/>
          <p:nvPr/>
        </p:nvSpPr>
        <p:spPr>
          <a:xfrm>
            <a:off x="2241494" y="1593810"/>
            <a:ext cx="3428914" cy="622284"/>
          </a:xfrm>
          <a:prstGeom prst="rect">
            <a:avLst/>
          </a:prstGeom>
          <a:ln w="12700">
            <a:solidFill>
              <a:srgbClr val="8A8A80"/>
            </a:solidFill>
            <a:prstDash val="dash"/>
          </a:ln>
        </p:spPr>
      </p:sp>
      <p:sp>
        <p:nvSpPr>
          <p:cNvPr id="14" name="Text 12"/>
          <p:cNvSpPr txBox="1"/>
          <p:nvPr/>
        </p:nvSpPr>
        <p:spPr>
          <a:xfrm>
            <a:off x="2368491" y="1809705"/>
            <a:ext cx="317492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SKILL · a written procedure</a:t>
            </a:r>
            <a:endParaRPr lang="en-US" sz="1100" dirty="0"/>
          </a:p>
        </p:txBody>
      </p:sp>
      <p:sp>
        <p:nvSpPr>
          <p:cNvPr id="15" name="Shape 13"/>
          <p:cNvSpPr/>
          <p:nvPr/>
        </p:nvSpPr>
        <p:spPr>
          <a:xfrm>
            <a:off x="3955951" y="2216095"/>
            <a:ext cx="0" cy="704832"/>
          </a:xfrm>
          <a:prstGeom prst="line">
            <a:avLst/>
          </a:prstGeom>
          <a:noFill/>
          <a:ln w="12700">
            <a:solidFill>
              <a:srgbClr val="8A8A80"/>
            </a:solidFill>
            <a:prstDash val="dash"/>
            <a:tailEnd type="triangle"/>
          </a:ln>
        </p:spPr>
      </p:sp>
      <p:sp>
        <p:nvSpPr>
          <p:cNvPr id="16" name="Text 14"/>
          <p:cNvSpPr txBox="1"/>
          <p:nvPr/>
        </p:nvSpPr>
        <p:spPr>
          <a:xfrm>
            <a:off x="4044849" y="2438339"/>
            <a:ext cx="26669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loaded into context — advice</a:t>
            </a:r>
            <a:endParaRPr lang="en-US" sz="1100" dirty="0"/>
          </a:p>
        </p:txBody>
      </p:sp>
      <p:sp>
        <p:nvSpPr>
          <p:cNvPr id="17" name="Shape 15"/>
          <p:cNvSpPr/>
          <p:nvPr/>
        </p:nvSpPr>
        <p:spPr>
          <a:xfrm>
            <a:off x="2470088" y="4794130"/>
            <a:ext cx="1416015" cy="622284"/>
          </a:xfrm>
          <a:prstGeom prst="rect">
            <a:avLst/>
          </a:prstGeom>
          <a:ln w="11430">
            <a:solidFill>
              <a:srgbClr val="1A1A16"/>
            </a:solidFill>
            <a:prstDash val="solid"/>
          </a:ln>
        </p:spPr>
      </p:sp>
      <p:sp>
        <p:nvSpPr>
          <p:cNvPr id="18" name="Text 16"/>
          <p:cNvSpPr txBox="1"/>
          <p:nvPr/>
        </p:nvSpPr>
        <p:spPr>
          <a:xfrm>
            <a:off x="2597085" y="5010025"/>
            <a:ext cx="1162021"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MCP</a:t>
            </a:r>
            <a:endParaRPr lang="en-US" sz="1100" dirty="0"/>
          </a:p>
        </p:txBody>
      </p:sp>
      <p:sp>
        <p:nvSpPr>
          <p:cNvPr id="19" name="Shape 17"/>
          <p:cNvSpPr/>
          <p:nvPr/>
        </p:nvSpPr>
        <p:spPr>
          <a:xfrm>
            <a:off x="3178096" y="3975001"/>
            <a:ext cx="0" cy="819130"/>
          </a:xfrm>
          <a:prstGeom prst="line">
            <a:avLst/>
          </a:prstGeom>
          <a:noFill/>
          <a:ln w="12700">
            <a:solidFill>
              <a:srgbClr val="1A1A16"/>
            </a:solidFill>
            <a:prstDash val="solid"/>
            <a:tailEnd type="triangle"/>
          </a:ln>
        </p:spPr>
      </p:sp>
      <p:sp>
        <p:nvSpPr>
          <p:cNvPr id="20" name="Text 18"/>
          <p:cNvSpPr txBox="1"/>
          <p:nvPr/>
        </p:nvSpPr>
        <p:spPr>
          <a:xfrm>
            <a:off x="3266993" y="4216295"/>
            <a:ext cx="165095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tool call</a:t>
            </a:r>
            <a:endParaRPr lang="en-US" sz="1100" dirty="0"/>
          </a:p>
        </p:txBody>
      </p:sp>
      <p:sp>
        <p:nvSpPr>
          <p:cNvPr id="21" name="Shape 19"/>
          <p:cNvSpPr/>
          <p:nvPr/>
        </p:nvSpPr>
        <p:spPr>
          <a:xfrm>
            <a:off x="4343291" y="4794130"/>
            <a:ext cx="2241494" cy="622284"/>
          </a:xfrm>
          <a:prstGeom prst="rect">
            <a:avLst/>
          </a:prstGeom>
          <a:ln w="11430">
            <a:solidFill>
              <a:srgbClr val="1A1A16"/>
            </a:solidFill>
            <a:prstDash val="solid"/>
          </a:ln>
        </p:spPr>
      </p:sp>
      <p:sp>
        <p:nvSpPr>
          <p:cNvPr id="22" name="Text 20"/>
          <p:cNvSpPr txBox="1"/>
          <p:nvPr/>
        </p:nvSpPr>
        <p:spPr>
          <a:xfrm>
            <a:off x="4470288" y="5010025"/>
            <a:ext cx="1987500"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TOOLS</a:t>
            </a:r>
            <a:endParaRPr lang="en-US" sz="1100" dirty="0"/>
          </a:p>
        </p:txBody>
      </p:sp>
      <p:sp>
        <p:nvSpPr>
          <p:cNvPr id="23" name="Text 21"/>
          <p:cNvSpPr txBox="1"/>
          <p:nvPr/>
        </p:nvSpPr>
        <p:spPr>
          <a:xfrm>
            <a:off x="4343291" y="5505312"/>
            <a:ext cx="33019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compiler · a database · a filesystem</a:t>
            </a:r>
            <a:endParaRPr lang="en-US" sz="1100" dirty="0"/>
          </a:p>
        </p:txBody>
      </p:sp>
      <p:sp>
        <p:nvSpPr>
          <p:cNvPr id="24" name="Shape 22"/>
          <p:cNvSpPr/>
          <p:nvPr/>
        </p:nvSpPr>
        <p:spPr>
          <a:xfrm>
            <a:off x="3886103" y="5105272"/>
            <a:ext cx="457189" cy="0"/>
          </a:xfrm>
          <a:prstGeom prst="line">
            <a:avLst/>
          </a:prstGeom>
          <a:noFill/>
          <a:ln w="12700">
            <a:solidFill>
              <a:srgbClr val="1A1A16"/>
            </a:solidFill>
            <a:prstDash val="solid"/>
            <a:tailEnd type="triangle"/>
          </a:ln>
        </p:spPr>
      </p:sp>
      <p:sp>
        <p:nvSpPr>
          <p:cNvPr id="25" name="Shape 23"/>
          <p:cNvSpPr/>
          <p:nvPr/>
        </p:nvSpPr>
        <p:spPr>
          <a:xfrm>
            <a:off x="5670408" y="3447964"/>
            <a:ext cx="1231869" cy="0"/>
          </a:xfrm>
          <a:prstGeom prst="line">
            <a:avLst/>
          </a:prstGeom>
          <a:noFill/>
          <a:ln w="13970">
            <a:solidFill>
              <a:srgbClr val="1A1A16"/>
            </a:solidFill>
            <a:prstDash val="solid"/>
            <a:tailEnd type="triangle"/>
          </a:ln>
        </p:spPr>
      </p:sp>
      <p:sp>
        <p:nvSpPr>
          <p:cNvPr id="26" name="Text 24"/>
          <p:cNvSpPr txBox="1"/>
          <p:nvPr/>
        </p:nvSpPr>
        <p:spPr>
          <a:xfrm>
            <a:off x="5810105" y="3174921"/>
            <a:ext cx="126996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output</a:t>
            </a:r>
            <a:endParaRPr lang="en-US" sz="1100" dirty="0"/>
          </a:p>
        </p:txBody>
      </p:sp>
      <p:sp>
        <p:nvSpPr>
          <p:cNvPr id="27" name="Shape 25"/>
          <p:cNvSpPr/>
          <p:nvPr/>
        </p:nvSpPr>
        <p:spPr>
          <a:xfrm>
            <a:off x="6902277" y="2920927"/>
            <a:ext cx="2470088" cy="1054074"/>
          </a:xfrm>
          <a:prstGeom prst="rect">
            <a:avLst/>
          </a:prstGeom>
          <a:solidFill>
            <a:srgbClr val="1A1A16"/>
          </a:solidFill>
          <a:ln w="12700">
            <a:solidFill>
              <a:srgbClr val="1A1A16"/>
            </a:solidFill>
            <a:prstDash val="solid"/>
          </a:ln>
        </p:spPr>
      </p:sp>
      <p:sp>
        <p:nvSpPr>
          <p:cNvPr id="28" name="Text 26"/>
          <p:cNvSpPr txBox="1"/>
          <p:nvPr/>
        </p:nvSpPr>
        <p:spPr>
          <a:xfrm>
            <a:off x="7054674" y="3289218"/>
            <a:ext cx="2165296" cy="280663"/>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SCHEMA</a:t>
            </a:r>
            <a:endParaRPr lang="en-US" sz="1300" dirty="0"/>
          </a:p>
        </p:txBody>
      </p:sp>
      <p:sp>
        <p:nvSpPr>
          <p:cNvPr id="29" name="Text 27"/>
          <p:cNvSpPr txBox="1"/>
          <p:nvPr/>
        </p:nvSpPr>
        <p:spPr>
          <a:xfrm>
            <a:off x="6902277" y="4089298"/>
            <a:ext cx="33019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machine-checked contract</a:t>
            </a:r>
            <a:endParaRPr lang="en-US" sz="1100" dirty="0"/>
          </a:p>
        </p:txBody>
      </p:sp>
      <p:sp>
        <p:nvSpPr>
          <p:cNvPr id="30" name="Text 28"/>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THE OUTPUT MEETS A SCHEMA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And the schema can say no</a:t>
            </a:r>
            <a:endParaRPr lang="en-US" sz="1700" dirty="0"/>
          </a:p>
        </p:txBody>
      </p:sp>
      <p:sp>
        <p:nvSpPr>
          <p:cNvPr id="3" name="Text 1"/>
          <p:cNvSpPr txBox="1"/>
          <p:nvPr/>
        </p:nvSpPr>
        <p:spPr>
          <a:xfrm>
            <a:off x="761981" y="1066773"/>
            <a:ext cx="106677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only arrow on the diagram that rejects</a:t>
            </a:r>
            <a:endParaRPr lang="en-US" sz="1100" dirty="0"/>
          </a:p>
        </p:txBody>
      </p:sp>
      <p:sp>
        <p:nvSpPr>
          <p:cNvPr id="4" name="Shape 2"/>
          <p:cNvSpPr/>
          <p:nvPr/>
        </p:nvSpPr>
        <p:spPr>
          <a:xfrm>
            <a:off x="5464038" y="3975001"/>
            <a:ext cx="0" cy="819130"/>
          </a:xfrm>
          <a:prstGeom prst="line">
            <a:avLst/>
          </a:prstGeom>
          <a:noFill/>
          <a:ln w="12700">
            <a:solidFill>
              <a:srgbClr val="8A8A80"/>
            </a:solidFill>
            <a:prstDash val="solid"/>
            <a:headEnd type="triangle"/>
          </a:ln>
        </p:spPr>
      </p:sp>
      <p:sp>
        <p:nvSpPr>
          <p:cNvPr id="5" name="Text 3"/>
          <p:cNvSpPr txBox="1"/>
          <p:nvPr/>
        </p:nvSpPr>
        <p:spPr>
          <a:xfrm>
            <a:off x="5552936" y="4216295"/>
            <a:ext cx="203194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result returns</a:t>
            </a:r>
            <a:endParaRPr lang="en-US" sz="1100" dirty="0"/>
          </a:p>
        </p:txBody>
      </p:sp>
      <p:sp>
        <p:nvSpPr>
          <p:cNvPr id="6" name="Shape 4"/>
          <p:cNvSpPr/>
          <p:nvPr/>
        </p:nvSpPr>
        <p:spPr>
          <a:xfrm>
            <a:off x="2558986" y="3130472"/>
            <a:ext cx="2787580" cy="622284"/>
          </a:xfrm>
          <a:prstGeom prst="rect">
            <a:avLst/>
          </a:prstGeom>
          <a:ln w="11430">
            <a:solidFill>
              <a:srgbClr val="1A1A16"/>
            </a:solidFill>
            <a:prstDash val="solid"/>
          </a:ln>
        </p:spPr>
      </p:sp>
      <p:sp>
        <p:nvSpPr>
          <p:cNvPr id="7" name="Text 5"/>
          <p:cNvSpPr txBox="1"/>
          <p:nvPr/>
        </p:nvSpPr>
        <p:spPr>
          <a:xfrm>
            <a:off x="2685983" y="3289218"/>
            <a:ext cx="2533587"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LLM</a:t>
            </a:r>
            <a:endParaRPr lang="en-US" sz="1300" dirty="0"/>
          </a:p>
        </p:txBody>
      </p:sp>
      <p:sp>
        <p:nvSpPr>
          <p:cNvPr id="8" name="Shape 6"/>
          <p:cNvSpPr/>
          <p:nvPr/>
        </p:nvSpPr>
        <p:spPr>
          <a:xfrm>
            <a:off x="2241494" y="2920927"/>
            <a:ext cx="3428914" cy="1054074"/>
          </a:xfrm>
          <a:prstGeom prst="rect">
            <a:avLst/>
          </a:prstGeom>
          <a:ln w="16510">
            <a:solidFill>
              <a:srgbClr val="1A1A16"/>
            </a:solidFill>
            <a:prstDash val="solid"/>
          </a:ln>
        </p:spPr>
      </p:sp>
      <p:sp>
        <p:nvSpPr>
          <p:cNvPr id="9" name="Text 7"/>
          <p:cNvSpPr txBox="1"/>
          <p:nvPr/>
        </p:nvSpPr>
        <p:spPr>
          <a:xfrm>
            <a:off x="2241494" y="2666933"/>
            <a:ext cx="2793930"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AGENT · the loop</a:t>
            </a:r>
            <a:endParaRPr lang="en-US" sz="1100" dirty="0"/>
          </a:p>
        </p:txBody>
      </p:sp>
      <p:sp>
        <p:nvSpPr>
          <p:cNvPr id="10" name="Shape 8"/>
          <p:cNvSpPr/>
          <p:nvPr/>
        </p:nvSpPr>
        <p:spPr>
          <a:xfrm>
            <a:off x="501637" y="2920927"/>
            <a:ext cx="1327117" cy="1054074"/>
          </a:xfrm>
          <a:prstGeom prst="rect">
            <a:avLst/>
          </a:prstGeom>
          <a:solidFill>
            <a:srgbClr val="1A1A16"/>
          </a:solidFill>
          <a:ln w="12700">
            <a:solidFill>
              <a:srgbClr val="1A1A16"/>
            </a:solidFill>
            <a:prstDash val="solid"/>
          </a:ln>
        </p:spPr>
      </p:sp>
      <p:sp>
        <p:nvSpPr>
          <p:cNvPr id="11" name="Text 9"/>
          <p:cNvSpPr txBox="1"/>
          <p:nvPr/>
        </p:nvSpPr>
        <p:spPr>
          <a:xfrm>
            <a:off x="641334" y="3314617"/>
            <a:ext cx="1047724" cy="280663"/>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TASK</a:t>
            </a:r>
            <a:endParaRPr lang="en-US" sz="1300" dirty="0"/>
          </a:p>
        </p:txBody>
      </p:sp>
      <p:sp>
        <p:nvSpPr>
          <p:cNvPr id="12" name="Shape 10"/>
          <p:cNvSpPr/>
          <p:nvPr/>
        </p:nvSpPr>
        <p:spPr>
          <a:xfrm>
            <a:off x="1828754" y="3447964"/>
            <a:ext cx="412740" cy="0"/>
          </a:xfrm>
          <a:prstGeom prst="line">
            <a:avLst/>
          </a:prstGeom>
          <a:noFill/>
          <a:ln w="13970">
            <a:solidFill>
              <a:srgbClr val="1A1A16"/>
            </a:solidFill>
            <a:prstDash val="solid"/>
            <a:tailEnd type="triangle"/>
          </a:ln>
        </p:spPr>
      </p:sp>
      <p:sp>
        <p:nvSpPr>
          <p:cNvPr id="13" name="Shape 11"/>
          <p:cNvSpPr/>
          <p:nvPr/>
        </p:nvSpPr>
        <p:spPr>
          <a:xfrm>
            <a:off x="2241494" y="1593810"/>
            <a:ext cx="3428914" cy="622284"/>
          </a:xfrm>
          <a:prstGeom prst="rect">
            <a:avLst/>
          </a:prstGeom>
          <a:ln w="12700">
            <a:solidFill>
              <a:srgbClr val="8A8A80"/>
            </a:solidFill>
            <a:prstDash val="dash"/>
          </a:ln>
        </p:spPr>
      </p:sp>
      <p:sp>
        <p:nvSpPr>
          <p:cNvPr id="14" name="Text 12"/>
          <p:cNvSpPr txBox="1"/>
          <p:nvPr/>
        </p:nvSpPr>
        <p:spPr>
          <a:xfrm>
            <a:off x="2368491" y="1809705"/>
            <a:ext cx="317492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SKILL · a written procedure</a:t>
            </a:r>
            <a:endParaRPr lang="en-US" sz="1100" dirty="0"/>
          </a:p>
        </p:txBody>
      </p:sp>
      <p:sp>
        <p:nvSpPr>
          <p:cNvPr id="15" name="Shape 13"/>
          <p:cNvSpPr/>
          <p:nvPr/>
        </p:nvSpPr>
        <p:spPr>
          <a:xfrm>
            <a:off x="3955951" y="2216095"/>
            <a:ext cx="0" cy="704832"/>
          </a:xfrm>
          <a:prstGeom prst="line">
            <a:avLst/>
          </a:prstGeom>
          <a:noFill/>
          <a:ln w="12700">
            <a:solidFill>
              <a:srgbClr val="8A8A80"/>
            </a:solidFill>
            <a:prstDash val="dash"/>
            <a:tailEnd type="triangle"/>
          </a:ln>
        </p:spPr>
      </p:sp>
      <p:sp>
        <p:nvSpPr>
          <p:cNvPr id="16" name="Text 14"/>
          <p:cNvSpPr txBox="1"/>
          <p:nvPr/>
        </p:nvSpPr>
        <p:spPr>
          <a:xfrm>
            <a:off x="4044849" y="2438339"/>
            <a:ext cx="266693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loaded into context — advice</a:t>
            </a:r>
            <a:endParaRPr lang="en-US" sz="1100" dirty="0"/>
          </a:p>
        </p:txBody>
      </p:sp>
      <p:sp>
        <p:nvSpPr>
          <p:cNvPr id="17" name="Shape 15"/>
          <p:cNvSpPr/>
          <p:nvPr/>
        </p:nvSpPr>
        <p:spPr>
          <a:xfrm>
            <a:off x="2470088" y="4794130"/>
            <a:ext cx="1416015" cy="622284"/>
          </a:xfrm>
          <a:prstGeom prst="rect">
            <a:avLst/>
          </a:prstGeom>
          <a:ln w="11430">
            <a:solidFill>
              <a:srgbClr val="1A1A16"/>
            </a:solidFill>
            <a:prstDash val="solid"/>
          </a:ln>
        </p:spPr>
      </p:sp>
      <p:sp>
        <p:nvSpPr>
          <p:cNvPr id="18" name="Text 16"/>
          <p:cNvSpPr txBox="1"/>
          <p:nvPr/>
        </p:nvSpPr>
        <p:spPr>
          <a:xfrm>
            <a:off x="2597085" y="5010025"/>
            <a:ext cx="1162021"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MCP</a:t>
            </a:r>
            <a:endParaRPr lang="en-US" sz="1100" dirty="0"/>
          </a:p>
        </p:txBody>
      </p:sp>
      <p:sp>
        <p:nvSpPr>
          <p:cNvPr id="19" name="Shape 17"/>
          <p:cNvSpPr/>
          <p:nvPr/>
        </p:nvSpPr>
        <p:spPr>
          <a:xfrm>
            <a:off x="3178096" y="3975001"/>
            <a:ext cx="0" cy="819130"/>
          </a:xfrm>
          <a:prstGeom prst="line">
            <a:avLst/>
          </a:prstGeom>
          <a:noFill/>
          <a:ln w="12700">
            <a:solidFill>
              <a:srgbClr val="1A1A16"/>
            </a:solidFill>
            <a:prstDash val="solid"/>
            <a:tailEnd type="triangle"/>
          </a:ln>
        </p:spPr>
      </p:sp>
      <p:sp>
        <p:nvSpPr>
          <p:cNvPr id="20" name="Text 18"/>
          <p:cNvSpPr txBox="1"/>
          <p:nvPr/>
        </p:nvSpPr>
        <p:spPr>
          <a:xfrm>
            <a:off x="3266993" y="4216295"/>
            <a:ext cx="165095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tool call</a:t>
            </a:r>
            <a:endParaRPr lang="en-US" sz="1100" dirty="0"/>
          </a:p>
        </p:txBody>
      </p:sp>
      <p:sp>
        <p:nvSpPr>
          <p:cNvPr id="21" name="Shape 19"/>
          <p:cNvSpPr/>
          <p:nvPr/>
        </p:nvSpPr>
        <p:spPr>
          <a:xfrm>
            <a:off x="4343291" y="4794130"/>
            <a:ext cx="2241494" cy="622284"/>
          </a:xfrm>
          <a:prstGeom prst="rect">
            <a:avLst/>
          </a:prstGeom>
          <a:ln w="11430">
            <a:solidFill>
              <a:srgbClr val="1A1A16"/>
            </a:solidFill>
            <a:prstDash val="solid"/>
          </a:ln>
        </p:spPr>
      </p:sp>
      <p:sp>
        <p:nvSpPr>
          <p:cNvPr id="22" name="Text 20"/>
          <p:cNvSpPr txBox="1"/>
          <p:nvPr/>
        </p:nvSpPr>
        <p:spPr>
          <a:xfrm>
            <a:off x="4470288" y="5010025"/>
            <a:ext cx="1987500"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TOOLS</a:t>
            </a:r>
            <a:endParaRPr lang="en-US" sz="1100" dirty="0"/>
          </a:p>
        </p:txBody>
      </p:sp>
      <p:sp>
        <p:nvSpPr>
          <p:cNvPr id="23" name="Text 21"/>
          <p:cNvSpPr txBox="1"/>
          <p:nvPr/>
        </p:nvSpPr>
        <p:spPr>
          <a:xfrm>
            <a:off x="4343291" y="5505312"/>
            <a:ext cx="33019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compiler · a database · a filesystem</a:t>
            </a:r>
            <a:endParaRPr lang="en-US" sz="1100" dirty="0"/>
          </a:p>
        </p:txBody>
      </p:sp>
      <p:sp>
        <p:nvSpPr>
          <p:cNvPr id="24" name="Shape 22"/>
          <p:cNvSpPr/>
          <p:nvPr/>
        </p:nvSpPr>
        <p:spPr>
          <a:xfrm>
            <a:off x="3886103" y="5105272"/>
            <a:ext cx="457189" cy="0"/>
          </a:xfrm>
          <a:prstGeom prst="line">
            <a:avLst/>
          </a:prstGeom>
          <a:noFill/>
          <a:ln w="12700">
            <a:solidFill>
              <a:srgbClr val="1A1A16"/>
            </a:solidFill>
            <a:prstDash val="solid"/>
            <a:tailEnd type="triangle"/>
          </a:ln>
        </p:spPr>
      </p:sp>
      <p:sp>
        <p:nvSpPr>
          <p:cNvPr id="25" name="Shape 23"/>
          <p:cNvSpPr/>
          <p:nvPr/>
        </p:nvSpPr>
        <p:spPr>
          <a:xfrm>
            <a:off x="5670408" y="3447964"/>
            <a:ext cx="1231869" cy="0"/>
          </a:xfrm>
          <a:prstGeom prst="line">
            <a:avLst/>
          </a:prstGeom>
          <a:noFill/>
          <a:ln w="13970">
            <a:solidFill>
              <a:srgbClr val="1A1A16"/>
            </a:solidFill>
            <a:prstDash val="solid"/>
            <a:tailEnd type="triangle"/>
          </a:ln>
        </p:spPr>
      </p:sp>
      <p:sp>
        <p:nvSpPr>
          <p:cNvPr id="26" name="Text 24"/>
          <p:cNvSpPr txBox="1"/>
          <p:nvPr/>
        </p:nvSpPr>
        <p:spPr>
          <a:xfrm>
            <a:off x="5810105" y="3174921"/>
            <a:ext cx="126996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output</a:t>
            </a:r>
            <a:endParaRPr lang="en-US" sz="1100" dirty="0"/>
          </a:p>
        </p:txBody>
      </p:sp>
      <p:sp>
        <p:nvSpPr>
          <p:cNvPr id="27" name="Shape 25"/>
          <p:cNvSpPr/>
          <p:nvPr/>
        </p:nvSpPr>
        <p:spPr>
          <a:xfrm>
            <a:off x="6902277" y="2920927"/>
            <a:ext cx="2470088" cy="1054074"/>
          </a:xfrm>
          <a:prstGeom prst="rect">
            <a:avLst/>
          </a:prstGeom>
          <a:solidFill>
            <a:srgbClr val="1A1A16"/>
          </a:solidFill>
          <a:ln w="12700">
            <a:solidFill>
              <a:srgbClr val="1A1A16"/>
            </a:solidFill>
            <a:prstDash val="solid"/>
          </a:ln>
        </p:spPr>
      </p:sp>
      <p:sp>
        <p:nvSpPr>
          <p:cNvPr id="28" name="Text 26"/>
          <p:cNvSpPr txBox="1"/>
          <p:nvPr/>
        </p:nvSpPr>
        <p:spPr>
          <a:xfrm>
            <a:off x="7054674" y="3289218"/>
            <a:ext cx="2165296" cy="280663"/>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SCHEMA</a:t>
            </a:r>
            <a:endParaRPr lang="en-US" sz="1300" dirty="0"/>
          </a:p>
        </p:txBody>
      </p:sp>
      <p:sp>
        <p:nvSpPr>
          <p:cNvPr id="29" name="Text 27"/>
          <p:cNvSpPr txBox="1"/>
          <p:nvPr/>
        </p:nvSpPr>
        <p:spPr>
          <a:xfrm>
            <a:off x="6902277" y="4089298"/>
            <a:ext cx="33019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 machine-checked contract</a:t>
            </a:r>
            <a:endParaRPr lang="en-US" sz="1100" dirty="0"/>
          </a:p>
        </p:txBody>
      </p:sp>
      <p:sp>
        <p:nvSpPr>
          <p:cNvPr id="30" name="Shape 28"/>
          <p:cNvSpPr/>
          <p:nvPr/>
        </p:nvSpPr>
        <p:spPr>
          <a:xfrm>
            <a:off x="9874003" y="3016175"/>
            <a:ext cx="-501637" cy="431789"/>
          </a:xfrm>
          <a:prstGeom prst="line">
            <a:avLst/>
          </a:prstGeom>
          <a:noFill/>
          <a:ln w="12700">
            <a:solidFill>
              <a:srgbClr val="1A1A16"/>
            </a:solidFill>
            <a:prstDash val="solid"/>
            <a:headEnd type="triangle"/>
          </a:ln>
        </p:spPr>
      </p:sp>
      <p:sp>
        <p:nvSpPr>
          <p:cNvPr id="31" name="Shape 29"/>
          <p:cNvSpPr/>
          <p:nvPr/>
        </p:nvSpPr>
        <p:spPr>
          <a:xfrm>
            <a:off x="9372366" y="3447964"/>
            <a:ext cx="501637" cy="285743"/>
          </a:xfrm>
          <a:prstGeom prst="line">
            <a:avLst/>
          </a:prstGeom>
          <a:noFill/>
          <a:ln w="16510">
            <a:solidFill>
              <a:srgbClr val="1A1A16"/>
            </a:solidFill>
            <a:prstDash val="solid"/>
            <a:tailEnd type="triangle"/>
          </a:ln>
        </p:spPr>
      </p:sp>
      <p:sp>
        <p:nvSpPr>
          <p:cNvPr id="32" name="Shape 30"/>
          <p:cNvSpPr/>
          <p:nvPr/>
        </p:nvSpPr>
        <p:spPr>
          <a:xfrm>
            <a:off x="9874003" y="2781230"/>
            <a:ext cx="1784305" cy="476238"/>
          </a:xfrm>
          <a:prstGeom prst="rect">
            <a:avLst/>
          </a:prstGeom>
          <a:ln w="11430">
            <a:solidFill>
              <a:srgbClr val="1A1A16"/>
            </a:solidFill>
            <a:prstDash val="solid"/>
          </a:ln>
        </p:spPr>
      </p:sp>
      <p:sp>
        <p:nvSpPr>
          <p:cNvPr id="33" name="Text 31"/>
          <p:cNvSpPr txBox="1"/>
          <p:nvPr/>
        </p:nvSpPr>
        <p:spPr>
          <a:xfrm>
            <a:off x="9988300" y="2933627"/>
            <a:ext cx="1555711"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conforms → recorded</a:t>
            </a:r>
            <a:endParaRPr lang="en-US" sz="1100" dirty="0"/>
          </a:p>
        </p:txBody>
      </p:sp>
      <p:sp>
        <p:nvSpPr>
          <p:cNvPr id="34" name="Shape 32"/>
          <p:cNvSpPr/>
          <p:nvPr/>
        </p:nvSpPr>
        <p:spPr>
          <a:xfrm>
            <a:off x="9874003" y="3498763"/>
            <a:ext cx="1784305" cy="476238"/>
          </a:xfrm>
          <a:prstGeom prst="rect">
            <a:avLst/>
          </a:prstGeom>
          <a:ln w="22859">
            <a:solidFill>
              <a:srgbClr val="1A1A16"/>
            </a:solidFill>
            <a:prstDash val="solid"/>
          </a:ln>
        </p:spPr>
      </p:sp>
      <p:sp>
        <p:nvSpPr>
          <p:cNvPr id="35" name="Text 33"/>
          <p:cNvSpPr txBox="1"/>
          <p:nvPr/>
        </p:nvSpPr>
        <p:spPr>
          <a:xfrm>
            <a:off x="9988300" y="3651159"/>
            <a:ext cx="1555711" cy="237484"/>
          </a:xfrm>
          <a:prstGeom prst="rect">
            <a:avLst/>
          </a:prstGeom>
          <a:noFill/>
          <a:ln/>
        </p:spPr>
        <p:txBody>
          <a:bodyPr wrap="square" lIns="0" tIns="0" rIns="0" bIns="0" rtlCol="0" anchor="t"/>
          <a:lstStyle/>
          <a:p>
            <a:pPr algn="l" indent="0" marL="0">
              <a:buNone/>
            </a:pPr>
            <a:r>
              <a:rPr lang="en-US" sz="1100" b="1" dirty="0">
                <a:solidFill>
                  <a:srgbClr val="1A1A16"/>
                </a:solidFill>
                <a:latin typeface="Calibri" pitchFamily="34" charset="0"/>
                <a:ea typeface="Calibri" pitchFamily="34" charset="-122"/>
                <a:cs typeface="Calibri" pitchFamily="34" charset="-120"/>
              </a:rPr>
              <a:t>does not → REFUSED</a:t>
            </a:r>
            <a:endParaRPr lang="en-US" sz="1100" dirty="0"/>
          </a:p>
        </p:txBody>
      </p:sp>
      <p:sp>
        <p:nvSpPr>
          <p:cNvPr id="36" name="Text 34"/>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AND THE SCHEMA CAN SAY NO</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“Please help me …”</a:t>
            </a:r>
            <a:endParaRPr lang="en-US" sz="1700" dirty="0"/>
          </a:p>
        </p:txBody>
      </p:sp>
      <p:sp>
        <p:nvSpPr>
          <p:cNvPr id="3" name="Shape 1"/>
          <p:cNvSpPr/>
          <p:nvPr/>
        </p:nvSpPr>
        <p:spPr>
          <a:xfrm>
            <a:off x="952476" y="1904952"/>
            <a:ext cx="4825879" cy="1650959"/>
          </a:xfrm>
          <a:prstGeom prst="rect">
            <a:avLst/>
          </a:prstGeom>
          <a:ln w="12700">
            <a:solidFill>
              <a:srgbClr val="1A1A16"/>
            </a:solidFill>
            <a:prstDash val="solid"/>
          </a:ln>
        </p:spPr>
      </p:sp>
      <p:sp>
        <p:nvSpPr>
          <p:cNvPr id="4" name="Text 2"/>
          <p:cNvSpPr txBox="1"/>
          <p:nvPr/>
        </p:nvSpPr>
        <p:spPr>
          <a:xfrm>
            <a:off x="1181070" y="2133547"/>
            <a:ext cx="4444889"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learn backwards</a:t>
            </a:r>
            <a:endParaRPr lang="en-US" sz="1300" dirty="0"/>
          </a:p>
        </p:txBody>
      </p:sp>
      <p:sp>
        <p:nvSpPr>
          <p:cNvPr id="5" name="Text 3"/>
          <p:cNvSpPr txBox="1"/>
          <p:nvPr/>
        </p:nvSpPr>
        <p:spPr>
          <a:xfrm>
            <a:off x="1181070" y="2565336"/>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here is a result I do not understand.</a:t>
            </a:r>
            <a:endParaRPr lang="en-US" sz="1100" dirty="0"/>
          </a:p>
        </p:txBody>
      </p:sp>
      <p:sp>
        <p:nvSpPr>
          <p:cNvPr id="6" name="Text 4"/>
          <p:cNvSpPr txBox="1"/>
          <p:nvPr/>
        </p:nvSpPr>
        <p:spPr>
          <a:xfrm>
            <a:off x="1181070" y="2781230"/>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take me back to what it rests on.</a:t>
            </a:r>
            <a:endParaRPr lang="en-US" sz="1100" dirty="0"/>
          </a:p>
        </p:txBody>
      </p:sp>
      <p:sp>
        <p:nvSpPr>
          <p:cNvPr id="7" name="Shape 5"/>
          <p:cNvSpPr/>
          <p:nvPr/>
        </p:nvSpPr>
        <p:spPr>
          <a:xfrm>
            <a:off x="1460463" y="3238419"/>
            <a:ext cx="3809905" cy="0"/>
          </a:xfrm>
          <a:prstGeom prst="line">
            <a:avLst/>
          </a:prstGeom>
          <a:noFill/>
          <a:ln w="15240">
            <a:solidFill>
              <a:srgbClr val="1A1A16"/>
            </a:solidFill>
            <a:prstDash val="solid"/>
            <a:headEnd type="triangle"/>
          </a:ln>
        </p:spPr>
      </p:sp>
      <p:sp>
        <p:nvSpPr>
          <p:cNvPr id="8" name="Text 6"/>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LEARN BACKWARDS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“Please help me …”</a:t>
            </a:r>
            <a:endParaRPr lang="en-US" sz="1700" dirty="0"/>
          </a:p>
        </p:txBody>
      </p:sp>
      <p:sp>
        <p:nvSpPr>
          <p:cNvPr id="3" name="Shape 1"/>
          <p:cNvSpPr/>
          <p:nvPr/>
        </p:nvSpPr>
        <p:spPr>
          <a:xfrm>
            <a:off x="952476" y="1904952"/>
            <a:ext cx="4825879" cy="1650959"/>
          </a:xfrm>
          <a:prstGeom prst="rect">
            <a:avLst/>
          </a:prstGeom>
          <a:ln w="12700">
            <a:solidFill>
              <a:srgbClr val="1A1A16"/>
            </a:solidFill>
            <a:prstDash val="solid"/>
          </a:ln>
        </p:spPr>
      </p:sp>
      <p:sp>
        <p:nvSpPr>
          <p:cNvPr id="4" name="Text 2"/>
          <p:cNvSpPr txBox="1"/>
          <p:nvPr/>
        </p:nvSpPr>
        <p:spPr>
          <a:xfrm>
            <a:off x="1181070" y="2133547"/>
            <a:ext cx="4444889"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learn backwards</a:t>
            </a:r>
            <a:endParaRPr lang="en-US" sz="1300" dirty="0"/>
          </a:p>
        </p:txBody>
      </p:sp>
      <p:sp>
        <p:nvSpPr>
          <p:cNvPr id="5" name="Text 3"/>
          <p:cNvSpPr txBox="1"/>
          <p:nvPr/>
        </p:nvSpPr>
        <p:spPr>
          <a:xfrm>
            <a:off x="1181070" y="2565336"/>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here is a result I do not understand.</a:t>
            </a:r>
            <a:endParaRPr lang="en-US" sz="1100" dirty="0"/>
          </a:p>
        </p:txBody>
      </p:sp>
      <p:sp>
        <p:nvSpPr>
          <p:cNvPr id="6" name="Text 4"/>
          <p:cNvSpPr txBox="1"/>
          <p:nvPr/>
        </p:nvSpPr>
        <p:spPr>
          <a:xfrm>
            <a:off x="1181070" y="2781230"/>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take me back to what it rests on.</a:t>
            </a:r>
            <a:endParaRPr lang="en-US" sz="1100" dirty="0"/>
          </a:p>
        </p:txBody>
      </p:sp>
      <p:sp>
        <p:nvSpPr>
          <p:cNvPr id="7" name="Shape 5"/>
          <p:cNvSpPr/>
          <p:nvPr/>
        </p:nvSpPr>
        <p:spPr>
          <a:xfrm>
            <a:off x="1460463" y="3238419"/>
            <a:ext cx="3809905" cy="0"/>
          </a:xfrm>
          <a:prstGeom prst="line">
            <a:avLst/>
          </a:prstGeom>
          <a:noFill/>
          <a:ln w="15240">
            <a:solidFill>
              <a:srgbClr val="1A1A16"/>
            </a:solidFill>
            <a:prstDash val="solid"/>
            <a:headEnd type="triangle"/>
          </a:ln>
        </p:spPr>
      </p:sp>
      <p:sp>
        <p:nvSpPr>
          <p:cNvPr id="8" name="Shape 6"/>
          <p:cNvSpPr/>
          <p:nvPr/>
        </p:nvSpPr>
        <p:spPr>
          <a:xfrm>
            <a:off x="6413340" y="1904952"/>
            <a:ext cx="4825879" cy="1650959"/>
          </a:xfrm>
          <a:prstGeom prst="rect">
            <a:avLst/>
          </a:prstGeom>
          <a:ln w="12700">
            <a:solidFill>
              <a:srgbClr val="1A1A16"/>
            </a:solidFill>
            <a:prstDash val="solid"/>
          </a:ln>
        </p:spPr>
      </p:sp>
      <p:sp>
        <p:nvSpPr>
          <p:cNvPr id="9" name="Text 7"/>
          <p:cNvSpPr txBox="1"/>
          <p:nvPr/>
        </p:nvSpPr>
        <p:spPr>
          <a:xfrm>
            <a:off x="6641934" y="2133547"/>
            <a:ext cx="4444889"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reason forwards</a:t>
            </a:r>
            <a:endParaRPr lang="en-US" sz="1300" dirty="0"/>
          </a:p>
        </p:txBody>
      </p:sp>
      <p:sp>
        <p:nvSpPr>
          <p:cNvPr id="10" name="Text 8"/>
          <p:cNvSpPr txBox="1"/>
          <p:nvPr/>
        </p:nvSpPr>
        <p:spPr>
          <a:xfrm>
            <a:off x="6641934" y="2565336"/>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here is where I want to get to.</a:t>
            </a:r>
            <a:endParaRPr lang="en-US" sz="1100" dirty="0"/>
          </a:p>
        </p:txBody>
      </p:sp>
      <p:sp>
        <p:nvSpPr>
          <p:cNvPr id="11" name="Text 9"/>
          <p:cNvSpPr txBox="1"/>
          <p:nvPr/>
        </p:nvSpPr>
        <p:spPr>
          <a:xfrm>
            <a:off x="6641934" y="2781230"/>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work out what has to hold first.</a:t>
            </a:r>
            <a:endParaRPr lang="en-US" sz="1100" dirty="0"/>
          </a:p>
        </p:txBody>
      </p:sp>
      <p:sp>
        <p:nvSpPr>
          <p:cNvPr id="12" name="Shape 10"/>
          <p:cNvSpPr/>
          <p:nvPr/>
        </p:nvSpPr>
        <p:spPr>
          <a:xfrm>
            <a:off x="6921327" y="3238419"/>
            <a:ext cx="3809905" cy="0"/>
          </a:xfrm>
          <a:prstGeom prst="line">
            <a:avLst/>
          </a:prstGeom>
          <a:noFill/>
          <a:ln w="15240">
            <a:solidFill>
              <a:srgbClr val="1A1A16"/>
            </a:solidFill>
            <a:prstDash val="solid"/>
            <a:tailEnd type="triangle"/>
          </a:ln>
        </p:spPr>
      </p:sp>
      <p:sp>
        <p:nvSpPr>
          <p:cNvPr id="13" name="Text 11"/>
          <p:cNvSpPr txBox="1"/>
          <p:nvPr/>
        </p:nvSpPr>
        <p:spPr>
          <a:xfrm>
            <a:off x="952476" y="4063898"/>
            <a:ext cx="1028674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 and, more often than either, both at once</a:t>
            </a:r>
            <a:endParaRPr lang="en-US" sz="1300" dirty="0"/>
          </a:p>
        </p:txBody>
      </p:sp>
      <p:sp>
        <p:nvSpPr>
          <p:cNvPr id="14" name="Text 12"/>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REASON FORWARDS · AND USUALLY BOTH</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What we actually care about — and what can we trust?</a:t>
            </a:r>
            <a:endParaRPr lang="en-US" sz="1700" dirty="0"/>
          </a:p>
        </p:txBody>
      </p:sp>
      <p:sp>
        <p:nvSpPr>
          <p:cNvPr id="3" name="Shape 1"/>
          <p:cNvSpPr/>
          <p:nvPr/>
        </p:nvSpPr>
        <p:spPr>
          <a:xfrm>
            <a:off x="952476" y="1904952"/>
            <a:ext cx="4825879" cy="1206470"/>
          </a:xfrm>
          <a:prstGeom prst="rect">
            <a:avLst/>
          </a:prstGeom>
          <a:ln w="12700">
            <a:solidFill>
              <a:srgbClr val="1A1A16"/>
            </a:solidFill>
            <a:prstDash val="solid"/>
          </a:ln>
        </p:spPr>
      </p:sp>
      <p:sp>
        <p:nvSpPr>
          <p:cNvPr id="4" name="Text 2"/>
          <p:cNvSpPr txBox="1"/>
          <p:nvPr/>
        </p:nvSpPr>
        <p:spPr>
          <a:xfrm>
            <a:off x="1117572" y="2120847"/>
            <a:ext cx="4495688"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The story</a:t>
            </a:r>
            <a:endParaRPr lang="en-US" sz="1300" dirty="0"/>
          </a:p>
        </p:txBody>
      </p:sp>
      <p:sp>
        <p:nvSpPr>
          <p:cNvPr id="5" name="Text 3"/>
          <p:cNvSpPr txBox="1"/>
          <p:nvPr/>
        </p:nvSpPr>
        <p:spPr>
          <a:xfrm>
            <a:off x="1117572" y="2514537"/>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What did the paper actually state?</a:t>
            </a:r>
            <a:endParaRPr lang="en-US" sz="1100" dirty="0"/>
          </a:p>
        </p:txBody>
      </p:sp>
      <p:sp>
        <p:nvSpPr>
          <p:cNvPr id="6" name="Shape 4"/>
          <p:cNvSpPr/>
          <p:nvPr/>
        </p:nvSpPr>
        <p:spPr>
          <a:xfrm>
            <a:off x="6222844" y="1904952"/>
            <a:ext cx="4825879" cy="1206470"/>
          </a:xfrm>
          <a:prstGeom prst="rect">
            <a:avLst/>
          </a:prstGeom>
          <a:ln w="12700">
            <a:solidFill>
              <a:srgbClr val="1A1A16"/>
            </a:solidFill>
            <a:prstDash val="solid"/>
          </a:ln>
        </p:spPr>
      </p:sp>
      <p:sp>
        <p:nvSpPr>
          <p:cNvPr id="7" name="Text 5"/>
          <p:cNvSpPr txBox="1"/>
          <p:nvPr/>
        </p:nvSpPr>
        <p:spPr>
          <a:xfrm>
            <a:off x="6387940" y="2120847"/>
            <a:ext cx="4495688"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Mathematical correctness</a:t>
            </a:r>
            <a:endParaRPr lang="en-US" sz="1300" dirty="0"/>
          </a:p>
        </p:txBody>
      </p:sp>
      <p:sp>
        <p:nvSpPr>
          <p:cNvPr id="8" name="Text 6"/>
          <p:cNvSpPr txBox="1"/>
          <p:nvPr/>
        </p:nvSpPr>
        <p:spPr>
          <a:xfrm>
            <a:off x="6387940" y="2514537"/>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Does the conclusion follow from the stated assumptions?</a:t>
            </a:r>
            <a:endParaRPr lang="en-US" sz="1100" dirty="0"/>
          </a:p>
        </p:txBody>
      </p:sp>
      <p:sp>
        <p:nvSpPr>
          <p:cNvPr id="9" name="Shape 7"/>
          <p:cNvSpPr/>
          <p:nvPr/>
        </p:nvSpPr>
        <p:spPr>
          <a:xfrm>
            <a:off x="952476" y="3492413"/>
            <a:ext cx="4825879" cy="1206470"/>
          </a:xfrm>
          <a:prstGeom prst="rect">
            <a:avLst/>
          </a:prstGeom>
          <a:ln w="12700">
            <a:solidFill>
              <a:srgbClr val="1A1A16"/>
            </a:solidFill>
            <a:prstDash val="solid"/>
          </a:ln>
        </p:spPr>
      </p:sp>
      <p:sp>
        <p:nvSpPr>
          <p:cNvPr id="10" name="Text 8"/>
          <p:cNvSpPr txBox="1"/>
          <p:nvPr/>
        </p:nvSpPr>
        <p:spPr>
          <a:xfrm>
            <a:off x="1117572" y="3708307"/>
            <a:ext cx="4495688"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Computational reproducibility</a:t>
            </a:r>
            <a:endParaRPr lang="en-US" sz="1300" dirty="0"/>
          </a:p>
        </p:txBody>
      </p:sp>
      <p:sp>
        <p:nvSpPr>
          <p:cNvPr id="11" name="Text 9"/>
          <p:cNvSpPr txBox="1"/>
          <p:nvPr/>
        </p:nvSpPr>
        <p:spPr>
          <a:xfrm>
            <a:off x="1117572" y="4101997"/>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Can the numerical result be reproduced?</a:t>
            </a:r>
            <a:endParaRPr lang="en-US" sz="1100" dirty="0"/>
          </a:p>
        </p:txBody>
      </p:sp>
      <p:sp>
        <p:nvSpPr>
          <p:cNvPr id="12" name="Shape 10"/>
          <p:cNvSpPr/>
          <p:nvPr/>
        </p:nvSpPr>
        <p:spPr>
          <a:xfrm>
            <a:off x="6222844" y="3492413"/>
            <a:ext cx="4825879" cy="1206470"/>
          </a:xfrm>
          <a:prstGeom prst="rect">
            <a:avLst/>
          </a:prstGeom>
          <a:ln w="12700">
            <a:solidFill>
              <a:srgbClr val="1A1A16"/>
            </a:solidFill>
            <a:prstDash val="solid"/>
          </a:ln>
        </p:spPr>
      </p:sp>
      <p:sp>
        <p:nvSpPr>
          <p:cNvPr id="13" name="Text 11"/>
          <p:cNvSpPr txBox="1"/>
          <p:nvPr/>
        </p:nvSpPr>
        <p:spPr>
          <a:xfrm>
            <a:off x="6387940" y="3708307"/>
            <a:ext cx="4495688"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Physical-semantic alignment</a:t>
            </a:r>
            <a:endParaRPr lang="en-US" sz="1300" dirty="0"/>
          </a:p>
        </p:txBody>
      </p:sp>
      <p:sp>
        <p:nvSpPr>
          <p:cNvPr id="14" name="Text 12"/>
          <p:cNvSpPr txBox="1"/>
          <p:nvPr/>
        </p:nvSpPr>
        <p:spPr>
          <a:xfrm>
            <a:off x="6387940" y="4101997"/>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Does the formal object represent the intended physics?</a:t>
            </a:r>
            <a:endParaRPr lang="en-US" sz="1100" dirty="0"/>
          </a:p>
        </p:txBody>
      </p:sp>
      <p:sp>
        <p:nvSpPr>
          <p:cNvPr id="15" name="Text 13"/>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FOUR THINGS A THEORIST MIGHT WANT TO TRUST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61981" y="761981"/>
            <a:ext cx="10667733" cy="367021"/>
          </a:xfrm>
          <a:prstGeom prst="rect">
            <a:avLst/>
          </a:prstGeom>
          <a:noFill/>
          <a:ln/>
        </p:spPr>
        <p:txBody>
          <a:bodyPr wrap="square" lIns="0" tIns="0" rIns="0" bIns="0" rtlCol="0" anchor="t"/>
          <a:lstStyle/>
          <a:p>
            <a:pPr algn="l" indent="0" marL="0">
              <a:buNone/>
            </a:pPr>
            <a:r>
              <a:rPr lang="en-US" sz="1700" dirty="0">
                <a:solidFill>
                  <a:srgbClr val="1A1A16"/>
                </a:solidFill>
                <a:latin typeface="Calibri" pitchFamily="34" charset="0"/>
                <a:ea typeface="Calibri" pitchFamily="34" charset="-122"/>
                <a:cs typeface="Calibri" pitchFamily="34" charset="-120"/>
              </a:rPr>
              <a:t>What we actually care about — and what can we trust?</a:t>
            </a:r>
            <a:endParaRPr lang="en-US" sz="1700" dirty="0"/>
          </a:p>
        </p:txBody>
      </p:sp>
      <p:sp>
        <p:nvSpPr>
          <p:cNvPr id="3" name="Shape 1"/>
          <p:cNvSpPr/>
          <p:nvPr/>
        </p:nvSpPr>
        <p:spPr>
          <a:xfrm>
            <a:off x="952476" y="1904952"/>
            <a:ext cx="4825879" cy="1206470"/>
          </a:xfrm>
          <a:prstGeom prst="rect">
            <a:avLst/>
          </a:prstGeom>
          <a:ln w="12700">
            <a:solidFill>
              <a:srgbClr val="8A8A80"/>
            </a:solidFill>
            <a:prstDash val="solid"/>
          </a:ln>
        </p:spPr>
      </p:sp>
      <p:sp>
        <p:nvSpPr>
          <p:cNvPr id="4" name="Text 2"/>
          <p:cNvSpPr txBox="1"/>
          <p:nvPr/>
        </p:nvSpPr>
        <p:spPr>
          <a:xfrm>
            <a:off x="1117572" y="2120847"/>
            <a:ext cx="4495688"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The story</a:t>
            </a:r>
            <a:endParaRPr lang="en-US" sz="1300" dirty="0"/>
          </a:p>
        </p:txBody>
      </p:sp>
      <p:sp>
        <p:nvSpPr>
          <p:cNvPr id="5" name="Text 3"/>
          <p:cNvSpPr txBox="1"/>
          <p:nvPr/>
        </p:nvSpPr>
        <p:spPr>
          <a:xfrm>
            <a:off x="1117572" y="2514537"/>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What did the paper actually state?</a:t>
            </a:r>
            <a:endParaRPr lang="en-US" sz="1100" dirty="0"/>
          </a:p>
        </p:txBody>
      </p:sp>
      <p:sp>
        <p:nvSpPr>
          <p:cNvPr id="6" name="Shape 4"/>
          <p:cNvSpPr/>
          <p:nvPr/>
        </p:nvSpPr>
        <p:spPr>
          <a:xfrm>
            <a:off x="6222844" y="1904952"/>
            <a:ext cx="4825879" cy="1206470"/>
          </a:xfrm>
          <a:prstGeom prst="rect">
            <a:avLst/>
          </a:prstGeom>
          <a:ln w="21589">
            <a:solidFill>
              <a:srgbClr val="1A1A16"/>
            </a:solidFill>
            <a:prstDash val="solid"/>
          </a:ln>
        </p:spPr>
      </p:sp>
      <p:sp>
        <p:nvSpPr>
          <p:cNvPr id="7" name="Text 5"/>
          <p:cNvSpPr txBox="1"/>
          <p:nvPr/>
        </p:nvSpPr>
        <p:spPr>
          <a:xfrm>
            <a:off x="6387940" y="2120847"/>
            <a:ext cx="4495688"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Mathematical correctness</a:t>
            </a:r>
            <a:endParaRPr lang="en-US" sz="1300" dirty="0"/>
          </a:p>
        </p:txBody>
      </p:sp>
      <p:sp>
        <p:nvSpPr>
          <p:cNvPr id="8" name="Text 6"/>
          <p:cNvSpPr txBox="1"/>
          <p:nvPr/>
        </p:nvSpPr>
        <p:spPr>
          <a:xfrm>
            <a:off x="6387940" y="2514537"/>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Does the conclusion follow from the stated assumptions?</a:t>
            </a:r>
            <a:endParaRPr lang="en-US" sz="1100" dirty="0"/>
          </a:p>
        </p:txBody>
      </p:sp>
      <p:sp>
        <p:nvSpPr>
          <p:cNvPr id="9" name="Shape 7"/>
          <p:cNvSpPr/>
          <p:nvPr/>
        </p:nvSpPr>
        <p:spPr>
          <a:xfrm>
            <a:off x="952476" y="3492413"/>
            <a:ext cx="4825879" cy="1206470"/>
          </a:xfrm>
          <a:prstGeom prst="rect">
            <a:avLst/>
          </a:prstGeom>
          <a:ln w="12700">
            <a:solidFill>
              <a:srgbClr val="8A8A80"/>
            </a:solidFill>
            <a:prstDash val="solid"/>
          </a:ln>
        </p:spPr>
      </p:sp>
      <p:sp>
        <p:nvSpPr>
          <p:cNvPr id="10" name="Text 8"/>
          <p:cNvSpPr txBox="1"/>
          <p:nvPr/>
        </p:nvSpPr>
        <p:spPr>
          <a:xfrm>
            <a:off x="1117572" y="3708307"/>
            <a:ext cx="4495688"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Computational reproducibility</a:t>
            </a:r>
            <a:endParaRPr lang="en-US" sz="1300" dirty="0"/>
          </a:p>
        </p:txBody>
      </p:sp>
      <p:sp>
        <p:nvSpPr>
          <p:cNvPr id="11" name="Text 9"/>
          <p:cNvSpPr txBox="1"/>
          <p:nvPr/>
        </p:nvSpPr>
        <p:spPr>
          <a:xfrm>
            <a:off x="1117572" y="4101997"/>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Can the numerical result be reproduced?</a:t>
            </a:r>
            <a:endParaRPr lang="en-US" sz="1100" dirty="0"/>
          </a:p>
        </p:txBody>
      </p:sp>
      <p:sp>
        <p:nvSpPr>
          <p:cNvPr id="12" name="Shape 10"/>
          <p:cNvSpPr/>
          <p:nvPr/>
        </p:nvSpPr>
        <p:spPr>
          <a:xfrm>
            <a:off x="6222844" y="3492413"/>
            <a:ext cx="4825879" cy="1206470"/>
          </a:xfrm>
          <a:prstGeom prst="rect">
            <a:avLst/>
          </a:prstGeom>
          <a:ln w="12700">
            <a:solidFill>
              <a:srgbClr val="8A8A80"/>
            </a:solidFill>
            <a:prstDash val="solid"/>
          </a:ln>
        </p:spPr>
      </p:sp>
      <p:sp>
        <p:nvSpPr>
          <p:cNvPr id="13" name="Text 11"/>
          <p:cNvSpPr txBox="1"/>
          <p:nvPr/>
        </p:nvSpPr>
        <p:spPr>
          <a:xfrm>
            <a:off x="6387940" y="3708307"/>
            <a:ext cx="4495688" cy="280663"/>
          </a:xfrm>
          <a:prstGeom prst="rect">
            <a:avLst/>
          </a:prstGeom>
          <a:noFill/>
          <a:ln/>
        </p:spPr>
        <p:txBody>
          <a:bodyPr wrap="square" lIns="0" tIns="0" rIns="0" bIns="0" rtlCol="0" anchor="t"/>
          <a:lstStyle/>
          <a:p>
            <a:pPr algn="l" indent="0" marL="0">
              <a:buNone/>
            </a:pPr>
            <a:r>
              <a:rPr lang="en-US" sz="1300" dirty="0">
                <a:solidFill>
                  <a:srgbClr val="8A8A80"/>
                </a:solidFill>
                <a:latin typeface="Calibri" pitchFamily="34" charset="0"/>
                <a:ea typeface="Calibri" pitchFamily="34" charset="-122"/>
                <a:cs typeface="Calibri" pitchFamily="34" charset="-120"/>
              </a:rPr>
              <a:t>Physical-semantic alignment</a:t>
            </a:r>
            <a:endParaRPr lang="en-US" sz="1300" dirty="0"/>
          </a:p>
        </p:txBody>
      </p:sp>
      <p:sp>
        <p:nvSpPr>
          <p:cNvPr id="14" name="Text 12"/>
          <p:cNvSpPr txBox="1"/>
          <p:nvPr/>
        </p:nvSpPr>
        <p:spPr>
          <a:xfrm>
            <a:off x="6387940" y="4101997"/>
            <a:ext cx="449568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Does the formal object represent the intended physics?</a:t>
            </a:r>
            <a:endParaRPr lang="en-US" sz="1100" dirty="0"/>
          </a:p>
        </p:txBody>
      </p:sp>
      <p:sp>
        <p:nvSpPr>
          <p:cNvPr id="15" name="Text 13"/>
          <p:cNvSpPr txBox="1"/>
          <p:nvPr/>
        </p:nvSpPr>
        <p:spPr>
          <a:xfrm>
            <a:off x="952476" y="5206870"/>
            <a:ext cx="10286743" cy="280663"/>
          </a:xfrm>
          <a:prstGeom prst="rect">
            <a:avLst/>
          </a:prstGeom>
          <a:noFill/>
          <a:ln/>
        </p:spPr>
        <p:txBody>
          <a:bodyPr wrap="square" lIns="0" tIns="0" rIns="0" bIns="0" rtlCol="0" anchor="t"/>
          <a:lstStyle/>
          <a:p>
            <a:pPr algn="l" indent="0" marL="0">
              <a:buNone/>
            </a:pPr>
            <a:r>
              <a:rPr lang="en-US" sz="1300" dirty="0">
                <a:solidFill>
                  <a:srgbClr val="1A1A16"/>
                </a:solidFill>
                <a:latin typeface="Calibri" pitchFamily="34" charset="0"/>
                <a:ea typeface="Calibri" pitchFamily="34" charset="-122"/>
                <a:cs typeface="Calibri" pitchFamily="34" charset="-120"/>
              </a:rPr>
              <a:t>everything after this slide is about the second box</a:t>
            </a:r>
            <a:endParaRPr lang="en-US" sz="1300" dirty="0"/>
          </a:p>
        </p:txBody>
      </p:sp>
      <p:sp>
        <p:nvSpPr>
          <p:cNvPr id="16" name="Text 14"/>
          <p:cNvSpPr txBox="1"/>
          <p:nvPr/>
        </p:nvSpPr>
        <p:spPr>
          <a:xfrm>
            <a:off x="952476" y="5537062"/>
            <a:ext cx="10286743"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and about one paper, one theorem, and what it actually rests on</a:t>
            </a:r>
            <a:endParaRPr lang="en-US" sz="1100" dirty="0"/>
          </a:p>
        </p:txBody>
      </p:sp>
      <p:sp>
        <p:nvSpPr>
          <p:cNvPr id="17" name="Text 15"/>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OF THE FOUR, THIS TALK IS ABOUT THE SECOND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31962" y="1141066"/>
            <a:ext cx="1527772" cy="1527772"/>
          </a:xfrm>
          <a:prstGeom prst="diamond">
            <a:avLst/>
          </a:prstGeom>
          <a:solidFill>
            <a:srgbClr val="FFFFFF"/>
          </a:solidFill>
          <a:ln w="21589">
            <a:solidFill>
              <a:srgbClr val="1A1A16"/>
            </a:solidFill>
            <a:prstDash val="solid"/>
          </a:ln>
        </p:spPr>
      </p:sp>
      <p:sp>
        <p:nvSpPr>
          <p:cNvPr id="3" name="Shape 1"/>
          <p:cNvSpPr/>
          <p:nvPr/>
        </p:nvSpPr>
        <p:spPr>
          <a:xfrm>
            <a:off x="952476" y="5587860"/>
            <a:ext cx="10286743" cy="0"/>
          </a:xfrm>
          <a:prstGeom prst="line">
            <a:avLst/>
          </a:prstGeom>
          <a:noFill/>
          <a:ln w="8890">
            <a:solidFill>
              <a:srgbClr val="8A8A80"/>
            </a:solidFill>
            <a:prstDash val="solid"/>
          </a:ln>
        </p:spPr>
      </p:sp>
      <p:sp>
        <p:nvSpPr>
          <p:cNvPr id="4" name="Text 2"/>
          <p:cNvSpPr txBox="1"/>
          <p:nvPr/>
        </p:nvSpPr>
        <p:spPr>
          <a:xfrm>
            <a:off x="952476" y="5321167"/>
            <a:ext cx="330191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where it came from</a:t>
            </a:r>
            <a:endParaRPr lang="en-US" sz="1100" dirty="0"/>
          </a:p>
        </p:txBody>
      </p:sp>
      <p:sp>
        <p:nvSpPr>
          <p:cNvPr id="5" name="Text 3"/>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ONE RESULT · AND THE SPACE UNDERNEATH IT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476" y="2285943"/>
            <a:ext cx="2984425" cy="1904952"/>
          </a:xfrm>
          <a:prstGeom prst="rect">
            <a:avLst/>
          </a:prstGeom>
          <a:ln w="12700">
            <a:solidFill>
              <a:srgbClr val="1A1A16"/>
            </a:solidFill>
            <a:prstDash val="solid"/>
          </a:ln>
        </p:spPr>
      </p:sp>
      <p:sp>
        <p:nvSpPr>
          <p:cNvPr id="3" name="Text 1"/>
          <p:cNvSpPr txBox="1"/>
          <p:nvPr/>
        </p:nvSpPr>
        <p:spPr>
          <a:xfrm>
            <a:off x="1181070" y="2565336"/>
            <a:ext cx="2527237" cy="496558"/>
          </a:xfrm>
          <a:prstGeom prst="rect">
            <a:avLst/>
          </a:prstGeom>
          <a:noFill/>
          <a:ln/>
        </p:spPr>
        <p:txBody>
          <a:bodyPr wrap="square" lIns="0" tIns="0" rIns="0" bIns="0" rtlCol="0" anchor="t"/>
          <a:lstStyle/>
          <a:p>
            <a:pPr algn="l" indent="0" marL="0">
              <a:buNone/>
            </a:pPr>
            <a:r>
              <a:rPr lang="en-US" sz="2300" dirty="0">
                <a:solidFill>
                  <a:srgbClr val="1A1A16"/>
                </a:solidFill>
                <a:latin typeface="Calibri" pitchFamily="34" charset="0"/>
                <a:ea typeface="Calibri" pitchFamily="34" charset="-122"/>
                <a:cs typeface="Calibri" pitchFamily="34" charset="-120"/>
              </a:rPr>
              <a:t>6 lines</a:t>
            </a:r>
            <a:endParaRPr lang="en-US" sz="2300" dirty="0"/>
          </a:p>
        </p:txBody>
      </p:sp>
      <p:sp>
        <p:nvSpPr>
          <p:cNvPr id="4" name="Text 2"/>
          <p:cNvSpPr txBox="1"/>
          <p:nvPr/>
        </p:nvSpPr>
        <p:spPr>
          <a:xfrm>
            <a:off x="1181070" y="2984425"/>
            <a:ext cx="252723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one model call</a:t>
            </a:r>
            <a:endParaRPr lang="en-US" sz="1100" dirty="0"/>
          </a:p>
        </p:txBody>
      </p:sp>
      <p:sp>
        <p:nvSpPr>
          <p:cNvPr id="5" name="Text 3"/>
          <p:cNvSpPr txBox="1"/>
          <p:nvPr/>
        </p:nvSpPr>
        <p:spPr>
          <a:xfrm>
            <a:off x="1181070" y="3174921"/>
            <a:ext cx="252723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21 seconds</a:t>
            </a:r>
            <a:endParaRPr lang="en-US" sz="1100" dirty="0"/>
          </a:p>
        </p:txBody>
      </p:sp>
      <p:sp>
        <p:nvSpPr>
          <p:cNvPr id="6" name="Shape 4"/>
          <p:cNvSpPr/>
          <p:nvPr/>
        </p:nvSpPr>
        <p:spPr>
          <a:xfrm>
            <a:off x="1181070" y="3543211"/>
            <a:ext cx="952476" cy="0"/>
          </a:xfrm>
          <a:prstGeom prst="line">
            <a:avLst/>
          </a:prstGeom>
          <a:noFill/>
          <a:ln w="13970">
            <a:solidFill>
              <a:srgbClr val="8A8A80"/>
            </a:solidFill>
            <a:prstDash val="solid"/>
          </a:ln>
        </p:spPr>
      </p:sp>
      <p:sp>
        <p:nvSpPr>
          <p:cNvPr id="7" name="Shape 5"/>
          <p:cNvSpPr/>
          <p:nvPr/>
        </p:nvSpPr>
        <p:spPr>
          <a:xfrm>
            <a:off x="1181070" y="3657509"/>
            <a:ext cx="1320767" cy="0"/>
          </a:xfrm>
          <a:prstGeom prst="line">
            <a:avLst/>
          </a:prstGeom>
          <a:noFill/>
          <a:ln w="13970">
            <a:solidFill>
              <a:srgbClr val="8A8A80"/>
            </a:solidFill>
            <a:prstDash val="solid"/>
          </a:ln>
        </p:spPr>
      </p:sp>
      <p:sp>
        <p:nvSpPr>
          <p:cNvPr id="8" name="Shape 6"/>
          <p:cNvSpPr/>
          <p:nvPr/>
        </p:nvSpPr>
        <p:spPr>
          <a:xfrm>
            <a:off x="1181070" y="3771806"/>
            <a:ext cx="1689058" cy="0"/>
          </a:xfrm>
          <a:prstGeom prst="line">
            <a:avLst/>
          </a:prstGeom>
          <a:noFill/>
          <a:ln w="13970">
            <a:solidFill>
              <a:srgbClr val="8A8A80"/>
            </a:solidFill>
            <a:prstDash val="solid"/>
          </a:ln>
        </p:spPr>
      </p:sp>
      <p:sp>
        <p:nvSpPr>
          <p:cNvPr id="9" name="Shape 7"/>
          <p:cNvSpPr/>
          <p:nvPr/>
        </p:nvSpPr>
        <p:spPr>
          <a:xfrm>
            <a:off x="1181070" y="3886103"/>
            <a:ext cx="952476" cy="0"/>
          </a:xfrm>
          <a:prstGeom prst="line">
            <a:avLst/>
          </a:prstGeom>
          <a:noFill/>
          <a:ln w="13970">
            <a:solidFill>
              <a:srgbClr val="8A8A80"/>
            </a:solidFill>
            <a:prstDash val="solid"/>
          </a:ln>
        </p:spPr>
      </p:sp>
      <p:sp>
        <p:nvSpPr>
          <p:cNvPr id="10" name="Shape 8"/>
          <p:cNvSpPr/>
          <p:nvPr/>
        </p:nvSpPr>
        <p:spPr>
          <a:xfrm>
            <a:off x="1181070" y="4000400"/>
            <a:ext cx="1320767" cy="0"/>
          </a:xfrm>
          <a:prstGeom prst="line">
            <a:avLst/>
          </a:prstGeom>
          <a:noFill/>
          <a:ln w="13970">
            <a:solidFill>
              <a:srgbClr val="8A8A80"/>
            </a:solidFill>
            <a:prstDash val="solid"/>
          </a:ln>
        </p:spPr>
      </p:sp>
      <p:sp>
        <p:nvSpPr>
          <p:cNvPr id="11" name="Shape 9"/>
          <p:cNvSpPr/>
          <p:nvPr/>
        </p:nvSpPr>
        <p:spPr>
          <a:xfrm>
            <a:off x="1181070" y="4114697"/>
            <a:ext cx="1689058" cy="0"/>
          </a:xfrm>
          <a:prstGeom prst="line">
            <a:avLst/>
          </a:prstGeom>
          <a:noFill/>
          <a:ln w="13970">
            <a:solidFill>
              <a:srgbClr val="8A8A80"/>
            </a:solidFill>
            <a:prstDash val="solid"/>
          </a:ln>
        </p:spPr>
      </p:sp>
      <p:sp>
        <p:nvSpPr>
          <p:cNvPr id="12" name="Shape 10"/>
          <p:cNvSpPr/>
          <p:nvPr/>
        </p:nvSpPr>
        <p:spPr>
          <a:xfrm>
            <a:off x="4444889" y="2285943"/>
            <a:ext cx="6794330" cy="1904952"/>
          </a:xfrm>
          <a:prstGeom prst="rect">
            <a:avLst/>
          </a:prstGeom>
          <a:ln w="12700">
            <a:solidFill>
              <a:srgbClr val="1A1A16"/>
            </a:solidFill>
            <a:prstDash val="solid"/>
          </a:ln>
        </p:spPr>
      </p:sp>
      <p:sp>
        <p:nvSpPr>
          <p:cNvPr id="13" name="Text 11"/>
          <p:cNvSpPr txBox="1"/>
          <p:nvPr/>
        </p:nvSpPr>
        <p:spPr>
          <a:xfrm>
            <a:off x="4698883" y="2565336"/>
            <a:ext cx="6337142" cy="496558"/>
          </a:xfrm>
          <a:prstGeom prst="rect">
            <a:avLst/>
          </a:prstGeom>
          <a:noFill/>
          <a:ln/>
        </p:spPr>
        <p:txBody>
          <a:bodyPr wrap="square" lIns="0" tIns="0" rIns="0" bIns="0" rtlCol="0" anchor="t"/>
          <a:lstStyle/>
          <a:p>
            <a:pPr algn="l" indent="0" marL="0">
              <a:buNone/>
            </a:pPr>
            <a:r>
              <a:rPr lang="en-US" sz="2300" dirty="0">
                <a:solidFill>
                  <a:srgbClr val="1A1A16"/>
                </a:solidFill>
                <a:latin typeface="Calibri" pitchFamily="34" charset="0"/>
                <a:ea typeface="Calibri" pitchFamily="34" charset="-122"/>
                <a:cs typeface="Calibri" pitchFamily="34" charset="-120"/>
              </a:rPr>
              <a:t>7,765 lines</a:t>
            </a:r>
            <a:endParaRPr lang="en-US" sz="2300" dirty="0"/>
          </a:p>
        </p:txBody>
      </p:sp>
      <p:sp>
        <p:nvSpPr>
          <p:cNvPr id="14" name="Text 12"/>
          <p:cNvSpPr txBox="1"/>
          <p:nvPr/>
        </p:nvSpPr>
        <p:spPr>
          <a:xfrm>
            <a:off x="4698883" y="2984425"/>
            <a:ext cx="6337142"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written by hand, so that</a:t>
            </a:r>
            <a:endParaRPr lang="en-US" sz="1100" dirty="0"/>
          </a:p>
        </p:txBody>
      </p:sp>
      <p:sp>
        <p:nvSpPr>
          <p:cNvPr id="15" name="Text 13"/>
          <p:cNvSpPr txBox="1"/>
          <p:nvPr/>
        </p:nvSpPr>
        <p:spPr>
          <a:xfrm>
            <a:off x="4698883" y="3174921"/>
            <a:ext cx="6337142"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six citations could be used</a:t>
            </a:r>
            <a:endParaRPr lang="en-US" sz="1100" dirty="0"/>
          </a:p>
        </p:txBody>
      </p:sp>
      <p:sp>
        <p:nvSpPr>
          <p:cNvPr id="16" name="Shape 14"/>
          <p:cNvSpPr/>
          <p:nvPr/>
        </p:nvSpPr>
        <p:spPr>
          <a:xfrm>
            <a:off x="4698883" y="3543211"/>
            <a:ext cx="6286343" cy="507987"/>
          </a:xfrm>
          <a:prstGeom prst="rect">
            <a:avLst/>
          </a:prstGeom>
          <a:solidFill>
            <a:srgbClr val="1A1A16"/>
          </a:solidFill>
          <a:ln w="12700">
            <a:solidFill>
              <a:srgbClr val="1A1A16"/>
            </a:solidFill>
            <a:prstDash val="solid"/>
          </a:ln>
        </p:spPr>
      </p:sp>
      <p:sp>
        <p:nvSpPr>
          <p:cNvPr id="17" name="Text 15"/>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6 LINES OF ANSWER · 7,765 LINES OF GROUND</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06470" y="3136822"/>
            <a:ext cx="0" cy="330192"/>
          </a:xfrm>
          <a:prstGeom prst="line">
            <a:avLst/>
          </a:prstGeom>
          <a:noFill/>
          <a:ln w="8255">
            <a:solidFill>
              <a:srgbClr val="8A8A80"/>
            </a:solidFill>
            <a:prstDash val="solid"/>
          </a:ln>
        </p:spPr>
      </p:sp>
      <p:sp>
        <p:nvSpPr>
          <p:cNvPr id="3" name="Shape 1"/>
          <p:cNvSpPr/>
          <p:nvPr/>
        </p:nvSpPr>
        <p:spPr>
          <a:xfrm>
            <a:off x="1252596" y="3136822"/>
            <a:ext cx="0" cy="330192"/>
          </a:xfrm>
          <a:prstGeom prst="line">
            <a:avLst/>
          </a:prstGeom>
          <a:noFill/>
          <a:ln w="8255">
            <a:solidFill>
              <a:srgbClr val="8A8A80"/>
            </a:solidFill>
            <a:prstDash val="solid"/>
          </a:ln>
        </p:spPr>
      </p:sp>
      <p:sp>
        <p:nvSpPr>
          <p:cNvPr id="4" name="Shape 2"/>
          <p:cNvSpPr/>
          <p:nvPr/>
        </p:nvSpPr>
        <p:spPr>
          <a:xfrm>
            <a:off x="1298722" y="3136822"/>
            <a:ext cx="0" cy="330192"/>
          </a:xfrm>
          <a:prstGeom prst="line">
            <a:avLst/>
          </a:prstGeom>
          <a:noFill/>
          <a:ln w="8255">
            <a:solidFill>
              <a:srgbClr val="8A8A80"/>
            </a:solidFill>
            <a:prstDash val="solid"/>
          </a:ln>
        </p:spPr>
      </p:sp>
      <p:sp>
        <p:nvSpPr>
          <p:cNvPr id="5" name="Shape 3"/>
          <p:cNvSpPr/>
          <p:nvPr/>
        </p:nvSpPr>
        <p:spPr>
          <a:xfrm>
            <a:off x="1344848" y="3136822"/>
            <a:ext cx="0" cy="330192"/>
          </a:xfrm>
          <a:prstGeom prst="line">
            <a:avLst/>
          </a:prstGeom>
          <a:noFill/>
          <a:ln w="8255">
            <a:solidFill>
              <a:srgbClr val="8A8A80"/>
            </a:solidFill>
            <a:prstDash val="solid"/>
          </a:ln>
        </p:spPr>
      </p:sp>
      <p:sp>
        <p:nvSpPr>
          <p:cNvPr id="6" name="Shape 4"/>
          <p:cNvSpPr/>
          <p:nvPr/>
        </p:nvSpPr>
        <p:spPr>
          <a:xfrm>
            <a:off x="1390975" y="3136822"/>
            <a:ext cx="0" cy="330192"/>
          </a:xfrm>
          <a:prstGeom prst="line">
            <a:avLst/>
          </a:prstGeom>
          <a:noFill/>
          <a:ln w="8255">
            <a:solidFill>
              <a:srgbClr val="8A8A80"/>
            </a:solidFill>
            <a:prstDash val="solid"/>
          </a:ln>
        </p:spPr>
      </p:sp>
      <p:sp>
        <p:nvSpPr>
          <p:cNvPr id="7" name="Shape 5"/>
          <p:cNvSpPr/>
          <p:nvPr/>
        </p:nvSpPr>
        <p:spPr>
          <a:xfrm>
            <a:off x="1437101" y="3136822"/>
            <a:ext cx="0" cy="330192"/>
          </a:xfrm>
          <a:prstGeom prst="line">
            <a:avLst/>
          </a:prstGeom>
          <a:noFill/>
          <a:ln w="8255">
            <a:solidFill>
              <a:srgbClr val="8A8A80"/>
            </a:solidFill>
            <a:prstDash val="solid"/>
          </a:ln>
        </p:spPr>
      </p:sp>
      <p:sp>
        <p:nvSpPr>
          <p:cNvPr id="8" name="Shape 6"/>
          <p:cNvSpPr/>
          <p:nvPr/>
        </p:nvSpPr>
        <p:spPr>
          <a:xfrm>
            <a:off x="1483227" y="3136822"/>
            <a:ext cx="0" cy="330192"/>
          </a:xfrm>
          <a:prstGeom prst="line">
            <a:avLst/>
          </a:prstGeom>
          <a:noFill/>
          <a:ln w="8255">
            <a:solidFill>
              <a:srgbClr val="8A8A80"/>
            </a:solidFill>
            <a:prstDash val="solid"/>
          </a:ln>
        </p:spPr>
      </p:sp>
      <p:sp>
        <p:nvSpPr>
          <p:cNvPr id="9" name="Shape 7"/>
          <p:cNvSpPr/>
          <p:nvPr/>
        </p:nvSpPr>
        <p:spPr>
          <a:xfrm>
            <a:off x="1529353" y="3136822"/>
            <a:ext cx="0" cy="330192"/>
          </a:xfrm>
          <a:prstGeom prst="line">
            <a:avLst/>
          </a:prstGeom>
          <a:noFill/>
          <a:ln w="8255">
            <a:solidFill>
              <a:srgbClr val="8A8A80"/>
            </a:solidFill>
            <a:prstDash val="solid"/>
          </a:ln>
        </p:spPr>
      </p:sp>
      <p:sp>
        <p:nvSpPr>
          <p:cNvPr id="10" name="Shape 8"/>
          <p:cNvSpPr/>
          <p:nvPr/>
        </p:nvSpPr>
        <p:spPr>
          <a:xfrm>
            <a:off x="1575479" y="3136822"/>
            <a:ext cx="0" cy="330192"/>
          </a:xfrm>
          <a:prstGeom prst="line">
            <a:avLst/>
          </a:prstGeom>
          <a:noFill/>
          <a:ln w="8255">
            <a:solidFill>
              <a:srgbClr val="8A8A80"/>
            </a:solidFill>
            <a:prstDash val="solid"/>
          </a:ln>
        </p:spPr>
      </p:sp>
      <p:sp>
        <p:nvSpPr>
          <p:cNvPr id="11" name="Shape 9"/>
          <p:cNvSpPr/>
          <p:nvPr/>
        </p:nvSpPr>
        <p:spPr>
          <a:xfrm>
            <a:off x="1621606" y="3136822"/>
            <a:ext cx="0" cy="330192"/>
          </a:xfrm>
          <a:prstGeom prst="line">
            <a:avLst/>
          </a:prstGeom>
          <a:noFill/>
          <a:ln w="8255">
            <a:solidFill>
              <a:srgbClr val="8A8A80"/>
            </a:solidFill>
            <a:prstDash val="solid"/>
          </a:ln>
        </p:spPr>
      </p:sp>
      <p:sp>
        <p:nvSpPr>
          <p:cNvPr id="12" name="Shape 10"/>
          <p:cNvSpPr/>
          <p:nvPr/>
        </p:nvSpPr>
        <p:spPr>
          <a:xfrm>
            <a:off x="1667732" y="3136822"/>
            <a:ext cx="0" cy="330192"/>
          </a:xfrm>
          <a:prstGeom prst="line">
            <a:avLst/>
          </a:prstGeom>
          <a:noFill/>
          <a:ln w="8255">
            <a:solidFill>
              <a:srgbClr val="8A8A80"/>
            </a:solidFill>
            <a:prstDash val="solid"/>
          </a:ln>
        </p:spPr>
      </p:sp>
      <p:sp>
        <p:nvSpPr>
          <p:cNvPr id="13" name="Shape 11"/>
          <p:cNvSpPr/>
          <p:nvPr/>
        </p:nvSpPr>
        <p:spPr>
          <a:xfrm>
            <a:off x="1713858" y="3136822"/>
            <a:ext cx="0" cy="330192"/>
          </a:xfrm>
          <a:prstGeom prst="line">
            <a:avLst/>
          </a:prstGeom>
          <a:noFill/>
          <a:ln w="8255">
            <a:solidFill>
              <a:srgbClr val="8A8A80"/>
            </a:solidFill>
            <a:prstDash val="solid"/>
          </a:ln>
        </p:spPr>
      </p:sp>
      <p:sp>
        <p:nvSpPr>
          <p:cNvPr id="14" name="Shape 12"/>
          <p:cNvSpPr/>
          <p:nvPr/>
        </p:nvSpPr>
        <p:spPr>
          <a:xfrm>
            <a:off x="1759984" y="3136822"/>
            <a:ext cx="0" cy="330192"/>
          </a:xfrm>
          <a:prstGeom prst="line">
            <a:avLst/>
          </a:prstGeom>
          <a:noFill/>
          <a:ln w="8255">
            <a:solidFill>
              <a:srgbClr val="8A8A80"/>
            </a:solidFill>
            <a:prstDash val="solid"/>
          </a:ln>
        </p:spPr>
      </p:sp>
      <p:sp>
        <p:nvSpPr>
          <p:cNvPr id="15" name="Shape 13"/>
          <p:cNvSpPr/>
          <p:nvPr/>
        </p:nvSpPr>
        <p:spPr>
          <a:xfrm>
            <a:off x="1806111" y="3136822"/>
            <a:ext cx="0" cy="330192"/>
          </a:xfrm>
          <a:prstGeom prst="line">
            <a:avLst/>
          </a:prstGeom>
          <a:noFill/>
          <a:ln w="8255">
            <a:solidFill>
              <a:srgbClr val="8A8A80"/>
            </a:solidFill>
            <a:prstDash val="solid"/>
          </a:ln>
        </p:spPr>
      </p:sp>
      <p:sp>
        <p:nvSpPr>
          <p:cNvPr id="16" name="Shape 14"/>
          <p:cNvSpPr/>
          <p:nvPr/>
        </p:nvSpPr>
        <p:spPr>
          <a:xfrm>
            <a:off x="1852237" y="3136822"/>
            <a:ext cx="0" cy="330192"/>
          </a:xfrm>
          <a:prstGeom prst="line">
            <a:avLst/>
          </a:prstGeom>
          <a:noFill/>
          <a:ln w="8255">
            <a:solidFill>
              <a:srgbClr val="8A8A80"/>
            </a:solidFill>
            <a:prstDash val="solid"/>
          </a:ln>
        </p:spPr>
      </p:sp>
      <p:sp>
        <p:nvSpPr>
          <p:cNvPr id="17" name="Shape 15"/>
          <p:cNvSpPr/>
          <p:nvPr/>
        </p:nvSpPr>
        <p:spPr>
          <a:xfrm>
            <a:off x="1898363" y="3136822"/>
            <a:ext cx="0" cy="330192"/>
          </a:xfrm>
          <a:prstGeom prst="line">
            <a:avLst/>
          </a:prstGeom>
          <a:noFill/>
          <a:ln w="8255">
            <a:solidFill>
              <a:srgbClr val="8A8A80"/>
            </a:solidFill>
            <a:prstDash val="solid"/>
          </a:ln>
        </p:spPr>
      </p:sp>
      <p:sp>
        <p:nvSpPr>
          <p:cNvPr id="18" name="Shape 16"/>
          <p:cNvSpPr/>
          <p:nvPr/>
        </p:nvSpPr>
        <p:spPr>
          <a:xfrm>
            <a:off x="1944489" y="3136822"/>
            <a:ext cx="0" cy="330192"/>
          </a:xfrm>
          <a:prstGeom prst="line">
            <a:avLst/>
          </a:prstGeom>
          <a:noFill/>
          <a:ln w="8255">
            <a:solidFill>
              <a:srgbClr val="8A8A80"/>
            </a:solidFill>
            <a:prstDash val="solid"/>
          </a:ln>
        </p:spPr>
      </p:sp>
      <p:sp>
        <p:nvSpPr>
          <p:cNvPr id="19" name="Shape 17"/>
          <p:cNvSpPr/>
          <p:nvPr/>
        </p:nvSpPr>
        <p:spPr>
          <a:xfrm>
            <a:off x="1990615" y="3136822"/>
            <a:ext cx="0" cy="330192"/>
          </a:xfrm>
          <a:prstGeom prst="line">
            <a:avLst/>
          </a:prstGeom>
          <a:noFill/>
          <a:ln w="8255">
            <a:solidFill>
              <a:srgbClr val="8A8A80"/>
            </a:solidFill>
            <a:prstDash val="solid"/>
          </a:ln>
        </p:spPr>
      </p:sp>
      <p:sp>
        <p:nvSpPr>
          <p:cNvPr id="20" name="Shape 18"/>
          <p:cNvSpPr/>
          <p:nvPr/>
        </p:nvSpPr>
        <p:spPr>
          <a:xfrm>
            <a:off x="2036742" y="3136822"/>
            <a:ext cx="0" cy="330192"/>
          </a:xfrm>
          <a:prstGeom prst="line">
            <a:avLst/>
          </a:prstGeom>
          <a:noFill/>
          <a:ln w="8255">
            <a:solidFill>
              <a:srgbClr val="8A8A80"/>
            </a:solidFill>
            <a:prstDash val="solid"/>
          </a:ln>
        </p:spPr>
      </p:sp>
      <p:sp>
        <p:nvSpPr>
          <p:cNvPr id="21" name="Shape 19"/>
          <p:cNvSpPr/>
          <p:nvPr/>
        </p:nvSpPr>
        <p:spPr>
          <a:xfrm>
            <a:off x="2082868" y="3136822"/>
            <a:ext cx="0" cy="330192"/>
          </a:xfrm>
          <a:prstGeom prst="line">
            <a:avLst/>
          </a:prstGeom>
          <a:noFill/>
          <a:ln w="8255">
            <a:solidFill>
              <a:srgbClr val="8A8A80"/>
            </a:solidFill>
            <a:prstDash val="solid"/>
          </a:ln>
        </p:spPr>
      </p:sp>
      <p:sp>
        <p:nvSpPr>
          <p:cNvPr id="22" name="Shape 20"/>
          <p:cNvSpPr/>
          <p:nvPr/>
        </p:nvSpPr>
        <p:spPr>
          <a:xfrm>
            <a:off x="2128994" y="3136822"/>
            <a:ext cx="0" cy="330192"/>
          </a:xfrm>
          <a:prstGeom prst="line">
            <a:avLst/>
          </a:prstGeom>
          <a:noFill/>
          <a:ln w="8255">
            <a:solidFill>
              <a:srgbClr val="8A8A80"/>
            </a:solidFill>
            <a:prstDash val="solid"/>
          </a:ln>
        </p:spPr>
      </p:sp>
      <p:sp>
        <p:nvSpPr>
          <p:cNvPr id="23" name="Shape 21"/>
          <p:cNvSpPr/>
          <p:nvPr/>
        </p:nvSpPr>
        <p:spPr>
          <a:xfrm>
            <a:off x="2175120" y="3136822"/>
            <a:ext cx="0" cy="330192"/>
          </a:xfrm>
          <a:prstGeom prst="line">
            <a:avLst/>
          </a:prstGeom>
          <a:noFill/>
          <a:ln w="8255">
            <a:solidFill>
              <a:srgbClr val="8A8A80"/>
            </a:solidFill>
            <a:prstDash val="solid"/>
          </a:ln>
        </p:spPr>
      </p:sp>
      <p:sp>
        <p:nvSpPr>
          <p:cNvPr id="24" name="Shape 22"/>
          <p:cNvSpPr/>
          <p:nvPr/>
        </p:nvSpPr>
        <p:spPr>
          <a:xfrm>
            <a:off x="2221246" y="3136822"/>
            <a:ext cx="0" cy="330192"/>
          </a:xfrm>
          <a:prstGeom prst="line">
            <a:avLst/>
          </a:prstGeom>
          <a:noFill/>
          <a:ln w="8255">
            <a:solidFill>
              <a:srgbClr val="8A8A80"/>
            </a:solidFill>
            <a:prstDash val="solid"/>
          </a:ln>
        </p:spPr>
      </p:sp>
      <p:sp>
        <p:nvSpPr>
          <p:cNvPr id="25" name="Shape 23"/>
          <p:cNvSpPr/>
          <p:nvPr/>
        </p:nvSpPr>
        <p:spPr>
          <a:xfrm>
            <a:off x="2267373" y="3136822"/>
            <a:ext cx="0" cy="330192"/>
          </a:xfrm>
          <a:prstGeom prst="line">
            <a:avLst/>
          </a:prstGeom>
          <a:noFill/>
          <a:ln w="8255">
            <a:solidFill>
              <a:srgbClr val="8A8A80"/>
            </a:solidFill>
            <a:prstDash val="solid"/>
          </a:ln>
        </p:spPr>
      </p:sp>
      <p:sp>
        <p:nvSpPr>
          <p:cNvPr id="26" name="Shape 24"/>
          <p:cNvSpPr/>
          <p:nvPr/>
        </p:nvSpPr>
        <p:spPr>
          <a:xfrm>
            <a:off x="2313499" y="3136822"/>
            <a:ext cx="0" cy="330192"/>
          </a:xfrm>
          <a:prstGeom prst="line">
            <a:avLst/>
          </a:prstGeom>
          <a:noFill/>
          <a:ln w="8255">
            <a:solidFill>
              <a:srgbClr val="8A8A80"/>
            </a:solidFill>
            <a:prstDash val="solid"/>
          </a:ln>
        </p:spPr>
      </p:sp>
      <p:sp>
        <p:nvSpPr>
          <p:cNvPr id="27" name="Shape 25"/>
          <p:cNvSpPr/>
          <p:nvPr/>
        </p:nvSpPr>
        <p:spPr>
          <a:xfrm>
            <a:off x="2359625" y="3136822"/>
            <a:ext cx="0" cy="330192"/>
          </a:xfrm>
          <a:prstGeom prst="line">
            <a:avLst/>
          </a:prstGeom>
          <a:noFill/>
          <a:ln w="8255">
            <a:solidFill>
              <a:srgbClr val="8A8A80"/>
            </a:solidFill>
            <a:prstDash val="solid"/>
          </a:ln>
        </p:spPr>
      </p:sp>
      <p:sp>
        <p:nvSpPr>
          <p:cNvPr id="28" name="Shape 26"/>
          <p:cNvSpPr/>
          <p:nvPr/>
        </p:nvSpPr>
        <p:spPr>
          <a:xfrm>
            <a:off x="2405751" y="3136822"/>
            <a:ext cx="0" cy="330192"/>
          </a:xfrm>
          <a:prstGeom prst="line">
            <a:avLst/>
          </a:prstGeom>
          <a:noFill/>
          <a:ln w="8255">
            <a:solidFill>
              <a:srgbClr val="8A8A80"/>
            </a:solidFill>
            <a:prstDash val="solid"/>
          </a:ln>
        </p:spPr>
      </p:sp>
      <p:sp>
        <p:nvSpPr>
          <p:cNvPr id="29" name="Shape 27"/>
          <p:cNvSpPr/>
          <p:nvPr/>
        </p:nvSpPr>
        <p:spPr>
          <a:xfrm>
            <a:off x="2451877" y="3136822"/>
            <a:ext cx="0" cy="330192"/>
          </a:xfrm>
          <a:prstGeom prst="line">
            <a:avLst/>
          </a:prstGeom>
          <a:noFill/>
          <a:ln w="8255">
            <a:solidFill>
              <a:srgbClr val="8A8A80"/>
            </a:solidFill>
            <a:prstDash val="solid"/>
          </a:ln>
        </p:spPr>
      </p:sp>
      <p:sp>
        <p:nvSpPr>
          <p:cNvPr id="30" name="Shape 28"/>
          <p:cNvSpPr/>
          <p:nvPr/>
        </p:nvSpPr>
        <p:spPr>
          <a:xfrm>
            <a:off x="2498004" y="3136822"/>
            <a:ext cx="0" cy="330192"/>
          </a:xfrm>
          <a:prstGeom prst="line">
            <a:avLst/>
          </a:prstGeom>
          <a:noFill/>
          <a:ln w="8255">
            <a:solidFill>
              <a:srgbClr val="8A8A80"/>
            </a:solidFill>
            <a:prstDash val="solid"/>
          </a:ln>
        </p:spPr>
      </p:sp>
      <p:sp>
        <p:nvSpPr>
          <p:cNvPr id="31" name="Shape 29"/>
          <p:cNvSpPr/>
          <p:nvPr/>
        </p:nvSpPr>
        <p:spPr>
          <a:xfrm>
            <a:off x="2544130" y="3136822"/>
            <a:ext cx="0" cy="330192"/>
          </a:xfrm>
          <a:prstGeom prst="line">
            <a:avLst/>
          </a:prstGeom>
          <a:noFill/>
          <a:ln w="8255">
            <a:solidFill>
              <a:srgbClr val="8A8A80"/>
            </a:solidFill>
            <a:prstDash val="solid"/>
          </a:ln>
        </p:spPr>
      </p:sp>
      <p:sp>
        <p:nvSpPr>
          <p:cNvPr id="32" name="Shape 30"/>
          <p:cNvSpPr/>
          <p:nvPr/>
        </p:nvSpPr>
        <p:spPr>
          <a:xfrm>
            <a:off x="2590256" y="3136822"/>
            <a:ext cx="0" cy="330192"/>
          </a:xfrm>
          <a:prstGeom prst="line">
            <a:avLst/>
          </a:prstGeom>
          <a:noFill/>
          <a:ln w="8255">
            <a:solidFill>
              <a:srgbClr val="8A8A80"/>
            </a:solidFill>
            <a:prstDash val="solid"/>
          </a:ln>
        </p:spPr>
      </p:sp>
      <p:sp>
        <p:nvSpPr>
          <p:cNvPr id="33" name="Shape 31"/>
          <p:cNvSpPr/>
          <p:nvPr/>
        </p:nvSpPr>
        <p:spPr>
          <a:xfrm>
            <a:off x="2636382" y="3136822"/>
            <a:ext cx="0" cy="330192"/>
          </a:xfrm>
          <a:prstGeom prst="line">
            <a:avLst/>
          </a:prstGeom>
          <a:noFill/>
          <a:ln w="8255">
            <a:solidFill>
              <a:srgbClr val="8A8A80"/>
            </a:solidFill>
            <a:prstDash val="solid"/>
          </a:ln>
        </p:spPr>
      </p:sp>
      <p:sp>
        <p:nvSpPr>
          <p:cNvPr id="34" name="Shape 32"/>
          <p:cNvSpPr/>
          <p:nvPr/>
        </p:nvSpPr>
        <p:spPr>
          <a:xfrm>
            <a:off x="2682508" y="3136822"/>
            <a:ext cx="0" cy="330192"/>
          </a:xfrm>
          <a:prstGeom prst="line">
            <a:avLst/>
          </a:prstGeom>
          <a:noFill/>
          <a:ln w="8255">
            <a:solidFill>
              <a:srgbClr val="8A8A80"/>
            </a:solidFill>
            <a:prstDash val="solid"/>
          </a:ln>
        </p:spPr>
      </p:sp>
      <p:sp>
        <p:nvSpPr>
          <p:cNvPr id="35" name="Shape 33"/>
          <p:cNvSpPr/>
          <p:nvPr/>
        </p:nvSpPr>
        <p:spPr>
          <a:xfrm>
            <a:off x="2728635" y="3136822"/>
            <a:ext cx="0" cy="330192"/>
          </a:xfrm>
          <a:prstGeom prst="line">
            <a:avLst/>
          </a:prstGeom>
          <a:noFill/>
          <a:ln w="8255">
            <a:solidFill>
              <a:srgbClr val="8A8A80"/>
            </a:solidFill>
            <a:prstDash val="solid"/>
          </a:ln>
        </p:spPr>
      </p:sp>
      <p:sp>
        <p:nvSpPr>
          <p:cNvPr id="36" name="Shape 34"/>
          <p:cNvSpPr/>
          <p:nvPr/>
        </p:nvSpPr>
        <p:spPr>
          <a:xfrm>
            <a:off x="2774761" y="3136822"/>
            <a:ext cx="0" cy="330192"/>
          </a:xfrm>
          <a:prstGeom prst="line">
            <a:avLst/>
          </a:prstGeom>
          <a:noFill/>
          <a:ln w="8255">
            <a:solidFill>
              <a:srgbClr val="8A8A80"/>
            </a:solidFill>
            <a:prstDash val="solid"/>
          </a:ln>
        </p:spPr>
      </p:sp>
      <p:sp>
        <p:nvSpPr>
          <p:cNvPr id="37" name="Shape 35"/>
          <p:cNvSpPr/>
          <p:nvPr/>
        </p:nvSpPr>
        <p:spPr>
          <a:xfrm>
            <a:off x="2820887" y="3136822"/>
            <a:ext cx="0" cy="330192"/>
          </a:xfrm>
          <a:prstGeom prst="line">
            <a:avLst/>
          </a:prstGeom>
          <a:noFill/>
          <a:ln w="8255">
            <a:solidFill>
              <a:srgbClr val="8A8A80"/>
            </a:solidFill>
            <a:prstDash val="solid"/>
          </a:ln>
        </p:spPr>
      </p:sp>
      <p:sp>
        <p:nvSpPr>
          <p:cNvPr id="38" name="Shape 36"/>
          <p:cNvSpPr/>
          <p:nvPr/>
        </p:nvSpPr>
        <p:spPr>
          <a:xfrm>
            <a:off x="2867013" y="3136822"/>
            <a:ext cx="0" cy="330192"/>
          </a:xfrm>
          <a:prstGeom prst="line">
            <a:avLst/>
          </a:prstGeom>
          <a:noFill/>
          <a:ln w="8255">
            <a:solidFill>
              <a:srgbClr val="8A8A80"/>
            </a:solidFill>
            <a:prstDash val="solid"/>
          </a:ln>
        </p:spPr>
      </p:sp>
      <p:sp>
        <p:nvSpPr>
          <p:cNvPr id="39" name="Shape 37"/>
          <p:cNvSpPr/>
          <p:nvPr/>
        </p:nvSpPr>
        <p:spPr>
          <a:xfrm>
            <a:off x="2913139" y="3136822"/>
            <a:ext cx="0" cy="330192"/>
          </a:xfrm>
          <a:prstGeom prst="line">
            <a:avLst/>
          </a:prstGeom>
          <a:noFill/>
          <a:ln w="8255">
            <a:solidFill>
              <a:srgbClr val="8A8A80"/>
            </a:solidFill>
            <a:prstDash val="solid"/>
          </a:ln>
        </p:spPr>
      </p:sp>
      <p:sp>
        <p:nvSpPr>
          <p:cNvPr id="40" name="Shape 38"/>
          <p:cNvSpPr/>
          <p:nvPr/>
        </p:nvSpPr>
        <p:spPr>
          <a:xfrm>
            <a:off x="2959266" y="3136822"/>
            <a:ext cx="0" cy="330192"/>
          </a:xfrm>
          <a:prstGeom prst="line">
            <a:avLst/>
          </a:prstGeom>
          <a:noFill/>
          <a:ln w="8255">
            <a:solidFill>
              <a:srgbClr val="8A8A80"/>
            </a:solidFill>
            <a:prstDash val="solid"/>
          </a:ln>
        </p:spPr>
      </p:sp>
      <p:sp>
        <p:nvSpPr>
          <p:cNvPr id="41" name="Shape 39"/>
          <p:cNvSpPr/>
          <p:nvPr/>
        </p:nvSpPr>
        <p:spPr>
          <a:xfrm>
            <a:off x="3005392" y="3136822"/>
            <a:ext cx="0" cy="330192"/>
          </a:xfrm>
          <a:prstGeom prst="line">
            <a:avLst/>
          </a:prstGeom>
          <a:noFill/>
          <a:ln w="8255">
            <a:solidFill>
              <a:srgbClr val="8A8A80"/>
            </a:solidFill>
            <a:prstDash val="solid"/>
          </a:ln>
        </p:spPr>
      </p:sp>
      <p:sp>
        <p:nvSpPr>
          <p:cNvPr id="42" name="Shape 40"/>
          <p:cNvSpPr/>
          <p:nvPr/>
        </p:nvSpPr>
        <p:spPr>
          <a:xfrm>
            <a:off x="3051518" y="3136822"/>
            <a:ext cx="0" cy="330192"/>
          </a:xfrm>
          <a:prstGeom prst="line">
            <a:avLst/>
          </a:prstGeom>
          <a:noFill/>
          <a:ln w="8255">
            <a:solidFill>
              <a:srgbClr val="8A8A80"/>
            </a:solidFill>
            <a:prstDash val="solid"/>
          </a:ln>
        </p:spPr>
      </p:sp>
      <p:sp>
        <p:nvSpPr>
          <p:cNvPr id="43" name="Shape 41"/>
          <p:cNvSpPr/>
          <p:nvPr/>
        </p:nvSpPr>
        <p:spPr>
          <a:xfrm>
            <a:off x="3097644" y="3136822"/>
            <a:ext cx="0" cy="330192"/>
          </a:xfrm>
          <a:prstGeom prst="line">
            <a:avLst/>
          </a:prstGeom>
          <a:noFill/>
          <a:ln w="8255">
            <a:solidFill>
              <a:srgbClr val="8A8A80"/>
            </a:solidFill>
            <a:prstDash val="solid"/>
          </a:ln>
        </p:spPr>
      </p:sp>
      <p:sp>
        <p:nvSpPr>
          <p:cNvPr id="44" name="Shape 42"/>
          <p:cNvSpPr/>
          <p:nvPr/>
        </p:nvSpPr>
        <p:spPr>
          <a:xfrm>
            <a:off x="3143770" y="3136822"/>
            <a:ext cx="0" cy="330192"/>
          </a:xfrm>
          <a:prstGeom prst="line">
            <a:avLst/>
          </a:prstGeom>
          <a:noFill/>
          <a:ln w="8255">
            <a:solidFill>
              <a:srgbClr val="8A8A80"/>
            </a:solidFill>
            <a:prstDash val="solid"/>
          </a:ln>
        </p:spPr>
      </p:sp>
      <p:sp>
        <p:nvSpPr>
          <p:cNvPr id="45" name="Shape 43"/>
          <p:cNvSpPr/>
          <p:nvPr/>
        </p:nvSpPr>
        <p:spPr>
          <a:xfrm>
            <a:off x="3189897" y="3136822"/>
            <a:ext cx="0" cy="330192"/>
          </a:xfrm>
          <a:prstGeom prst="line">
            <a:avLst/>
          </a:prstGeom>
          <a:noFill/>
          <a:ln w="8255">
            <a:solidFill>
              <a:srgbClr val="8A8A80"/>
            </a:solidFill>
            <a:prstDash val="solid"/>
          </a:ln>
        </p:spPr>
      </p:sp>
      <p:sp>
        <p:nvSpPr>
          <p:cNvPr id="46" name="Shape 44"/>
          <p:cNvSpPr/>
          <p:nvPr/>
        </p:nvSpPr>
        <p:spPr>
          <a:xfrm>
            <a:off x="3236023" y="3136822"/>
            <a:ext cx="0" cy="330192"/>
          </a:xfrm>
          <a:prstGeom prst="line">
            <a:avLst/>
          </a:prstGeom>
          <a:noFill/>
          <a:ln w="8255">
            <a:solidFill>
              <a:srgbClr val="8A8A80"/>
            </a:solidFill>
            <a:prstDash val="solid"/>
          </a:ln>
        </p:spPr>
      </p:sp>
      <p:sp>
        <p:nvSpPr>
          <p:cNvPr id="47" name="Shape 45"/>
          <p:cNvSpPr/>
          <p:nvPr/>
        </p:nvSpPr>
        <p:spPr>
          <a:xfrm>
            <a:off x="3282149" y="3136822"/>
            <a:ext cx="0" cy="330192"/>
          </a:xfrm>
          <a:prstGeom prst="line">
            <a:avLst/>
          </a:prstGeom>
          <a:noFill/>
          <a:ln w="8255">
            <a:solidFill>
              <a:srgbClr val="8A8A80"/>
            </a:solidFill>
            <a:prstDash val="solid"/>
          </a:ln>
        </p:spPr>
      </p:sp>
      <p:sp>
        <p:nvSpPr>
          <p:cNvPr id="48" name="Shape 46"/>
          <p:cNvSpPr/>
          <p:nvPr/>
        </p:nvSpPr>
        <p:spPr>
          <a:xfrm>
            <a:off x="3328275" y="3136822"/>
            <a:ext cx="0" cy="330192"/>
          </a:xfrm>
          <a:prstGeom prst="line">
            <a:avLst/>
          </a:prstGeom>
          <a:noFill/>
          <a:ln w="8255">
            <a:solidFill>
              <a:srgbClr val="8A8A80"/>
            </a:solidFill>
            <a:prstDash val="solid"/>
          </a:ln>
        </p:spPr>
      </p:sp>
      <p:sp>
        <p:nvSpPr>
          <p:cNvPr id="49" name="Shape 47"/>
          <p:cNvSpPr/>
          <p:nvPr/>
        </p:nvSpPr>
        <p:spPr>
          <a:xfrm>
            <a:off x="3374401" y="3136822"/>
            <a:ext cx="0" cy="330192"/>
          </a:xfrm>
          <a:prstGeom prst="line">
            <a:avLst/>
          </a:prstGeom>
          <a:noFill/>
          <a:ln w="8255">
            <a:solidFill>
              <a:srgbClr val="8A8A80"/>
            </a:solidFill>
            <a:prstDash val="solid"/>
          </a:ln>
        </p:spPr>
      </p:sp>
      <p:sp>
        <p:nvSpPr>
          <p:cNvPr id="50" name="Shape 48"/>
          <p:cNvSpPr/>
          <p:nvPr/>
        </p:nvSpPr>
        <p:spPr>
          <a:xfrm>
            <a:off x="3420528" y="3136822"/>
            <a:ext cx="0" cy="330192"/>
          </a:xfrm>
          <a:prstGeom prst="line">
            <a:avLst/>
          </a:prstGeom>
          <a:noFill/>
          <a:ln w="8255">
            <a:solidFill>
              <a:srgbClr val="8A8A80"/>
            </a:solidFill>
            <a:prstDash val="solid"/>
          </a:ln>
        </p:spPr>
      </p:sp>
      <p:sp>
        <p:nvSpPr>
          <p:cNvPr id="51" name="Shape 49"/>
          <p:cNvSpPr/>
          <p:nvPr/>
        </p:nvSpPr>
        <p:spPr>
          <a:xfrm>
            <a:off x="3466654" y="3136822"/>
            <a:ext cx="0" cy="330192"/>
          </a:xfrm>
          <a:prstGeom prst="line">
            <a:avLst/>
          </a:prstGeom>
          <a:noFill/>
          <a:ln w="8255">
            <a:solidFill>
              <a:srgbClr val="8A8A80"/>
            </a:solidFill>
            <a:prstDash val="solid"/>
          </a:ln>
        </p:spPr>
      </p:sp>
      <p:sp>
        <p:nvSpPr>
          <p:cNvPr id="52" name="Shape 50"/>
          <p:cNvSpPr/>
          <p:nvPr/>
        </p:nvSpPr>
        <p:spPr>
          <a:xfrm>
            <a:off x="3512780" y="3136822"/>
            <a:ext cx="0" cy="330192"/>
          </a:xfrm>
          <a:prstGeom prst="line">
            <a:avLst/>
          </a:prstGeom>
          <a:noFill/>
          <a:ln w="8255">
            <a:solidFill>
              <a:srgbClr val="8A8A80"/>
            </a:solidFill>
            <a:prstDash val="solid"/>
          </a:ln>
        </p:spPr>
      </p:sp>
      <p:sp>
        <p:nvSpPr>
          <p:cNvPr id="53" name="Shape 51"/>
          <p:cNvSpPr/>
          <p:nvPr/>
        </p:nvSpPr>
        <p:spPr>
          <a:xfrm>
            <a:off x="3558906" y="3136822"/>
            <a:ext cx="0" cy="330192"/>
          </a:xfrm>
          <a:prstGeom prst="line">
            <a:avLst/>
          </a:prstGeom>
          <a:noFill/>
          <a:ln w="8255">
            <a:solidFill>
              <a:srgbClr val="8A8A80"/>
            </a:solidFill>
            <a:prstDash val="solid"/>
          </a:ln>
        </p:spPr>
      </p:sp>
      <p:sp>
        <p:nvSpPr>
          <p:cNvPr id="54" name="Shape 52"/>
          <p:cNvSpPr/>
          <p:nvPr/>
        </p:nvSpPr>
        <p:spPr>
          <a:xfrm>
            <a:off x="3605033" y="3136822"/>
            <a:ext cx="0" cy="330192"/>
          </a:xfrm>
          <a:prstGeom prst="line">
            <a:avLst/>
          </a:prstGeom>
          <a:noFill/>
          <a:ln w="8255">
            <a:solidFill>
              <a:srgbClr val="8A8A80"/>
            </a:solidFill>
            <a:prstDash val="solid"/>
          </a:ln>
        </p:spPr>
      </p:sp>
      <p:sp>
        <p:nvSpPr>
          <p:cNvPr id="55" name="Shape 53"/>
          <p:cNvSpPr/>
          <p:nvPr/>
        </p:nvSpPr>
        <p:spPr>
          <a:xfrm>
            <a:off x="3651159" y="3136822"/>
            <a:ext cx="0" cy="330192"/>
          </a:xfrm>
          <a:prstGeom prst="line">
            <a:avLst/>
          </a:prstGeom>
          <a:noFill/>
          <a:ln w="8255">
            <a:solidFill>
              <a:srgbClr val="8A8A80"/>
            </a:solidFill>
            <a:prstDash val="solid"/>
          </a:ln>
        </p:spPr>
      </p:sp>
      <p:sp>
        <p:nvSpPr>
          <p:cNvPr id="56" name="Shape 54"/>
          <p:cNvSpPr/>
          <p:nvPr/>
        </p:nvSpPr>
        <p:spPr>
          <a:xfrm>
            <a:off x="3697285" y="3136822"/>
            <a:ext cx="0" cy="330192"/>
          </a:xfrm>
          <a:prstGeom prst="line">
            <a:avLst/>
          </a:prstGeom>
          <a:noFill/>
          <a:ln w="8255">
            <a:solidFill>
              <a:srgbClr val="8A8A80"/>
            </a:solidFill>
            <a:prstDash val="solid"/>
          </a:ln>
        </p:spPr>
      </p:sp>
      <p:sp>
        <p:nvSpPr>
          <p:cNvPr id="57" name="Shape 55"/>
          <p:cNvSpPr/>
          <p:nvPr/>
        </p:nvSpPr>
        <p:spPr>
          <a:xfrm>
            <a:off x="3743411" y="3136822"/>
            <a:ext cx="0" cy="330192"/>
          </a:xfrm>
          <a:prstGeom prst="line">
            <a:avLst/>
          </a:prstGeom>
          <a:noFill/>
          <a:ln w="8255">
            <a:solidFill>
              <a:srgbClr val="8A8A80"/>
            </a:solidFill>
            <a:prstDash val="solid"/>
          </a:ln>
        </p:spPr>
      </p:sp>
      <p:sp>
        <p:nvSpPr>
          <p:cNvPr id="58" name="Shape 56"/>
          <p:cNvSpPr/>
          <p:nvPr/>
        </p:nvSpPr>
        <p:spPr>
          <a:xfrm>
            <a:off x="3789537" y="3136822"/>
            <a:ext cx="0" cy="330192"/>
          </a:xfrm>
          <a:prstGeom prst="line">
            <a:avLst/>
          </a:prstGeom>
          <a:noFill/>
          <a:ln w="8255">
            <a:solidFill>
              <a:srgbClr val="8A8A80"/>
            </a:solidFill>
            <a:prstDash val="solid"/>
          </a:ln>
        </p:spPr>
      </p:sp>
      <p:sp>
        <p:nvSpPr>
          <p:cNvPr id="59" name="Shape 57"/>
          <p:cNvSpPr/>
          <p:nvPr/>
        </p:nvSpPr>
        <p:spPr>
          <a:xfrm>
            <a:off x="3835664" y="3136822"/>
            <a:ext cx="0" cy="330192"/>
          </a:xfrm>
          <a:prstGeom prst="line">
            <a:avLst/>
          </a:prstGeom>
          <a:noFill/>
          <a:ln w="8255">
            <a:solidFill>
              <a:srgbClr val="8A8A80"/>
            </a:solidFill>
            <a:prstDash val="solid"/>
          </a:ln>
        </p:spPr>
      </p:sp>
      <p:sp>
        <p:nvSpPr>
          <p:cNvPr id="60" name="Shape 58"/>
          <p:cNvSpPr/>
          <p:nvPr/>
        </p:nvSpPr>
        <p:spPr>
          <a:xfrm>
            <a:off x="3881790" y="3136822"/>
            <a:ext cx="0" cy="330192"/>
          </a:xfrm>
          <a:prstGeom prst="line">
            <a:avLst/>
          </a:prstGeom>
          <a:noFill/>
          <a:ln w="8255">
            <a:solidFill>
              <a:srgbClr val="8A8A80"/>
            </a:solidFill>
            <a:prstDash val="solid"/>
          </a:ln>
        </p:spPr>
      </p:sp>
      <p:sp>
        <p:nvSpPr>
          <p:cNvPr id="61" name="Shape 59"/>
          <p:cNvSpPr/>
          <p:nvPr/>
        </p:nvSpPr>
        <p:spPr>
          <a:xfrm>
            <a:off x="3927916" y="3136822"/>
            <a:ext cx="0" cy="330192"/>
          </a:xfrm>
          <a:prstGeom prst="line">
            <a:avLst/>
          </a:prstGeom>
          <a:noFill/>
          <a:ln w="8255">
            <a:solidFill>
              <a:srgbClr val="8A8A80"/>
            </a:solidFill>
            <a:prstDash val="solid"/>
          </a:ln>
        </p:spPr>
      </p:sp>
      <p:sp>
        <p:nvSpPr>
          <p:cNvPr id="62" name="Shape 60"/>
          <p:cNvSpPr/>
          <p:nvPr/>
        </p:nvSpPr>
        <p:spPr>
          <a:xfrm>
            <a:off x="3974042" y="3136822"/>
            <a:ext cx="0" cy="330192"/>
          </a:xfrm>
          <a:prstGeom prst="line">
            <a:avLst/>
          </a:prstGeom>
          <a:noFill/>
          <a:ln w="8255">
            <a:solidFill>
              <a:srgbClr val="8A8A80"/>
            </a:solidFill>
            <a:prstDash val="solid"/>
          </a:ln>
        </p:spPr>
      </p:sp>
      <p:sp>
        <p:nvSpPr>
          <p:cNvPr id="63" name="Shape 61"/>
          <p:cNvSpPr/>
          <p:nvPr/>
        </p:nvSpPr>
        <p:spPr>
          <a:xfrm>
            <a:off x="4020168" y="3136822"/>
            <a:ext cx="0" cy="330192"/>
          </a:xfrm>
          <a:prstGeom prst="line">
            <a:avLst/>
          </a:prstGeom>
          <a:noFill/>
          <a:ln w="8255">
            <a:solidFill>
              <a:srgbClr val="8A8A80"/>
            </a:solidFill>
            <a:prstDash val="solid"/>
          </a:ln>
        </p:spPr>
      </p:sp>
      <p:sp>
        <p:nvSpPr>
          <p:cNvPr id="64" name="Shape 62"/>
          <p:cNvSpPr/>
          <p:nvPr/>
        </p:nvSpPr>
        <p:spPr>
          <a:xfrm>
            <a:off x="4066295" y="3136822"/>
            <a:ext cx="0" cy="330192"/>
          </a:xfrm>
          <a:prstGeom prst="line">
            <a:avLst/>
          </a:prstGeom>
          <a:noFill/>
          <a:ln w="8255">
            <a:solidFill>
              <a:srgbClr val="8A8A80"/>
            </a:solidFill>
            <a:prstDash val="solid"/>
          </a:ln>
        </p:spPr>
      </p:sp>
      <p:sp>
        <p:nvSpPr>
          <p:cNvPr id="65" name="Shape 63"/>
          <p:cNvSpPr/>
          <p:nvPr/>
        </p:nvSpPr>
        <p:spPr>
          <a:xfrm>
            <a:off x="4112421" y="3136822"/>
            <a:ext cx="0" cy="330192"/>
          </a:xfrm>
          <a:prstGeom prst="line">
            <a:avLst/>
          </a:prstGeom>
          <a:noFill/>
          <a:ln w="8255">
            <a:solidFill>
              <a:srgbClr val="8A8A80"/>
            </a:solidFill>
            <a:prstDash val="solid"/>
          </a:ln>
        </p:spPr>
      </p:sp>
      <p:sp>
        <p:nvSpPr>
          <p:cNvPr id="66" name="Shape 64"/>
          <p:cNvSpPr/>
          <p:nvPr/>
        </p:nvSpPr>
        <p:spPr>
          <a:xfrm>
            <a:off x="4158547" y="3136822"/>
            <a:ext cx="0" cy="330192"/>
          </a:xfrm>
          <a:prstGeom prst="line">
            <a:avLst/>
          </a:prstGeom>
          <a:noFill/>
          <a:ln w="8255">
            <a:solidFill>
              <a:srgbClr val="8A8A80"/>
            </a:solidFill>
            <a:prstDash val="solid"/>
          </a:ln>
        </p:spPr>
      </p:sp>
      <p:sp>
        <p:nvSpPr>
          <p:cNvPr id="67" name="Shape 65"/>
          <p:cNvSpPr/>
          <p:nvPr/>
        </p:nvSpPr>
        <p:spPr>
          <a:xfrm>
            <a:off x="4204673" y="3136822"/>
            <a:ext cx="0" cy="330192"/>
          </a:xfrm>
          <a:prstGeom prst="line">
            <a:avLst/>
          </a:prstGeom>
          <a:noFill/>
          <a:ln w="8255">
            <a:solidFill>
              <a:srgbClr val="8A8A80"/>
            </a:solidFill>
            <a:prstDash val="solid"/>
          </a:ln>
        </p:spPr>
      </p:sp>
      <p:sp>
        <p:nvSpPr>
          <p:cNvPr id="68" name="Shape 66"/>
          <p:cNvSpPr/>
          <p:nvPr/>
        </p:nvSpPr>
        <p:spPr>
          <a:xfrm>
            <a:off x="4250799" y="3136822"/>
            <a:ext cx="0" cy="330192"/>
          </a:xfrm>
          <a:prstGeom prst="line">
            <a:avLst/>
          </a:prstGeom>
          <a:noFill/>
          <a:ln w="8255">
            <a:solidFill>
              <a:srgbClr val="8A8A80"/>
            </a:solidFill>
            <a:prstDash val="solid"/>
          </a:ln>
        </p:spPr>
      </p:sp>
      <p:sp>
        <p:nvSpPr>
          <p:cNvPr id="69" name="Shape 67"/>
          <p:cNvSpPr/>
          <p:nvPr/>
        </p:nvSpPr>
        <p:spPr>
          <a:xfrm>
            <a:off x="4296926" y="3136822"/>
            <a:ext cx="0" cy="330192"/>
          </a:xfrm>
          <a:prstGeom prst="line">
            <a:avLst/>
          </a:prstGeom>
          <a:noFill/>
          <a:ln w="8255">
            <a:solidFill>
              <a:srgbClr val="8A8A80"/>
            </a:solidFill>
            <a:prstDash val="solid"/>
          </a:ln>
        </p:spPr>
      </p:sp>
      <p:sp>
        <p:nvSpPr>
          <p:cNvPr id="70" name="Shape 68"/>
          <p:cNvSpPr/>
          <p:nvPr/>
        </p:nvSpPr>
        <p:spPr>
          <a:xfrm>
            <a:off x="4343052" y="3136822"/>
            <a:ext cx="0" cy="330192"/>
          </a:xfrm>
          <a:prstGeom prst="line">
            <a:avLst/>
          </a:prstGeom>
          <a:noFill/>
          <a:ln w="8255">
            <a:solidFill>
              <a:srgbClr val="8A8A80"/>
            </a:solidFill>
            <a:prstDash val="solid"/>
          </a:ln>
        </p:spPr>
      </p:sp>
      <p:sp>
        <p:nvSpPr>
          <p:cNvPr id="71" name="Shape 69"/>
          <p:cNvSpPr/>
          <p:nvPr/>
        </p:nvSpPr>
        <p:spPr>
          <a:xfrm>
            <a:off x="4389178" y="3136822"/>
            <a:ext cx="0" cy="330192"/>
          </a:xfrm>
          <a:prstGeom prst="line">
            <a:avLst/>
          </a:prstGeom>
          <a:noFill/>
          <a:ln w="8255">
            <a:solidFill>
              <a:srgbClr val="8A8A80"/>
            </a:solidFill>
            <a:prstDash val="solid"/>
          </a:ln>
        </p:spPr>
      </p:sp>
      <p:sp>
        <p:nvSpPr>
          <p:cNvPr id="72" name="Shape 70"/>
          <p:cNvSpPr/>
          <p:nvPr/>
        </p:nvSpPr>
        <p:spPr>
          <a:xfrm>
            <a:off x="4435304" y="3136822"/>
            <a:ext cx="0" cy="330192"/>
          </a:xfrm>
          <a:prstGeom prst="line">
            <a:avLst/>
          </a:prstGeom>
          <a:noFill/>
          <a:ln w="8255">
            <a:solidFill>
              <a:srgbClr val="8A8A80"/>
            </a:solidFill>
            <a:prstDash val="solid"/>
          </a:ln>
        </p:spPr>
      </p:sp>
      <p:sp>
        <p:nvSpPr>
          <p:cNvPr id="73" name="Shape 71"/>
          <p:cNvSpPr/>
          <p:nvPr/>
        </p:nvSpPr>
        <p:spPr>
          <a:xfrm>
            <a:off x="4481430" y="3136822"/>
            <a:ext cx="0" cy="330192"/>
          </a:xfrm>
          <a:prstGeom prst="line">
            <a:avLst/>
          </a:prstGeom>
          <a:noFill/>
          <a:ln w="8255">
            <a:solidFill>
              <a:srgbClr val="8A8A80"/>
            </a:solidFill>
            <a:prstDash val="solid"/>
          </a:ln>
        </p:spPr>
      </p:sp>
      <p:sp>
        <p:nvSpPr>
          <p:cNvPr id="74" name="Shape 72"/>
          <p:cNvSpPr/>
          <p:nvPr/>
        </p:nvSpPr>
        <p:spPr>
          <a:xfrm>
            <a:off x="4527557" y="3136822"/>
            <a:ext cx="0" cy="330192"/>
          </a:xfrm>
          <a:prstGeom prst="line">
            <a:avLst/>
          </a:prstGeom>
          <a:noFill/>
          <a:ln w="8255">
            <a:solidFill>
              <a:srgbClr val="8A8A80"/>
            </a:solidFill>
            <a:prstDash val="solid"/>
          </a:ln>
        </p:spPr>
      </p:sp>
      <p:sp>
        <p:nvSpPr>
          <p:cNvPr id="75" name="Shape 73"/>
          <p:cNvSpPr/>
          <p:nvPr/>
        </p:nvSpPr>
        <p:spPr>
          <a:xfrm>
            <a:off x="4573683" y="3136822"/>
            <a:ext cx="0" cy="330192"/>
          </a:xfrm>
          <a:prstGeom prst="line">
            <a:avLst/>
          </a:prstGeom>
          <a:noFill/>
          <a:ln w="8255">
            <a:solidFill>
              <a:srgbClr val="8A8A80"/>
            </a:solidFill>
            <a:prstDash val="solid"/>
          </a:ln>
        </p:spPr>
      </p:sp>
      <p:sp>
        <p:nvSpPr>
          <p:cNvPr id="76" name="Shape 74"/>
          <p:cNvSpPr/>
          <p:nvPr/>
        </p:nvSpPr>
        <p:spPr>
          <a:xfrm>
            <a:off x="4619809" y="3136822"/>
            <a:ext cx="0" cy="330192"/>
          </a:xfrm>
          <a:prstGeom prst="line">
            <a:avLst/>
          </a:prstGeom>
          <a:noFill/>
          <a:ln w="8255">
            <a:solidFill>
              <a:srgbClr val="8A8A80"/>
            </a:solidFill>
            <a:prstDash val="solid"/>
          </a:ln>
        </p:spPr>
      </p:sp>
      <p:sp>
        <p:nvSpPr>
          <p:cNvPr id="77" name="Shape 75"/>
          <p:cNvSpPr/>
          <p:nvPr/>
        </p:nvSpPr>
        <p:spPr>
          <a:xfrm>
            <a:off x="4665935" y="3136822"/>
            <a:ext cx="0" cy="330192"/>
          </a:xfrm>
          <a:prstGeom prst="line">
            <a:avLst/>
          </a:prstGeom>
          <a:noFill/>
          <a:ln w="8255">
            <a:solidFill>
              <a:srgbClr val="8A8A80"/>
            </a:solidFill>
            <a:prstDash val="solid"/>
          </a:ln>
        </p:spPr>
      </p:sp>
      <p:sp>
        <p:nvSpPr>
          <p:cNvPr id="78" name="Shape 76"/>
          <p:cNvSpPr/>
          <p:nvPr/>
        </p:nvSpPr>
        <p:spPr>
          <a:xfrm>
            <a:off x="4712061" y="3136822"/>
            <a:ext cx="0" cy="330192"/>
          </a:xfrm>
          <a:prstGeom prst="line">
            <a:avLst/>
          </a:prstGeom>
          <a:noFill/>
          <a:ln w="8255">
            <a:solidFill>
              <a:srgbClr val="8A8A80"/>
            </a:solidFill>
            <a:prstDash val="solid"/>
          </a:ln>
        </p:spPr>
      </p:sp>
      <p:sp>
        <p:nvSpPr>
          <p:cNvPr id="79" name="Shape 77"/>
          <p:cNvSpPr/>
          <p:nvPr/>
        </p:nvSpPr>
        <p:spPr>
          <a:xfrm>
            <a:off x="4758188" y="3136822"/>
            <a:ext cx="0" cy="330192"/>
          </a:xfrm>
          <a:prstGeom prst="line">
            <a:avLst/>
          </a:prstGeom>
          <a:noFill/>
          <a:ln w="8255">
            <a:solidFill>
              <a:srgbClr val="8A8A80"/>
            </a:solidFill>
            <a:prstDash val="solid"/>
          </a:ln>
        </p:spPr>
      </p:sp>
      <p:sp>
        <p:nvSpPr>
          <p:cNvPr id="80" name="Shape 78"/>
          <p:cNvSpPr/>
          <p:nvPr/>
        </p:nvSpPr>
        <p:spPr>
          <a:xfrm>
            <a:off x="4804314" y="3136822"/>
            <a:ext cx="0" cy="330192"/>
          </a:xfrm>
          <a:prstGeom prst="line">
            <a:avLst/>
          </a:prstGeom>
          <a:noFill/>
          <a:ln w="8255">
            <a:solidFill>
              <a:srgbClr val="8A8A80"/>
            </a:solidFill>
            <a:prstDash val="solid"/>
          </a:ln>
        </p:spPr>
      </p:sp>
      <p:sp>
        <p:nvSpPr>
          <p:cNvPr id="81" name="Shape 79"/>
          <p:cNvSpPr/>
          <p:nvPr/>
        </p:nvSpPr>
        <p:spPr>
          <a:xfrm>
            <a:off x="4850440" y="3136822"/>
            <a:ext cx="0" cy="330192"/>
          </a:xfrm>
          <a:prstGeom prst="line">
            <a:avLst/>
          </a:prstGeom>
          <a:noFill/>
          <a:ln w="8255">
            <a:solidFill>
              <a:srgbClr val="8A8A80"/>
            </a:solidFill>
            <a:prstDash val="solid"/>
          </a:ln>
        </p:spPr>
      </p:sp>
      <p:sp>
        <p:nvSpPr>
          <p:cNvPr id="82" name="Shape 80"/>
          <p:cNvSpPr/>
          <p:nvPr/>
        </p:nvSpPr>
        <p:spPr>
          <a:xfrm>
            <a:off x="4896566" y="3136822"/>
            <a:ext cx="0" cy="330192"/>
          </a:xfrm>
          <a:prstGeom prst="line">
            <a:avLst/>
          </a:prstGeom>
          <a:noFill/>
          <a:ln w="8255">
            <a:solidFill>
              <a:srgbClr val="8A8A80"/>
            </a:solidFill>
            <a:prstDash val="solid"/>
          </a:ln>
        </p:spPr>
      </p:sp>
      <p:sp>
        <p:nvSpPr>
          <p:cNvPr id="83" name="Shape 81"/>
          <p:cNvSpPr/>
          <p:nvPr/>
        </p:nvSpPr>
        <p:spPr>
          <a:xfrm>
            <a:off x="4942692" y="3136822"/>
            <a:ext cx="0" cy="330192"/>
          </a:xfrm>
          <a:prstGeom prst="line">
            <a:avLst/>
          </a:prstGeom>
          <a:noFill/>
          <a:ln w="8255">
            <a:solidFill>
              <a:srgbClr val="8A8A80"/>
            </a:solidFill>
            <a:prstDash val="solid"/>
          </a:ln>
        </p:spPr>
      </p:sp>
      <p:sp>
        <p:nvSpPr>
          <p:cNvPr id="84" name="Shape 82"/>
          <p:cNvSpPr/>
          <p:nvPr/>
        </p:nvSpPr>
        <p:spPr>
          <a:xfrm>
            <a:off x="4988819" y="3136822"/>
            <a:ext cx="0" cy="330192"/>
          </a:xfrm>
          <a:prstGeom prst="line">
            <a:avLst/>
          </a:prstGeom>
          <a:noFill/>
          <a:ln w="8255">
            <a:solidFill>
              <a:srgbClr val="8A8A80"/>
            </a:solidFill>
            <a:prstDash val="solid"/>
          </a:ln>
        </p:spPr>
      </p:sp>
      <p:sp>
        <p:nvSpPr>
          <p:cNvPr id="85" name="Shape 83"/>
          <p:cNvSpPr/>
          <p:nvPr/>
        </p:nvSpPr>
        <p:spPr>
          <a:xfrm>
            <a:off x="5034945" y="3136822"/>
            <a:ext cx="0" cy="330192"/>
          </a:xfrm>
          <a:prstGeom prst="line">
            <a:avLst/>
          </a:prstGeom>
          <a:noFill/>
          <a:ln w="8255">
            <a:solidFill>
              <a:srgbClr val="8A8A80"/>
            </a:solidFill>
            <a:prstDash val="solid"/>
          </a:ln>
        </p:spPr>
      </p:sp>
      <p:sp>
        <p:nvSpPr>
          <p:cNvPr id="86" name="Shape 84"/>
          <p:cNvSpPr/>
          <p:nvPr/>
        </p:nvSpPr>
        <p:spPr>
          <a:xfrm>
            <a:off x="5081071" y="3136822"/>
            <a:ext cx="0" cy="330192"/>
          </a:xfrm>
          <a:prstGeom prst="line">
            <a:avLst/>
          </a:prstGeom>
          <a:noFill/>
          <a:ln w="8255">
            <a:solidFill>
              <a:srgbClr val="8A8A80"/>
            </a:solidFill>
            <a:prstDash val="solid"/>
          </a:ln>
        </p:spPr>
      </p:sp>
      <p:sp>
        <p:nvSpPr>
          <p:cNvPr id="87" name="Shape 85"/>
          <p:cNvSpPr/>
          <p:nvPr/>
        </p:nvSpPr>
        <p:spPr>
          <a:xfrm>
            <a:off x="5127197" y="3136822"/>
            <a:ext cx="0" cy="330192"/>
          </a:xfrm>
          <a:prstGeom prst="line">
            <a:avLst/>
          </a:prstGeom>
          <a:noFill/>
          <a:ln w="8255">
            <a:solidFill>
              <a:srgbClr val="8A8A80"/>
            </a:solidFill>
            <a:prstDash val="solid"/>
          </a:ln>
        </p:spPr>
      </p:sp>
      <p:sp>
        <p:nvSpPr>
          <p:cNvPr id="88" name="Shape 86"/>
          <p:cNvSpPr/>
          <p:nvPr/>
        </p:nvSpPr>
        <p:spPr>
          <a:xfrm>
            <a:off x="5173323" y="3136822"/>
            <a:ext cx="0" cy="330192"/>
          </a:xfrm>
          <a:prstGeom prst="line">
            <a:avLst/>
          </a:prstGeom>
          <a:noFill/>
          <a:ln w="8255">
            <a:solidFill>
              <a:srgbClr val="8A8A80"/>
            </a:solidFill>
            <a:prstDash val="solid"/>
          </a:ln>
        </p:spPr>
      </p:sp>
      <p:sp>
        <p:nvSpPr>
          <p:cNvPr id="89" name="Shape 87"/>
          <p:cNvSpPr/>
          <p:nvPr/>
        </p:nvSpPr>
        <p:spPr>
          <a:xfrm>
            <a:off x="5219450" y="3136822"/>
            <a:ext cx="0" cy="330192"/>
          </a:xfrm>
          <a:prstGeom prst="line">
            <a:avLst/>
          </a:prstGeom>
          <a:noFill/>
          <a:ln w="8255">
            <a:solidFill>
              <a:srgbClr val="8A8A80"/>
            </a:solidFill>
            <a:prstDash val="solid"/>
          </a:ln>
        </p:spPr>
      </p:sp>
      <p:sp>
        <p:nvSpPr>
          <p:cNvPr id="90" name="Shape 88"/>
          <p:cNvSpPr/>
          <p:nvPr/>
        </p:nvSpPr>
        <p:spPr>
          <a:xfrm>
            <a:off x="5265576" y="3136822"/>
            <a:ext cx="0" cy="330192"/>
          </a:xfrm>
          <a:prstGeom prst="line">
            <a:avLst/>
          </a:prstGeom>
          <a:noFill/>
          <a:ln w="8255">
            <a:solidFill>
              <a:srgbClr val="8A8A80"/>
            </a:solidFill>
            <a:prstDash val="solid"/>
          </a:ln>
        </p:spPr>
      </p:sp>
      <p:sp>
        <p:nvSpPr>
          <p:cNvPr id="91" name="Shape 89"/>
          <p:cNvSpPr/>
          <p:nvPr/>
        </p:nvSpPr>
        <p:spPr>
          <a:xfrm>
            <a:off x="5311702" y="3136822"/>
            <a:ext cx="0" cy="330192"/>
          </a:xfrm>
          <a:prstGeom prst="line">
            <a:avLst/>
          </a:prstGeom>
          <a:noFill/>
          <a:ln w="8255">
            <a:solidFill>
              <a:srgbClr val="8A8A80"/>
            </a:solidFill>
            <a:prstDash val="solid"/>
          </a:ln>
        </p:spPr>
      </p:sp>
      <p:sp>
        <p:nvSpPr>
          <p:cNvPr id="92" name="Shape 90"/>
          <p:cNvSpPr/>
          <p:nvPr/>
        </p:nvSpPr>
        <p:spPr>
          <a:xfrm>
            <a:off x="5357828" y="3136822"/>
            <a:ext cx="0" cy="330192"/>
          </a:xfrm>
          <a:prstGeom prst="line">
            <a:avLst/>
          </a:prstGeom>
          <a:noFill/>
          <a:ln w="8255">
            <a:solidFill>
              <a:srgbClr val="8A8A80"/>
            </a:solidFill>
            <a:prstDash val="solid"/>
          </a:ln>
        </p:spPr>
      </p:sp>
      <p:sp>
        <p:nvSpPr>
          <p:cNvPr id="93" name="Shape 91"/>
          <p:cNvSpPr/>
          <p:nvPr/>
        </p:nvSpPr>
        <p:spPr>
          <a:xfrm>
            <a:off x="5403955" y="3136822"/>
            <a:ext cx="0" cy="330192"/>
          </a:xfrm>
          <a:prstGeom prst="line">
            <a:avLst/>
          </a:prstGeom>
          <a:noFill/>
          <a:ln w="8255">
            <a:solidFill>
              <a:srgbClr val="8A8A80"/>
            </a:solidFill>
            <a:prstDash val="solid"/>
          </a:ln>
        </p:spPr>
      </p:sp>
      <p:sp>
        <p:nvSpPr>
          <p:cNvPr id="94" name="Shape 92"/>
          <p:cNvSpPr/>
          <p:nvPr/>
        </p:nvSpPr>
        <p:spPr>
          <a:xfrm>
            <a:off x="5450081" y="3136822"/>
            <a:ext cx="0" cy="330192"/>
          </a:xfrm>
          <a:prstGeom prst="line">
            <a:avLst/>
          </a:prstGeom>
          <a:noFill/>
          <a:ln w="8255">
            <a:solidFill>
              <a:srgbClr val="8A8A80"/>
            </a:solidFill>
            <a:prstDash val="solid"/>
          </a:ln>
        </p:spPr>
      </p:sp>
      <p:sp>
        <p:nvSpPr>
          <p:cNvPr id="95" name="Shape 93"/>
          <p:cNvSpPr/>
          <p:nvPr/>
        </p:nvSpPr>
        <p:spPr>
          <a:xfrm>
            <a:off x="5496207" y="3136822"/>
            <a:ext cx="0" cy="330192"/>
          </a:xfrm>
          <a:prstGeom prst="line">
            <a:avLst/>
          </a:prstGeom>
          <a:noFill/>
          <a:ln w="8255">
            <a:solidFill>
              <a:srgbClr val="8A8A80"/>
            </a:solidFill>
            <a:prstDash val="solid"/>
          </a:ln>
        </p:spPr>
      </p:sp>
      <p:sp>
        <p:nvSpPr>
          <p:cNvPr id="96" name="Shape 94"/>
          <p:cNvSpPr/>
          <p:nvPr/>
        </p:nvSpPr>
        <p:spPr>
          <a:xfrm>
            <a:off x="5542333" y="3136822"/>
            <a:ext cx="0" cy="330192"/>
          </a:xfrm>
          <a:prstGeom prst="line">
            <a:avLst/>
          </a:prstGeom>
          <a:noFill/>
          <a:ln w="8255">
            <a:solidFill>
              <a:srgbClr val="8A8A80"/>
            </a:solidFill>
            <a:prstDash val="solid"/>
          </a:ln>
        </p:spPr>
      </p:sp>
      <p:sp>
        <p:nvSpPr>
          <p:cNvPr id="97" name="Shape 95"/>
          <p:cNvSpPr/>
          <p:nvPr/>
        </p:nvSpPr>
        <p:spPr>
          <a:xfrm>
            <a:off x="5588459" y="3136822"/>
            <a:ext cx="0" cy="330192"/>
          </a:xfrm>
          <a:prstGeom prst="line">
            <a:avLst/>
          </a:prstGeom>
          <a:noFill/>
          <a:ln w="8255">
            <a:solidFill>
              <a:srgbClr val="8A8A80"/>
            </a:solidFill>
            <a:prstDash val="solid"/>
          </a:ln>
        </p:spPr>
      </p:sp>
      <p:sp>
        <p:nvSpPr>
          <p:cNvPr id="98" name="Shape 96"/>
          <p:cNvSpPr/>
          <p:nvPr/>
        </p:nvSpPr>
        <p:spPr>
          <a:xfrm>
            <a:off x="5634586" y="3136822"/>
            <a:ext cx="0" cy="330192"/>
          </a:xfrm>
          <a:prstGeom prst="line">
            <a:avLst/>
          </a:prstGeom>
          <a:noFill/>
          <a:ln w="8255">
            <a:solidFill>
              <a:srgbClr val="8A8A80"/>
            </a:solidFill>
            <a:prstDash val="solid"/>
          </a:ln>
        </p:spPr>
      </p:sp>
      <p:sp>
        <p:nvSpPr>
          <p:cNvPr id="99" name="Shape 97"/>
          <p:cNvSpPr/>
          <p:nvPr/>
        </p:nvSpPr>
        <p:spPr>
          <a:xfrm>
            <a:off x="5680712" y="3136822"/>
            <a:ext cx="0" cy="330192"/>
          </a:xfrm>
          <a:prstGeom prst="line">
            <a:avLst/>
          </a:prstGeom>
          <a:noFill/>
          <a:ln w="8255">
            <a:solidFill>
              <a:srgbClr val="8A8A80"/>
            </a:solidFill>
            <a:prstDash val="solid"/>
          </a:ln>
        </p:spPr>
      </p:sp>
      <p:sp>
        <p:nvSpPr>
          <p:cNvPr id="100" name="Shape 98"/>
          <p:cNvSpPr/>
          <p:nvPr/>
        </p:nvSpPr>
        <p:spPr>
          <a:xfrm>
            <a:off x="5726838" y="3136822"/>
            <a:ext cx="0" cy="330192"/>
          </a:xfrm>
          <a:prstGeom prst="line">
            <a:avLst/>
          </a:prstGeom>
          <a:noFill/>
          <a:ln w="8255">
            <a:solidFill>
              <a:srgbClr val="8A8A80"/>
            </a:solidFill>
            <a:prstDash val="solid"/>
          </a:ln>
        </p:spPr>
      </p:sp>
      <p:sp>
        <p:nvSpPr>
          <p:cNvPr id="101" name="Shape 99"/>
          <p:cNvSpPr/>
          <p:nvPr/>
        </p:nvSpPr>
        <p:spPr>
          <a:xfrm>
            <a:off x="5772964" y="3136822"/>
            <a:ext cx="0" cy="330192"/>
          </a:xfrm>
          <a:prstGeom prst="line">
            <a:avLst/>
          </a:prstGeom>
          <a:noFill/>
          <a:ln w="8255">
            <a:solidFill>
              <a:srgbClr val="8A8A80"/>
            </a:solidFill>
            <a:prstDash val="solid"/>
          </a:ln>
        </p:spPr>
      </p:sp>
      <p:sp>
        <p:nvSpPr>
          <p:cNvPr id="102" name="Shape 100"/>
          <p:cNvSpPr/>
          <p:nvPr/>
        </p:nvSpPr>
        <p:spPr>
          <a:xfrm>
            <a:off x="5819090" y="3136822"/>
            <a:ext cx="0" cy="330192"/>
          </a:xfrm>
          <a:prstGeom prst="line">
            <a:avLst/>
          </a:prstGeom>
          <a:noFill/>
          <a:ln w="8255">
            <a:solidFill>
              <a:srgbClr val="8A8A80"/>
            </a:solidFill>
            <a:prstDash val="solid"/>
          </a:ln>
        </p:spPr>
      </p:sp>
      <p:sp>
        <p:nvSpPr>
          <p:cNvPr id="103" name="Shape 101"/>
          <p:cNvSpPr/>
          <p:nvPr/>
        </p:nvSpPr>
        <p:spPr>
          <a:xfrm>
            <a:off x="5865217" y="3136822"/>
            <a:ext cx="0" cy="330192"/>
          </a:xfrm>
          <a:prstGeom prst="line">
            <a:avLst/>
          </a:prstGeom>
          <a:noFill/>
          <a:ln w="8255">
            <a:solidFill>
              <a:srgbClr val="8A8A80"/>
            </a:solidFill>
            <a:prstDash val="solid"/>
          </a:ln>
        </p:spPr>
      </p:sp>
      <p:sp>
        <p:nvSpPr>
          <p:cNvPr id="104" name="Shape 102"/>
          <p:cNvSpPr/>
          <p:nvPr/>
        </p:nvSpPr>
        <p:spPr>
          <a:xfrm>
            <a:off x="5911343" y="3136822"/>
            <a:ext cx="0" cy="330192"/>
          </a:xfrm>
          <a:prstGeom prst="line">
            <a:avLst/>
          </a:prstGeom>
          <a:noFill/>
          <a:ln w="8255">
            <a:solidFill>
              <a:srgbClr val="8A8A80"/>
            </a:solidFill>
            <a:prstDash val="solid"/>
          </a:ln>
        </p:spPr>
      </p:sp>
      <p:sp>
        <p:nvSpPr>
          <p:cNvPr id="105" name="Shape 103"/>
          <p:cNvSpPr/>
          <p:nvPr/>
        </p:nvSpPr>
        <p:spPr>
          <a:xfrm>
            <a:off x="5957469" y="3136822"/>
            <a:ext cx="0" cy="330192"/>
          </a:xfrm>
          <a:prstGeom prst="line">
            <a:avLst/>
          </a:prstGeom>
          <a:noFill/>
          <a:ln w="8255">
            <a:solidFill>
              <a:srgbClr val="8A8A80"/>
            </a:solidFill>
            <a:prstDash val="solid"/>
          </a:ln>
        </p:spPr>
      </p:sp>
      <p:sp>
        <p:nvSpPr>
          <p:cNvPr id="106" name="Shape 104"/>
          <p:cNvSpPr/>
          <p:nvPr/>
        </p:nvSpPr>
        <p:spPr>
          <a:xfrm>
            <a:off x="6003595" y="3136822"/>
            <a:ext cx="0" cy="330192"/>
          </a:xfrm>
          <a:prstGeom prst="line">
            <a:avLst/>
          </a:prstGeom>
          <a:noFill/>
          <a:ln w="8255">
            <a:solidFill>
              <a:srgbClr val="8A8A80"/>
            </a:solidFill>
            <a:prstDash val="solid"/>
          </a:ln>
        </p:spPr>
      </p:sp>
      <p:sp>
        <p:nvSpPr>
          <p:cNvPr id="107" name="Shape 105"/>
          <p:cNvSpPr/>
          <p:nvPr/>
        </p:nvSpPr>
        <p:spPr>
          <a:xfrm>
            <a:off x="6049721" y="3136822"/>
            <a:ext cx="0" cy="330192"/>
          </a:xfrm>
          <a:prstGeom prst="line">
            <a:avLst/>
          </a:prstGeom>
          <a:noFill/>
          <a:ln w="8255">
            <a:solidFill>
              <a:srgbClr val="8A8A80"/>
            </a:solidFill>
            <a:prstDash val="solid"/>
          </a:ln>
        </p:spPr>
      </p:sp>
      <p:sp>
        <p:nvSpPr>
          <p:cNvPr id="108" name="Shape 106"/>
          <p:cNvSpPr/>
          <p:nvPr/>
        </p:nvSpPr>
        <p:spPr>
          <a:xfrm>
            <a:off x="6095848" y="3136822"/>
            <a:ext cx="0" cy="330192"/>
          </a:xfrm>
          <a:prstGeom prst="line">
            <a:avLst/>
          </a:prstGeom>
          <a:noFill/>
          <a:ln w="8255">
            <a:solidFill>
              <a:srgbClr val="8A8A80"/>
            </a:solidFill>
            <a:prstDash val="solid"/>
          </a:ln>
        </p:spPr>
      </p:sp>
      <p:sp>
        <p:nvSpPr>
          <p:cNvPr id="109" name="Shape 107"/>
          <p:cNvSpPr/>
          <p:nvPr/>
        </p:nvSpPr>
        <p:spPr>
          <a:xfrm>
            <a:off x="6141974" y="3136822"/>
            <a:ext cx="0" cy="330192"/>
          </a:xfrm>
          <a:prstGeom prst="line">
            <a:avLst/>
          </a:prstGeom>
          <a:noFill/>
          <a:ln w="8255">
            <a:solidFill>
              <a:srgbClr val="8A8A80"/>
            </a:solidFill>
            <a:prstDash val="solid"/>
          </a:ln>
        </p:spPr>
      </p:sp>
      <p:sp>
        <p:nvSpPr>
          <p:cNvPr id="110" name="Shape 108"/>
          <p:cNvSpPr/>
          <p:nvPr/>
        </p:nvSpPr>
        <p:spPr>
          <a:xfrm>
            <a:off x="6188100" y="3136822"/>
            <a:ext cx="0" cy="330192"/>
          </a:xfrm>
          <a:prstGeom prst="line">
            <a:avLst/>
          </a:prstGeom>
          <a:noFill/>
          <a:ln w="8255">
            <a:solidFill>
              <a:srgbClr val="8A8A80"/>
            </a:solidFill>
            <a:prstDash val="solid"/>
          </a:ln>
        </p:spPr>
      </p:sp>
      <p:sp>
        <p:nvSpPr>
          <p:cNvPr id="111" name="Shape 109"/>
          <p:cNvSpPr/>
          <p:nvPr/>
        </p:nvSpPr>
        <p:spPr>
          <a:xfrm>
            <a:off x="6234226" y="3136822"/>
            <a:ext cx="0" cy="330192"/>
          </a:xfrm>
          <a:prstGeom prst="line">
            <a:avLst/>
          </a:prstGeom>
          <a:noFill/>
          <a:ln w="8255">
            <a:solidFill>
              <a:srgbClr val="8A8A80"/>
            </a:solidFill>
            <a:prstDash val="solid"/>
          </a:ln>
        </p:spPr>
      </p:sp>
      <p:sp>
        <p:nvSpPr>
          <p:cNvPr id="112" name="Shape 110"/>
          <p:cNvSpPr/>
          <p:nvPr/>
        </p:nvSpPr>
        <p:spPr>
          <a:xfrm>
            <a:off x="6280352" y="3136822"/>
            <a:ext cx="0" cy="330192"/>
          </a:xfrm>
          <a:prstGeom prst="line">
            <a:avLst/>
          </a:prstGeom>
          <a:noFill/>
          <a:ln w="8255">
            <a:solidFill>
              <a:srgbClr val="8A8A80"/>
            </a:solidFill>
            <a:prstDash val="solid"/>
          </a:ln>
        </p:spPr>
      </p:sp>
      <p:sp>
        <p:nvSpPr>
          <p:cNvPr id="113" name="Shape 111"/>
          <p:cNvSpPr/>
          <p:nvPr/>
        </p:nvSpPr>
        <p:spPr>
          <a:xfrm>
            <a:off x="6326479" y="3136822"/>
            <a:ext cx="0" cy="330192"/>
          </a:xfrm>
          <a:prstGeom prst="line">
            <a:avLst/>
          </a:prstGeom>
          <a:noFill/>
          <a:ln w="8255">
            <a:solidFill>
              <a:srgbClr val="8A8A80"/>
            </a:solidFill>
            <a:prstDash val="solid"/>
          </a:ln>
        </p:spPr>
      </p:sp>
      <p:sp>
        <p:nvSpPr>
          <p:cNvPr id="114" name="Shape 112"/>
          <p:cNvSpPr/>
          <p:nvPr/>
        </p:nvSpPr>
        <p:spPr>
          <a:xfrm>
            <a:off x="6372605" y="3136822"/>
            <a:ext cx="0" cy="330192"/>
          </a:xfrm>
          <a:prstGeom prst="line">
            <a:avLst/>
          </a:prstGeom>
          <a:noFill/>
          <a:ln w="8255">
            <a:solidFill>
              <a:srgbClr val="8A8A80"/>
            </a:solidFill>
            <a:prstDash val="solid"/>
          </a:ln>
        </p:spPr>
      </p:sp>
      <p:sp>
        <p:nvSpPr>
          <p:cNvPr id="115" name="Shape 113"/>
          <p:cNvSpPr/>
          <p:nvPr/>
        </p:nvSpPr>
        <p:spPr>
          <a:xfrm>
            <a:off x="6418731" y="3136822"/>
            <a:ext cx="0" cy="330192"/>
          </a:xfrm>
          <a:prstGeom prst="line">
            <a:avLst/>
          </a:prstGeom>
          <a:noFill/>
          <a:ln w="8255">
            <a:solidFill>
              <a:srgbClr val="8A8A80"/>
            </a:solidFill>
            <a:prstDash val="solid"/>
          </a:ln>
        </p:spPr>
      </p:sp>
      <p:sp>
        <p:nvSpPr>
          <p:cNvPr id="116" name="Shape 114"/>
          <p:cNvSpPr/>
          <p:nvPr/>
        </p:nvSpPr>
        <p:spPr>
          <a:xfrm>
            <a:off x="6464857" y="3136822"/>
            <a:ext cx="0" cy="330192"/>
          </a:xfrm>
          <a:prstGeom prst="line">
            <a:avLst/>
          </a:prstGeom>
          <a:noFill/>
          <a:ln w="8255">
            <a:solidFill>
              <a:srgbClr val="8A8A80"/>
            </a:solidFill>
            <a:prstDash val="solid"/>
          </a:ln>
        </p:spPr>
      </p:sp>
      <p:sp>
        <p:nvSpPr>
          <p:cNvPr id="117" name="Shape 115"/>
          <p:cNvSpPr/>
          <p:nvPr/>
        </p:nvSpPr>
        <p:spPr>
          <a:xfrm>
            <a:off x="6510983" y="3136822"/>
            <a:ext cx="0" cy="330192"/>
          </a:xfrm>
          <a:prstGeom prst="line">
            <a:avLst/>
          </a:prstGeom>
          <a:noFill/>
          <a:ln w="8255">
            <a:solidFill>
              <a:srgbClr val="8A8A80"/>
            </a:solidFill>
            <a:prstDash val="solid"/>
          </a:ln>
        </p:spPr>
      </p:sp>
      <p:sp>
        <p:nvSpPr>
          <p:cNvPr id="118" name="Shape 116"/>
          <p:cNvSpPr/>
          <p:nvPr/>
        </p:nvSpPr>
        <p:spPr>
          <a:xfrm>
            <a:off x="6557110" y="3136822"/>
            <a:ext cx="0" cy="330192"/>
          </a:xfrm>
          <a:prstGeom prst="line">
            <a:avLst/>
          </a:prstGeom>
          <a:noFill/>
          <a:ln w="8255">
            <a:solidFill>
              <a:srgbClr val="8A8A80"/>
            </a:solidFill>
            <a:prstDash val="solid"/>
          </a:ln>
        </p:spPr>
      </p:sp>
      <p:sp>
        <p:nvSpPr>
          <p:cNvPr id="119" name="Shape 117"/>
          <p:cNvSpPr/>
          <p:nvPr/>
        </p:nvSpPr>
        <p:spPr>
          <a:xfrm>
            <a:off x="6603236" y="3136822"/>
            <a:ext cx="0" cy="330192"/>
          </a:xfrm>
          <a:prstGeom prst="line">
            <a:avLst/>
          </a:prstGeom>
          <a:noFill/>
          <a:ln w="8255">
            <a:solidFill>
              <a:srgbClr val="8A8A80"/>
            </a:solidFill>
            <a:prstDash val="solid"/>
          </a:ln>
        </p:spPr>
      </p:sp>
      <p:sp>
        <p:nvSpPr>
          <p:cNvPr id="120" name="Shape 118"/>
          <p:cNvSpPr/>
          <p:nvPr/>
        </p:nvSpPr>
        <p:spPr>
          <a:xfrm>
            <a:off x="6649362" y="3136822"/>
            <a:ext cx="0" cy="330192"/>
          </a:xfrm>
          <a:prstGeom prst="line">
            <a:avLst/>
          </a:prstGeom>
          <a:noFill/>
          <a:ln w="8255">
            <a:solidFill>
              <a:srgbClr val="8A8A80"/>
            </a:solidFill>
            <a:prstDash val="solid"/>
          </a:ln>
        </p:spPr>
      </p:sp>
      <p:sp>
        <p:nvSpPr>
          <p:cNvPr id="121" name="Shape 119"/>
          <p:cNvSpPr/>
          <p:nvPr/>
        </p:nvSpPr>
        <p:spPr>
          <a:xfrm>
            <a:off x="6695488" y="3136822"/>
            <a:ext cx="0" cy="330192"/>
          </a:xfrm>
          <a:prstGeom prst="line">
            <a:avLst/>
          </a:prstGeom>
          <a:noFill/>
          <a:ln w="8255">
            <a:solidFill>
              <a:srgbClr val="8A8A80"/>
            </a:solidFill>
            <a:prstDash val="solid"/>
          </a:ln>
        </p:spPr>
      </p:sp>
      <p:sp>
        <p:nvSpPr>
          <p:cNvPr id="122" name="Shape 120"/>
          <p:cNvSpPr/>
          <p:nvPr/>
        </p:nvSpPr>
        <p:spPr>
          <a:xfrm>
            <a:off x="6741614" y="3136822"/>
            <a:ext cx="0" cy="330192"/>
          </a:xfrm>
          <a:prstGeom prst="line">
            <a:avLst/>
          </a:prstGeom>
          <a:noFill/>
          <a:ln w="8255">
            <a:solidFill>
              <a:srgbClr val="8A8A80"/>
            </a:solidFill>
            <a:prstDash val="solid"/>
          </a:ln>
        </p:spPr>
      </p:sp>
      <p:sp>
        <p:nvSpPr>
          <p:cNvPr id="123" name="Shape 121"/>
          <p:cNvSpPr/>
          <p:nvPr/>
        </p:nvSpPr>
        <p:spPr>
          <a:xfrm>
            <a:off x="6787741" y="3136822"/>
            <a:ext cx="0" cy="330192"/>
          </a:xfrm>
          <a:prstGeom prst="line">
            <a:avLst/>
          </a:prstGeom>
          <a:noFill/>
          <a:ln w="8255">
            <a:solidFill>
              <a:srgbClr val="8A8A80"/>
            </a:solidFill>
            <a:prstDash val="solid"/>
          </a:ln>
        </p:spPr>
      </p:sp>
      <p:sp>
        <p:nvSpPr>
          <p:cNvPr id="124" name="Shape 122"/>
          <p:cNvSpPr/>
          <p:nvPr/>
        </p:nvSpPr>
        <p:spPr>
          <a:xfrm>
            <a:off x="6833867" y="3136822"/>
            <a:ext cx="0" cy="330192"/>
          </a:xfrm>
          <a:prstGeom prst="line">
            <a:avLst/>
          </a:prstGeom>
          <a:noFill/>
          <a:ln w="8255">
            <a:solidFill>
              <a:srgbClr val="8A8A80"/>
            </a:solidFill>
            <a:prstDash val="solid"/>
          </a:ln>
        </p:spPr>
      </p:sp>
      <p:sp>
        <p:nvSpPr>
          <p:cNvPr id="125" name="Shape 123"/>
          <p:cNvSpPr/>
          <p:nvPr/>
        </p:nvSpPr>
        <p:spPr>
          <a:xfrm>
            <a:off x="6879993" y="3136822"/>
            <a:ext cx="0" cy="330192"/>
          </a:xfrm>
          <a:prstGeom prst="line">
            <a:avLst/>
          </a:prstGeom>
          <a:noFill/>
          <a:ln w="8255">
            <a:solidFill>
              <a:srgbClr val="8A8A80"/>
            </a:solidFill>
            <a:prstDash val="solid"/>
          </a:ln>
        </p:spPr>
      </p:sp>
      <p:sp>
        <p:nvSpPr>
          <p:cNvPr id="126" name="Shape 124"/>
          <p:cNvSpPr/>
          <p:nvPr/>
        </p:nvSpPr>
        <p:spPr>
          <a:xfrm>
            <a:off x="6926119" y="3136822"/>
            <a:ext cx="0" cy="330192"/>
          </a:xfrm>
          <a:prstGeom prst="line">
            <a:avLst/>
          </a:prstGeom>
          <a:noFill/>
          <a:ln w="8255">
            <a:solidFill>
              <a:srgbClr val="8A8A80"/>
            </a:solidFill>
            <a:prstDash val="solid"/>
          </a:ln>
        </p:spPr>
      </p:sp>
      <p:sp>
        <p:nvSpPr>
          <p:cNvPr id="127" name="Shape 125"/>
          <p:cNvSpPr/>
          <p:nvPr/>
        </p:nvSpPr>
        <p:spPr>
          <a:xfrm>
            <a:off x="6972246" y="3136822"/>
            <a:ext cx="0" cy="330192"/>
          </a:xfrm>
          <a:prstGeom prst="line">
            <a:avLst/>
          </a:prstGeom>
          <a:noFill/>
          <a:ln w="8255">
            <a:solidFill>
              <a:srgbClr val="8A8A80"/>
            </a:solidFill>
            <a:prstDash val="solid"/>
          </a:ln>
        </p:spPr>
      </p:sp>
      <p:sp>
        <p:nvSpPr>
          <p:cNvPr id="128" name="Shape 126"/>
          <p:cNvSpPr/>
          <p:nvPr/>
        </p:nvSpPr>
        <p:spPr>
          <a:xfrm>
            <a:off x="7018372" y="3136822"/>
            <a:ext cx="0" cy="330192"/>
          </a:xfrm>
          <a:prstGeom prst="line">
            <a:avLst/>
          </a:prstGeom>
          <a:noFill/>
          <a:ln w="8255">
            <a:solidFill>
              <a:srgbClr val="8A8A80"/>
            </a:solidFill>
            <a:prstDash val="solid"/>
          </a:ln>
        </p:spPr>
      </p:sp>
      <p:sp>
        <p:nvSpPr>
          <p:cNvPr id="129" name="Shape 127"/>
          <p:cNvSpPr/>
          <p:nvPr/>
        </p:nvSpPr>
        <p:spPr>
          <a:xfrm>
            <a:off x="7064498" y="3136822"/>
            <a:ext cx="0" cy="330192"/>
          </a:xfrm>
          <a:prstGeom prst="line">
            <a:avLst/>
          </a:prstGeom>
          <a:noFill/>
          <a:ln w="8255">
            <a:solidFill>
              <a:srgbClr val="8A8A80"/>
            </a:solidFill>
            <a:prstDash val="solid"/>
          </a:ln>
        </p:spPr>
      </p:sp>
      <p:sp>
        <p:nvSpPr>
          <p:cNvPr id="130" name="Shape 128"/>
          <p:cNvSpPr/>
          <p:nvPr/>
        </p:nvSpPr>
        <p:spPr>
          <a:xfrm>
            <a:off x="7110624" y="3136822"/>
            <a:ext cx="0" cy="330192"/>
          </a:xfrm>
          <a:prstGeom prst="line">
            <a:avLst/>
          </a:prstGeom>
          <a:noFill/>
          <a:ln w="8255">
            <a:solidFill>
              <a:srgbClr val="8A8A80"/>
            </a:solidFill>
            <a:prstDash val="solid"/>
          </a:ln>
        </p:spPr>
      </p:sp>
      <p:sp>
        <p:nvSpPr>
          <p:cNvPr id="131" name="Shape 129"/>
          <p:cNvSpPr/>
          <p:nvPr/>
        </p:nvSpPr>
        <p:spPr>
          <a:xfrm>
            <a:off x="7156750" y="3136822"/>
            <a:ext cx="0" cy="330192"/>
          </a:xfrm>
          <a:prstGeom prst="line">
            <a:avLst/>
          </a:prstGeom>
          <a:noFill/>
          <a:ln w="8255">
            <a:solidFill>
              <a:srgbClr val="8A8A80"/>
            </a:solidFill>
            <a:prstDash val="solid"/>
          </a:ln>
        </p:spPr>
      </p:sp>
      <p:sp>
        <p:nvSpPr>
          <p:cNvPr id="132" name="Shape 130"/>
          <p:cNvSpPr/>
          <p:nvPr/>
        </p:nvSpPr>
        <p:spPr>
          <a:xfrm>
            <a:off x="7202877" y="3136822"/>
            <a:ext cx="0" cy="330192"/>
          </a:xfrm>
          <a:prstGeom prst="line">
            <a:avLst/>
          </a:prstGeom>
          <a:noFill/>
          <a:ln w="8255">
            <a:solidFill>
              <a:srgbClr val="8A8A80"/>
            </a:solidFill>
            <a:prstDash val="solid"/>
          </a:ln>
        </p:spPr>
      </p:sp>
      <p:sp>
        <p:nvSpPr>
          <p:cNvPr id="133" name="Shape 131"/>
          <p:cNvSpPr/>
          <p:nvPr/>
        </p:nvSpPr>
        <p:spPr>
          <a:xfrm>
            <a:off x="7249003" y="3136822"/>
            <a:ext cx="0" cy="330192"/>
          </a:xfrm>
          <a:prstGeom prst="line">
            <a:avLst/>
          </a:prstGeom>
          <a:noFill/>
          <a:ln w="8255">
            <a:solidFill>
              <a:srgbClr val="8A8A80"/>
            </a:solidFill>
            <a:prstDash val="solid"/>
          </a:ln>
        </p:spPr>
      </p:sp>
      <p:sp>
        <p:nvSpPr>
          <p:cNvPr id="134" name="Shape 132"/>
          <p:cNvSpPr/>
          <p:nvPr/>
        </p:nvSpPr>
        <p:spPr>
          <a:xfrm>
            <a:off x="7295129" y="3136822"/>
            <a:ext cx="0" cy="330192"/>
          </a:xfrm>
          <a:prstGeom prst="line">
            <a:avLst/>
          </a:prstGeom>
          <a:noFill/>
          <a:ln w="8255">
            <a:solidFill>
              <a:srgbClr val="8A8A80"/>
            </a:solidFill>
            <a:prstDash val="solid"/>
          </a:ln>
        </p:spPr>
      </p:sp>
      <p:sp>
        <p:nvSpPr>
          <p:cNvPr id="135" name="Shape 133"/>
          <p:cNvSpPr/>
          <p:nvPr/>
        </p:nvSpPr>
        <p:spPr>
          <a:xfrm>
            <a:off x="7341255" y="3136822"/>
            <a:ext cx="0" cy="330192"/>
          </a:xfrm>
          <a:prstGeom prst="line">
            <a:avLst/>
          </a:prstGeom>
          <a:noFill/>
          <a:ln w="8255">
            <a:solidFill>
              <a:srgbClr val="8A8A80"/>
            </a:solidFill>
            <a:prstDash val="solid"/>
          </a:ln>
        </p:spPr>
      </p:sp>
      <p:sp>
        <p:nvSpPr>
          <p:cNvPr id="136" name="Shape 134"/>
          <p:cNvSpPr/>
          <p:nvPr/>
        </p:nvSpPr>
        <p:spPr>
          <a:xfrm>
            <a:off x="7387381" y="3136822"/>
            <a:ext cx="0" cy="330192"/>
          </a:xfrm>
          <a:prstGeom prst="line">
            <a:avLst/>
          </a:prstGeom>
          <a:noFill/>
          <a:ln w="8255">
            <a:solidFill>
              <a:srgbClr val="8A8A80"/>
            </a:solidFill>
            <a:prstDash val="solid"/>
          </a:ln>
        </p:spPr>
      </p:sp>
      <p:sp>
        <p:nvSpPr>
          <p:cNvPr id="137" name="Shape 135"/>
          <p:cNvSpPr/>
          <p:nvPr/>
        </p:nvSpPr>
        <p:spPr>
          <a:xfrm>
            <a:off x="7433508" y="3136822"/>
            <a:ext cx="0" cy="330192"/>
          </a:xfrm>
          <a:prstGeom prst="line">
            <a:avLst/>
          </a:prstGeom>
          <a:noFill/>
          <a:ln w="8255">
            <a:solidFill>
              <a:srgbClr val="8A8A80"/>
            </a:solidFill>
            <a:prstDash val="solid"/>
          </a:ln>
        </p:spPr>
      </p:sp>
      <p:sp>
        <p:nvSpPr>
          <p:cNvPr id="138" name="Shape 136"/>
          <p:cNvSpPr/>
          <p:nvPr/>
        </p:nvSpPr>
        <p:spPr>
          <a:xfrm>
            <a:off x="7479634" y="3136822"/>
            <a:ext cx="0" cy="330192"/>
          </a:xfrm>
          <a:prstGeom prst="line">
            <a:avLst/>
          </a:prstGeom>
          <a:noFill/>
          <a:ln w="8255">
            <a:solidFill>
              <a:srgbClr val="8A8A80"/>
            </a:solidFill>
            <a:prstDash val="solid"/>
          </a:ln>
        </p:spPr>
      </p:sp>
      <p:sp>
        <p:nvSpPr>
          <p:cNvPr id="139" name="Shape 137"/>
          <p:cNvSpPr/>
          <p:nvPr/>
        </p:nvSpPr>
        <p:spPr>
          <a:xfrm>
            <a:off x="7525760" y="3136822"/>
            <a:ext cx="0" cy="330192"/>
          </a:xfrm>
          <a:prstGeom prst="line">
            <a:avLst/>
          </a:prstGeom>
          <a:noFill/>
          <a:ln w="8255">
            <a:solidFill>
              <a:srgbClr val="8A8A80"/>
            </a:solidFill>
            <a:prstDash val="solid"/>
          </a:ln>
        </p:spPr>
      </p:sp>
      <p:sp>
        <p:nvSpPr>
          <p:cNvPr id="140" name="Shape 138"/>
          <p:cNvSpPr/>
          <p:nvPr/>
        </p:nvSpPr>
        <p:spPr>
          <a:xfrm>
            <a:off x="7571886" y="3136822"/>
            <a:ext cx="0" cy="330192"/>
          </a:xfrm>
          <a:prstGeom prst="line">
            <a:avLst/>
          </a:prstGeom>
          <a:noFill/>
          <a:ln w="8255">
            <a:solidFill>
              <a:srgbClr val="8A8A80"/>
            </a:solidFill>
            <a:prstDash val="solid"/>
          </a:ln>
        </p:spPr>
      </p:sp>
      <p:sp>
        <p:nvSpPr>
          <p:cNvPr id="141" name="Shape 139"/>
          <p:cNvSpPr/>
          <p:nvPr/>
        </p:nvSpPr>
        <p:spPr>
          <a:xfrm>
            <a:off x="7618012" y="3136822"/>
            <a:ext cx="0" cy="330192"/>
          </a:xfrm>
          <a:prstGeom prst="line">
            <a:avLst/>
          </a:prstGeom>
          <a:noFill/>
          <a:ln w="8255">
            <a:solidFill>
              <a:srgbClr val="8A8A80"/>
            </a:solidFill>
            <a:prstDash val="solid"/>
          </a:ln>
        </p:spPr>
      </p:sp>
      <p:sp>
        <p:nvSpPr>
          <p:cNvPr id="142" name="Shape 140"/>
          <p:cNvSpPr/>
          <p:nvPr/>
        </p:nvSpPr>
        <p:spPr>
          <a:xfrm>
            <a:off x="7664139" y="3136822"/>
            <a:ext cx="0" cy="330192"/>
          </a:xfrm>
          <a:prstGeom prst="line">
            <a:avLst/>
          </a:prstGeom>
          <a:noFill/>
          <a:ln w="8255">
            <a:solidFill>
              <a:srgbClr val="8A8A80"/>
            </a:solidFill>
            <a:prstDash val="solid"/>
          </a:ln>
        </p:spPr>
      </p:sp>
      <p:sp>
        <p:nvSpPr>
          <p:cNvPr id="143" name="Shape 141"/>
          <p:cNvSpPr/>
          <p:nvPr/>
        </p:nvSpPr>
        <p:spPr>
          <a:xfrm>
            <a:off x="7710265" y="3136822"/>
            <a:ext cx="0" cy="330192"/>
          </a:xfrm>
          <a:prstGeom prst="line">
            <a:avLst/>
          </a:prstGeom>
          <a:noFill/>
          <a:ln w="8255">
            <a:solidFill>
              <a:srgbClr val="8A8A80"/>
            </a:solidFill>
            <a:prstDash val="solid"/>
          </a:ln>
        </p:spPr>
      </p:sp>
      <p:sp>
        <p:nvSpPr>
          <p:cNvPr id="144" name="Shape 142"/>
          <p:cNvSpPr/>
          <p:nvPr/>
        </p:nvSpPr>
        <p:spPr>
          <a:xfrm>
            <a:off x="7756391" y="3136822"/>
            <a:ext cx="0" cy="330192"/>
          </a:xfrm>
          <a:prstGeom prst="line">
            <a:avLst/>
          </a:prstGeom>
          <a:noFill/>
          <a:ln w="8255">
            <a:solidFill>
              <a:srgbClr val="8A8A80"/>
            </a:solidFill>
            <a:prstDash val="solid"/>
          </a:ln>
        </p:spPr>
      </p:sp>
      <p:sp>
        <p:nvSpPr>
          <p:cNvPr id="145" name="Shape 143"/>
          <p:cNvSpPr/>
          <p:nvPr/>
        </p:nvSpPr>
        <p:spPr>
          <a:xfrm>
            <a:off x="7802517" y="3136822"/>
            <a:ext cx="0" cy="330192"/>
          </a:xfrm>
          <a:prstGeom prst="line">
            <a:avLst/>
          </a:prstGeom>
          <a:noFill/>
          <a:ln w="8255">
            <a:solidFill>
              <a:srgbClr val="8A8A80"/>
            </a:solidFill>
            <a:prstDash val="solid"/>
          </a:ln>
        </p:spPr>
      </p:sp>
      <p:sp>
        <p:nvSpPr>
          <p:cNvPr id="146" name="Shape 144"/>
          <p:cNvSpPr/>
          <p:nvPr/>
        </p:nvSpPr>
        <p:spPr>
          <a:xfrm>
            <a:off x="7848643" y="3136822"/>
            <a:ext cx="0" cy="330192"/>
          </a:xfrm>
          <a:prstGeom prst="line">
            <a:avLst/>
          </a:prstGeom>
          <a:noFill/>
          <a:ln w="8255">
            <a:solidFill>
              <a:srgbClr val="8A8A80"/>
            </a:solidFill>
            <a:prstDash val="solid"/>
          </a:ln>
        </p:spPr>
      </p:sp>
      <p:sp>
        <p:nvSpPr>
          <p:cNvPr id="147" name="Shape 145"/>
          <p:cNvSpPr/>
          <p:nvPr/>
        </p:nvSpPr>
        <p:spPr>
          <a:xfrm>
            <a:off x="7894770" y="3136822"/>
            <a:ext cx="0" cy="330192"/>
          </a:xfrm>
          <a:prstGeom prst="line">
            <a:avLst/>
          </a:prstGeom>
          <a:noFill/>
          <a:ln w="8255">
            <a:solidFill>
              <a:srgbClr val="8A8A80"/>
            </a:solidFill>
            <a:prstDash val="solid"/>
          </a:ln>
        </p:spPr>
      </p:sp>
      <p:sp>
        <p:nvSpPr>
          <p:cNvPr id="148" name="Shape 146"/>
          <p:cNvSpPr/>
          <p:nvPr/>
        </p:nvSpPr>
        <p:spPr>
          <a:xfrm>
            <a:off x="7940896" y="3136822"/>
            <a:ext cx="0" cy="330192"/>
          </a:xfrm>
          <a:prstGeom prst="line">
            <a:avLst/>
          </a:prstGeom>
          <a:noFill/>
          <a:ln w="8255">
            <a:solidFill>
              <a:srgbClr val="8A8A80"/>
            </a:solidFill>
            <a:prstDash val="solid"/>
          </a:ln>
        </p:spPr>
      </p:sp>
      <p:sp>
        <p:nvSpPr>
          <p:cNvPr id="149" name="Shape 147"/>
          <p:cNvSpPr/>
          <p:nvPr/>
        </p:nvSpPr>
        <p:spPr>
          <a:xfrm>
            <a:off x="7987022" y="3136822"/>
            <a:ext cx="0" cy="330192"/>
          </a:xfrm>
          <a:prstGeom prst="line">
            <a:avLst/>
          </a:prstGeom>
          <a:noFill/>
          <a:ln w="8255">
            <a:solidFill>
              <a:srgbClr val="8A8A80"/>
            </a:solidFill>
            <a:prstDash val="solid"/>
          </a:ln>
        </p:spPr>
      </p:sp>
      <p:sp>
        <p:nvSpPr>
          <p:cNvPr id="150" name="Shape 148"/>
          <p:cNvSpPr/>
          <p:nvPr/>
        </p:nvSpPr>
        <p:spPr>
          <a:xfrm>
            <a:off x="8033148" y="3136822"/>
            <a:ext cx="0" cy="330192"/>
          </a:xfrm>
          <a:prstGeom prst="line">
            <a:avLst/>
          </a:prstGeom>
          <a:noFill/>
          <a:ln w="8255">
            <a:solidFill>
              <a:srgbClr val="8A8A80"/>
            </a:solidFill>
            <a:prstDash val="solid"/>
          </a:ln>
        </p:spPr>
      </p:sp>
      <p:sp>
        <p:nvSpPr>
          <p:cNvPr id="151" name="Shape 149"/>
          <p:cNvSpPr/>
          <p:nvPr/>
        </p:nvSpPr>
        <p:spPr>
          <a:xfrm>
            <a:off x="8079274" y="3136822"/>
            <a:ext cx="0" cy="330192"/>
          </a:xfrm>
          <a:prstGeom prst="line">
            <a:avLst/>
          </a:prstGeom>
          <a:noFill/>
          <a:ln w="8255">
            <a:solidFill>
              <a:srgbClr val="8A8A80"/>
            </a:solidFill>
            <a:prstDash val="solid"/>
          </a:ln>
        </p:spPr>
      </p:sp>
      <p:sp>
        <p:nvSpPr>
          <p:cNvPr id="152" name="Shape 150"/>
          <p:cNvSpPr/>
          <p:nvPr/>
        </p:nvSpPr>
        <p:spPr>
          <a:xfrm>
            <a:off x="8125401" y="3136822"/>
            <a:ext cx="0" cy="330192"/>
          </a:xfrm>
          <a:prstGeom prst="line">
            <a:avLst/>
          </a:prstGeom>
          <a:noFill/>
          <a:ln w="8255">
            <a:solidFill>
              <a:srgbClr val="8A8A80"/>
            </a:solidFill>
            <a:prstDash val="solid"/>
          </a:ln>
        </p:spPr>
      </p:sp>
      <p:sp>
        <p:nvSpPr>
          <p:cNvPr id="153" name="Shape 151"/>
          <p:cNvSpPr/>
          <p:nvPr/>
        </p:nvSpPr>
        <p:spPr>
          <a:xfrm>
            <a:off x="8171527" y="3136822"/>
            <a:ext cx="0" cy="330192"/>
          </a:xfrm>
          <a:prstGeom prst="line">
            <a:avLst/>
          </a:prstGeom>
          <a:noFill/>
          <a:ln w="8255">
            <a:solidFill>
              <a:srgbClr val="8A8A80"/>
            </a:solidFill>
            <a:prstDash val="solid"/>
          </a:ln>
        </p:spPr>
      </p:sp>
      <p:sp>
        <p:nvSpPr>
          <p:cNvPr id="154" name="Shape 152"/>
          <p:cNvSpPr/>
          <p:nvPr/>
        </p:nvSpPr>
        <p:spPr>
          <a:xfrm>
            <a:off x="8217653" y="3136822"/>
            <a:ext cx="0" cy="330192"/>
          </a:xfrm>
          <a:prstGeom prst="line">
            <a:avLst/>
          </a:prstGeom>
          <a:noFill/>
          <a:ln w="8255">
            <a:solidFill>
              <a:srgbClr val="8A8A80"/>
            </a:solidFill>
            <a:prstDash val="solid"/>
          </a:ln>
        </p:spPr>
      </p:sp>
      <p:sp>
        <p:nvSpPr>
          <p:cNvPr id="155" name="Shape 153"/>
          <p:cNvSpPr/>
          <p:nvPr/>
        </p:nvSpPr>
        <p:spPr>
          <a:xfrm>
            <a:off x="8263779" y="3136822"/>
            <a:ext cx="0" cy="330192"/>
          </a:xfrm>
          <a:prstGeom prst="line">
            <a:avLst/>
          </a:prstGeom>
          <a:noFill/>
          <a:ln w="8255">
            <a:solidFill>
              <a:srgbClr val="8A8A80"/>
            </a:solidFill>
            <a:prstDash val="solid"/>
          </a:ln>
        </p:spPr>
      </p:sp>
      <p:sp>
        <p:nvSpPr>
          <p:cNvPr id="156" name="Shape 154"/>
          <p:cNvSpPr/>
          <p:nvPr/>
        </p:nvSpPr>
        <p:spPr>
          <a:xfrm>
            <a:off x="8309905" y="3136822"/>
            <a:ext cx="0" cy="330192"/>
          </a:xfrm>
          <a:prstGeom prst="line">
            <a:avLst/>
          </a:prstGeom>
          <a:noFill/>
          <a:ln w="8255">
            <a:solidFill>
              <a:srgbClr val="8A8A80"/>
            </a:solidFill>
            <a:prstDash val="solid"/>
          </a:ln>
        </p:spPr>
      </p:sp>
      <p:sp>
        <p:nvSpPr>
          <p:cNvPr id="157" name="Shape 155"/>
          <p:cNvSpPr/>
          <p:nvPr/>
        </p:nvSpPr>
        <p:spPr>
          <a:xfrm>
            <a:off x="8356032" y="3136822"/>
            <a:ext cx="0" cy="330192"/>
          </a:xfrm>
          <a:prstGeom prst="line">
            <a:avLst/>
          </a:prstGeom>
          <a:noFill/>
          <a:ln w="8255">
            <a:solidFill>
              <a:srgbClr val="8A8A80"/>
            </a:solidFill>
            <a:prstDash val="solid"/>
          </a:ln>
        </p:spPr>
      </p:sp>
      <p:sp>
        <p:nvSpPr>
          <p:cNvPr id="158" name="Shape 156"/>
          <p:cNvSpPr/>
          <p:nvPr/>
        </p:nvSpPr>
        <p:spPr>
          <a:xfrm>
            <a:off x="8402158" y="3136822"/>
            <a:ext cx="0" cy="330192"/>
          </a:xfrm>
          <a:prstGeom prst="line">
            <a:avLst/>
          </a:prstGeom>
          <a:noFill/>
          <a:ln w="8255">
            <a:solidFill>
              <a:srgbClr val="8A8A80"/>
            </a:solidFill>
            <a:prstDash val="solid"/>
          </a:ln>
        </p:spPr>
      </p:sp>
      <p:sp>
        <p:nvSpPr>
          <p:cNvPr id="159" name="Shape 157"/>
          <p:cNvSpPr/>
          <p:nvPr/>
        </p:nvSpPr>
        <p:spPr>
          <a:xfrm>
            <a:off x="8448284" y="3136822"/>
            <a:ext cx="0" cy="330192"/>
          </a:xfrm>
          <a:prstGeom prst="line">
            <a:avLst/>
          </a:prstGeom>
          <a:noFill/>
          <a:ln w="8255">
            <a:solidFill>
              <a:srgbClr val="8A8A80"/>
            </a:solidFill>
            <a:prstDash val="solid"/>
          </a:ln>
        </p:spPr>
      </p:sp>
      <p:sp>
        <p:nvSpPr>
          <p:cNvPr id="160" name="Shape 158"/>
          <p:cNvSpPr/>
          <p:nvPr/>
        </p:nvSpPr>
        <p:spPr>
          <a:xfrm>
            <a:off x="8494410" y="3136822"/>
            <a:ext cx="0" cy="330192"/>
          </a:xfrm>
          <a:prstGeom prst="line">
            <a:avLst/>
          </a:prstGeom>
          <a:noFill/>
          <a:ln w="8255">
            <a:solidFill>
              <a:srgbClr val="8A8A80"/>
            </a:solidFill>
            <a:prstDash val="solid"/>
          </a:ln>
        </p:spPr>
      </p:sp>
      <p:sp>
        <p:nvSpPr>
          <p:cNvPr id="161" name="Shape 159"/>
          <p:cNvSpPr/>
          <p:nvPr/>
        </p:nvSpPr>
        <p:spPr>
          <a:xfrm>
            <a:off x="8540536" y="3136822"/>
            <a:ext cx="0" cy="330192"/>
          </a:xfrm>
          <a:prstGeom prst="line">
            <a:avLst/>
          </a:prstGeom>
          <a:noFill/>
          <a:ln w="8255">
            <a:solidFill>
              <a:srgbClr val="8A8A80"/>
            </a:solidFill>
            <a:prstDash val="solid"/>
          </a:ln>
        </p:spPr>
      </p:sp>
      <p:sp>
        <p:nvSpPr>
          <p:cNvPr id="162" name="Shape 160"/>
          <p:cNvSpPr/>
          <p:nvPr/>
        </p:nvSpPr>
        <p:spPr>
          <a:xfrm>
            <a:off x="8586663" y="3136822"/>
            <a:ext cx="0" cy="330192"/>
          </a:xfrm>
          <a:prstGeom prst="line">
            <a:avLst/>
          </a:prstGeom>
          <a:noFill/>
          <a:ln w="8255">
            <a:solidFill>
              <a:srgbClr val="8A8A80"/>
            </a:solidFill>
            <a:prstDash val="solid"/>
          </a:ln>
        </p:spPr>
      </p:sp>
      <p:sp>
        <p:nvSpPr>
          <p:cNvPr id="163" name="Shape 161"/>
          <p:cNvSpPr/>
          <p:nvPr/>
        </p:nvSpPr>
        <p:spPr>
          <a:xfrm>
            <a:off x="8632789" y="3136822"/>
            <a:ext cx="0" cy="330192"/>
          </a:xfrm>
          <a:prstGeom prst="line">
            <a:avLst/>
          </a:prstGeom>
          <a:noFill/>
          <a:ln w="8255">
            <a:solidFill>
              <a:srgbClr val="8A8A80"/>
            </a:solidFill>
            <a:prstDash val="solid"/>
          </a:ln>
        </p:spPr>
      </p:sp>
      <p:sp>
        <p:nvSpPr>
          <p:cNvPr id="164" name="Shape 162"/>
          <p:cNvSpPr/>
          <p:nvPr/>
        </p:nvSpPr>
        <p:spPr>
          <a:xfrm>
            <a:off x="8678915" y="3136822"/>
            <a:ext cx="0" cy="330192"/>
          </a:xfrm>
          <a:prstGeom prst="line">
            <a:avLst/>
          </a:prstGeom>
          <a:noFill/>
          <a:ln w="8255">
            <a:solidFill>
              <a:srgbClr val="8A8A80"/>
            </a:solidFill>
            <a:prstDash val="solid"/>
          </a:ln>
        </p:spPr>
      </p:sp>
      <p:sp>
        <p:nvSpPr>
          <p:cNvPr id="165" name="Shape 163"/>
          <p:cNvSpPr/>
          <p:nvPr/>
        </p:nvSpPr>
        <p:spPr>
          <a:xfrm>
            <a:off x="8725041" y="3136822"/>
            <a:ext cx="0" cy="330192"/>
          </a:xfrm>
          <a:prstGeom prst="line">
            <a:avLst/>
          </a:prstGeom>
          <a:noFill/>
          <a:ln w="8255">
            <a:solidFill>
              <a:srgbClr val="8A8A80"/>
            </a:solidFill>
            <a:prstDash val="solid"/>
          </a:ln>
        </p:spPr>
      </p:sp>
      <p:sp>
        <p:nvSpPr>
          <p:cNvPr id="166" name="Shape 164"/>
          <p:cNvSpPr/>
          <p:nvPr/>
        </p:nvSpPr>
        <p:spPr>
          <a:xfrm>
            <a:off x="8771168" y="3136822"/>
            <a:ext cx="0" cy="330192"/>
          </a:xfrm>
          <a:prstGeom prst="line">
            <a:avLst/>
          </a:prstGeom>
          <a:noFill/>
          <a:ln w="8255">
            <a:solidFill>
              <a:srgbClr val="8A8A80"/>
            </a:solidFill>
            <a:prstDash val="solid"/>
          </a:ln>
        </p:spPr>
      </p:sp>
      <p:sp>
        <p:nvSpPr>
          <p:cNvPr id="167" name="Shape 165"/>
          <p:cNvSpPr/>
          <p:nvPr/>
        </p:nvSpPr>
        <p:spPr>
          <a:xfrm>
            <a:off x="8817294" y="3136822"/>
            <a:ext cx="0" cy="330192"/>
          </a:xfrm>
          <a:prstGeom prst="line">
            <a:avLst/>
          </a:prstGeom>
          <a:noFill/>
          <a:ln w="8255">
            <a:solidFill>
              <a:srgbClr val="8A8A80"/>
            </a:solidFill>
            <a:prstDash val="solid"/>
          </a:ln>
        </p:spPr>
      </p:sp>
      <p:sp>
        <p:nvSpPr>
          <p:cNvPr id="168" name="Shape 166"/>
          <p:cNvSpPr/>
          <p:nvPr/>
        </p:nvSpPr>
        <p:spPr>
          <a:xfrm>
            <a:off x="8863420" y="3136822"/>
            <a:ext cx="0" cy="330192"/>
          </a:xfrm>
          <a:prstGeom prst="line">
            <a:avLst/>
          </a:prstGeom>
          <a:noFill/>
          <a:ln w="8255">
            <a:solidFill>
              <a:srgbClr val="8A8A80"/>
            </a:solidFill>
            <a:prstDash val="solid"/>
          </a:ln>
        </p:spPr>
      </p:sp>
      <p:sp>
        <p:nvSpPr>
          <p:cNvPr id="169" name="Shape 167"/>
          <p:cNvSpPr/>
          <p:nvPr/>
        </p:nvSpPr>
        <p:spPr>
          <a:xfrm>
            <a:off x="8909546" y="3136822"/>
            <a:ext cx="0" cy="330192"/>
          </a:xfrm>
          <a:prstGeom prst="line">
            <a:avLst/>
          </a:prstGeom>
          <a:noFill/>
          <a:ln w="8255">
            <a:solidFill>
              <a:srgbClr val="8A8A80"/>
            </a:solidFill>
            <a:prstDash val="solid"/>
          </a:ln>
        </p:spPr>
      </p:sp>
      <p:sp>
        <p:nvSpPr>
          <p:cNvPr id="170" name="Shape 168"/>
          <p:cNvSpPr/>
          <p:nvPr/>
        </p:nvSpPr>
        <p:spPr>
          <a:xfrm>
            <a:off x="8955672" y="3136822"/>
            <a:ext cx="0" cy="330192"/>
          </a:xfrm>
          <a:prstGeom prst="line">
            <a:avLst/>
          </a:prstGeom>
          <a:noFill/>
          <a:ln w="8255">
            <a:solidFill>
              <a:srgbClr val="8A8A80"/>
            </a:solidFill>
            <a:prstDash val="solid"/>
          </a:ln>
        </p:spPr>
      </p:sp>
      <p:sp>
        <p:nvSpPr>
          <p:cNvPr id="171" name="Shape 169"/>
          <p:cNvSpPr/>
          <p:nvPr/>
        </p:nvSpPr>
        <p:spPr>
          <a:xfrm>
            <a:off x="9001799" y="3136822"/>
            <a:ext cx="0" cy="330192"/>
          </a:xfrm>
          <a:prstGeom prst="line">
            <a:avLst/>
          </a:prstGeom>
          <a:noFill/>
          <a:ln w="8255">
            <a:solidFill>
              <a:srgbClr val="8A8A80"/>
            </a:solidFill>
            <a:prstDash val="solid"/>
          </a:ln>
        </p:spPr>
      </p:sp>
      <p:sp>
        <p:nvSpPr>
          <p:cNvPr id="172" name="Shape 170"/>
          <p:cNvSpPr/>
          <p:nvPr/>
        </p:nvSpPr>
        <p:spPr>
          <a:xfrm>
            <a:off x="9047925" y="3136822"/>
            <a:ext cx="0" cy="330192"/>
          </a:xfrm>
          <a:prstGeom prst="line">
            <a:avLst/>
          </a:prstGeom>
          <a:noFill/>
          <a:ln w="8255">
            <a:solidFill>
              <a:srgbClr val="8A8A80"/>
            </a:solidFill>
            <a:prstDash val="solid"/>
          </a:ln>
        </p:spPr>
      </p:sp>
      <p:sp>
        <p:nvSpPr>
          <p:cNvPr id="173" name="Shape 171"/>
          <p:cNvSpPr/>
          <p:nvPr/>
        </p:nvSpPr>
        <p:spPr>
          <a:xfrm>
            <a:off x="9094051" y="3136822"/>
            <a:ext cx="0" cy="330192"/>
          </a:xfrm>
          <a:prstGeom prst="line">
            <a:avLst/>
          </a:prstGeom>
          <a:noFill/>
          <a:ln w="8255">
            <a:solidFill>
              <a:srgbClr val="8A8A80"/>
            </a:solidFill>
            <a:prstDash val="solid"/>
          </a:ln>
        </p:spPr>
      </p:sp>
      <p:sp>
        <p:nvSpPr>
          <p:cNvPr id="174" name="Shape 172"/>
          <p:cNvSpPr/>
          <p:nvPr/>
        </p:nvSpPr>
        <p:spPr>
          <a:xfrm>
            <a:off x="9140177" y="3136822"/>
            <a:ext cx="0" cy="330192"/>
          </a:xfrm>
          <a:prstGeom prst="line">
            <a:avLst/>
          </a:prstGeom>
          <a:noFill/>
          <a:ln w="8255">
            <a:solidFill>
              <a:srgbClr val="8A8A80"/>
            </a:solidFill>
            <a:prstDash val="solid"/>
          </a:ln>
        </p:spPr>
      </p:sp>
      <p:sp>
        <p:nvSpPr>
          <p:cNvPr id="175" name="Shape 173"/>
          <p:cNvSpPr/>
          <p:nvPr/>
        </p:nvSpPr>
        <p:spPr>
          <a:xfrm>
            <a:off x="9186303" y="3136822"/>
            <a:ext cx="0" cy="330192"/>
          </a:xfrm>
          <a:prstGeom prst="line">
            <a:avLst/>
          </a:prstGeom>
          <a:noFill/>
          <a:ln w="8255">
            <a:solidFill>
              <a:srgbClr val="8A8A80"/>
            </a:solidFill>
            <a:prstDash val="solid"/>
          </a:ln>
        </p:spPr>
      </p:sp>
      <p:sp>
        <p:nvSpPr>
          <p:cNvPr id="176" name="Shape 174"/>
          <p:cNvSpPr/>
          <p:nvPr/>
        </p:nvSpPr>
        <p:spPr>
          <a:xfrm>
            <a:off x="9232430" y="3136822"/>
            <a:ext cx="0" cy="330192"/>
          </a:xfrm>
          <a:prstGeom prst="line">
            <a:avLst/>
          </a:prstGeom>
          <a:noFill/>
          <a:ln w="8255">
            <a:solidFill>
              <a:srgbClr val="8A8A80"/>
            </a:solidFill>
            <a:prstDash val="solid"/>
          </a:ln>
        </p:spPr>
      </p:sp>
      <p:sp>
        <p:nvSpPr>
          <p:cNvPr id="177" name="Shape 175"/>
          <p:cNvSpPr/>
          <p:nvPr/>
        </p:nvSpPr>
        <p:spPr>
          <a:xfrm>
            <a:off x="9278556" y="3136822"/>
            <a:ext cx="0" cy="330192"/>
          </a:xfrm>
          <a:prstGeom prst="line">
            <a:avLst/>
          </a:prstGeom>
          <a:noFill/>
          <a:ln w="8255">
            <a:solidFill>
              <a:srgbClr val="8A8A80"/>
            </a:solidFill>
            <a:prstDash val="solid"/>
          </a:ln>
        </p:spPr>
      </p:sp>
      <p:sp>
        <p:nvSpPr>
          <p:cNvPr id="178" name="Shape 176"/>
          <p:cNvSpPr/>
          <p:nvPr/>
        </p:nvSpPr>
        <p:spPr>
          <a:xfrm>
            <a:off x="9324682" y="3136822"/>
            <a:ext cx="0" cy="330192"/>
          </a:xfrm>
          <a:prstGeom prst="line">
            <a:avLst/>
          </a:prstGeom>
          <a:noFill/>
          <a:ln w="8255">
            <a:solidFill>
              <a:srgbClr val="8A8A80"/>
            </a:solidFill>
            <a:prstDash val="solid"/>
          </a:ln>
        </p:spPr>
      </p:sp>
      <p:sp>
        <p:nvSpPr>
          <p:cNvPr id="179" name="Shape 177"/>
          <p:cNvSpPr/>
          <p:nvPr/>
        </p:nvSpPr>
        <p:spPr>
          <a:xfrm>
            <a:off x="9370808" y="3136822"/>
            <a:ext cx="0" cy="330192"/>
          </a:xfrm>
          <a:prstGeom prst="line">
            <a:avLst/>
          </a:prstGeom>
          <a:noFill/>
          <a:ln w="8255">
            <a:solidFill>
              <a:srgbClr val="8A8A80"/>
            </a:solidFill>
            <a:prstDash val="solid"/>
          </a:ln>
        </p:spPr>
      </p:sp>
      <p:sp>
        <p:nvSpPr>
          <p:cNvPr id="180" name="Shape 178"/>
          <p:cNvSpPr/>
          <p:nvPr/>
        </p:nvSpPr>
        <p:spPr>
          <a:xfrm>
            <a:off x="9416934" y="3136822"/>
            <a:ext cx="0" cy="330192"/>
          </a:xfrm>
          <a:prstGeom prst="line">
            <a:avLst/>
          </a:prstGeom>
          <a:noFill/>
          <a:ln w="8255">
            <a:solidFill>
              <a:srgbClr val="8A8A80"/>
            </a:solidFill>
            <a:prstDash val="solid"/>
          </a:ln>
        </p:spPr>
      </p:sp>
      <p:sp>
        <p:nvSpPr>
          <p:cNvPr id="181" name="Shape 179"/>
          <p:cNvSpPr/>
          <p:nvPr/>
        </p:nvSpPr>
        <p:spPr>
          <a:xfrm>
            <a:off x="9463061" y="3136822"/>
            <a:ext cx="0" cy="330192"/>
          </a:xfrm>
          <a:prstGeom prst="line">
            <a:avLst/>
          </a:prstGeom>
          <a:noFill/>
          <a:ln w="8255">
            <a:solidFill>
              <a:srgbClr val="8A8A80"/>
            </a:solidFill>
            <a:prstDash val="solid"/>
          </a:ln>
        </p:spPr>
      </p:sp>
      <p:sp>
        <p:nvSpPr>
          <p:cNvPr id="182" name="Shape 180"/>
          <p:cNvSpPr/>
          <p:nvPr/>
        </p:nvSpPr>
        <p:spPr>
          <a:xfrm>
            <a:off x="9509187" y="3136822"/>
            <a:ext cx="0" cy="330192"/>
          </a:xfrm>
          <a:prstGeom prst="line">
            <a:avLst/>
          </a:prstGeom>
          <a:noFill/>
          <a:ln w="8255">
            <a:solidFill>
              <a:srgbClr val="8A8A80"/>
            </a:solidFill>
            <a:prstDash val="solid"/>
          </a:ln>
        </p:spPr>
      </p:sp>
      <p:sp>
        <p:nvSpPr>
          <p:cNvPr id="183" name="Shape 181"/>
          <p:cNvSpPr/>
          <p:nvPr/>
        </p:nvSpPr>
        <p:spPr>
          <a:xfrm>
            <a:off x="9555313" y="3136822"/>
            <a:ext cx="0" cy="330192"/>
          </a:xfrm>
          <a:prstGeom prst="line">
            <a:avLst/>
          </a:prstGeom>
          <a:noFill/>
          <a:ln w="8255">
            <a:solidFill>
              <a:srgbClr val="8A8A80"/>
            </a:solidFill>
            <a:prstDash val="solid"/>
          </a:ln>
        </p:spPr>
      </p:sp>
      <p:sp>
        <p:nvSpPr>
          <p:cNvPr id="184" name="Shape 182"/>
          <p:cNvSpPr/>
          <p:nvPr/>
        </p:nvSpPr>
        <p:spPr>
          <a:xfrm>
            <a:off x="9601439" y="3136822"/>
            <a:ext cx="0" cy="330192"/>
          </a:xfrm>
          <a:prstGeom prst="line">
            <a:avLst/>
          </a:prstGeom>
          <a:noFill/>
          <a:ln w="8255">
            <a:solidFill>
              <a:srgbClr val="8A8A80"/>
            </a:solidFill>
            <a:prstDash val="solid"/>
          </a:ln>
        </p:spPr>
      </p:sp>
      <p:sp>
        <p:nvSpPr>
          <p:cNvPr id="185" name="Shape 183"/>
          <p:cNvSpPr/>
          <p:nvPr/>
        </p:nvSpPr>
        <p:spPr>
          <a:xfrm>
            <a:off x="9647565" y="3136822"/>
            <a:ext cx="0" cy="330192"/>
          </a:xfrm>
          <a:prstGeom prst="line">
            <a:avLst/>
          </a:prstGeom>
          <a:noFill/>
          <a:ln w="8255">
            <a:solidFill>
              <a:srgbClr val="8A8A80"/>
            </a:solidFill>
            <a:prstDash val="solid"/>
          </a:ln>
        </p:spPr>
      </p:sp>
      <p:sp>
        <p:nvSpPr>
          <p:cNvPr id="186" name="Shape 184"/>
          <p:cNvSpPr/>
          <p:nvPr/>
        </p:nvSpPr>
        <p:spPr>
          <a:xfrm>
            <a:off x="9693692" y="3136822"/>
            <a:ext cx="0" cy="330192"/>
          </a:xfrm>
          <a:prstGeom prst="line">
            <a:avLst/>
          </a:prstGeom>
          <a:noFill/>
          <a:ln w="8255">
            <a:solidFill>
              <a:srgbClr val="8A8A80"/>
            </a:solidFill>
            <a:prstDash val="solid"/>
          </a:ln>
        </p:spPr>
      </p:sp>
      <p:sp>
        <p:nvSpPr>
          <p:cNvPr id="187" name="Shape 185"/>
          <p:cNvSpPr/>
          <p:nvPr/>
        </p:nvSpPr>
        <p:spPr>
          <a:xfrm>
            <a:off x="9739818" y="3136822"/>
            <a:ext cx="0" cy="330192"/>
          </a:xfrm>
          <a:prstGeom prst="line">
            <a:avLst/>
          </a:prstGeom>
          <a:noFill/>
          <a:ln w="8255">
            <a:solidFill>
              <a:srgbClr val="8A8A80"/>
            </a:solidFill>
            <a:prstDash val="solid"/>
          </a:ln>
        </p:spPr>
      </p:sp>
      <p:sp>
        <p:nvSpPr>
          <p:cNvPr id="188" name="Shape 186"/>
          <p:cNvSpPr/>
          <p:nvPr/>
        </p:nvSpPr>
        <p:spPr>
          <a:xfrm>
            <a:off x="9785944" y="3136822"/>
            <a:ext cx="0" cy="330192"/>
          </a:xfrm>
          <a:prstGeom prst="line">
            <a:avLst/>
          </a:prstGeom>
          <a:noFill/>
          <a:ln w="8255">
            <a:solidFill>
              <a:srgbClr val="8A8A80"/>
            </a:solidFill>
            <a:prstDash val="solid"/>
          </a:ln>
        </p:spPr>
      </p:sp>
      <p:sp>
        <p:nvSpPr>
          <p:cNvPr id="189" name="Shape 187"/>
          <p:cNvSpPr/>
          <p:nvPr/>
        </p:nvSpPr>
        <p:spPr>
          <a:xfrm>
            <a:off x="9832070" y="3136822"/>
            <a:ext cx="0" cy="330192"/>
          </a:xfrm>
          <a:prstGeom prst="line">
            <a:avLst/>
          </a:prstGeom>
          <a:noFill/>
          <a:ln w="8255">
            <a:solidFill>
              <a:srgbClr val="8A8A80"/>
            </a:solidFill>
            <a:prstDash val="solid"/>
          </a:ln>
        </p:spPr>
      </p:sp>
      <p:sp>
        <p:nvSpPr>
          <p:cNvPr id="190" name="Shape 188"/>
          <p:cNvSpPr/>
          <p:nvPr/>
        </p:nvSpPr>
        <p:spPr>
          <a:xfrm>
            <a:off x="9878196" y="3136822"/>
            <a:ext cx="0" cy="330192"/>
          </a:xfrm>
          <a:prstGeom prst="line">
            <a:avLst/>
          </a:prstGeom>
          <a:noFill/>
          <a:ln w="8255">
            <a:solidFill>
              <a:srgbClr val="8A8A80"/>
            </a:solidFill>
            <a:prstDash val="solid"/>
          </a:ln>
        </p:spPr>
      </p:sp>
      <p:sp>
        <p:nvSpPr>
          <p:cNvPr id="191" name="Shape 189"/>
          <p:cNvSpPr/>
          <p:nvPr/>
        </p:nvSpPr>
        <p:spPr>
          <a:xfrm>
            <a:off x="9924323" y="3136822"/>
            <a:ext cx="0" cy="330192"/>
          </a:xfrm>
          <a:prstGeom prst="line">
            <a:avLst/>
          </a:prstGeom>
          <a:noFill/>
          <a:ln w="8255">
            <a:solidFill>
              <a:srgbClr val="8A8A80"/>
            </a:solidFill>
            <a:prstDash val="solid"/>
          </a:ln>
        </p:spPr>
      </p:sp>
      <p:sp>
        <p:nvSpPr>
          <p:cNvPr id="192" name="Shape 190"/>
          <p:cNvSpPr/>
          <p:nvPr/>
        </p:nvSpPr>
        <p:spPr>
          <a:xfrm>
            <a:off x="9970449" y="3136822"/>
            <a:ext cx="0" cy="330192"/>
          </a:xfrm>
          <a:prstGeom prst="line">
            <a:avLst/>
          </a:prstGeom>
          <a:noFill/>
          <a:ln w="8255">
            <a:solidFill>
              <a:srgbClr val="8A8A80"/>
            </a:solidFill>
            <a:prstDash val="solid"/>
          </a:ln>
        </p:spPr>
      </p:sp>
      <p:sp>
        <p:nvSpPr>
          <p:cNvPr id="193" name="Shape 191"/>
          <p:cNvSpPr/>
          <p:nvPr/>
        </p:nvSpPr>
        <p:spPr>
          <a:xfrm>
            <a:off x="10016575" y="3136822"/>
            <a:ext cx="0" cy="330192"/>
          </a:xfrm>
          <a:prstGeom prst="line">
            <a:avLst/>
          </a:prstGeom>
          <a:noFill/>
          <a:ln w="8255">
            <a:solidFill>
              <a:srgbClr val="8A8A80"/>
            </a:solidFill>
            <a:prstDash val="solid"/>
          </a:ln>
        </p:spPr>
      </p:sp>
      <p:sp>
        <p:nvSpPr>
          <p:cNvPr id="194" name="Shape 192"/>
          <p:cNvSpPr/>
          <p:nvPr/>
        </p:nvSpPr>
        <p:spPr>
          <a:xfrm>
            <a:off x="10062701" y="3136822"/>
            <a:ext cx="0" cy="330192"/>
          </a:xfrm>
          <a:prstGeom prst="line">
            <a:avLst/>
          </a:prstGeom>
          <a:noFill/>
          <a:ln w="8255">
            <a:solidFill>
              <a:srgbClr val="8A8A80"/>
            </a:solidFill>
            <a:prstDash val="solid"/>
          </a:ln>
        </p:spPr>
      </p:sp>
      <p:sp>
        <p:nvSpPr>
          <p:cNvPr id="195" name="Shape 193"/>
          <p:cNvSpPr/>
          <p:nvPr/>
        </p:nvSpPr>
        <p:spPr>
          <a:xfrm>
            <a:off x="10108827" y="3136822"/>
            <a:ext cx="0" cy="330192"/>
          </a:xfrm>
          <a:prstGeom prst="line">
            <a:avLst/>
          </a:prstGeom>
          <a:noFill/>
          <a:ln w="8255">
            <a:solidFill>
              <a:srgbClr val="8A8A80"/>
            </a:solidFill>
            <a:prstDash val="solid"/>
          </a:ln>
        </p:spPr>
      </p:sp>
      <p:sp>
        <p:nvSpPr>
          <p:cNvPr id="196" name="Shape 194"/>
          <p:cNvSpPr/>
          <p:nvPr/>
        </p:nvSpPr>
        <p:spPr>
          <a:xfrm>
            <a:off x="10154954" y="3136822"/>
            <a:ext cx="0" cy="330192"/>
          </a:xfrm>
          <a:prstGeom prst="line">
            <a:avLst/>
          </a:prstGeom>
          <a:noFill/>
          <a:ln w="8255">
            <a:solidFill>
              <a:srgbClr val="8A8A80"/>
            </a:solidFill>
            <a:prstDash val="solid"/>
          </a:ln>
        </p:spPr>
      </p:sp>
      <p:sp>
        <p:nvSpPr>
          <p:cNvPr id="197" name="Shape 195"/>
          <p:cNvSpPr/>
          <p:nvPr/>
        </p:nvSpPr>
        <p:spPr>
          <a:xfrm>
            <a:off x="10201080" y="3136822"/>
            <a:ext cx="0" cy="330192"/>
          </a:xfrm>
          <a:prstGeom prst="line">
            <a:avLst/>
          </a:prstGeom>
          <a:noFill/>
          <a:ln w="8255">
            <a:solidFill>
              <a:srgbClr val="8A8A80"/>
            </a:solidFill>
            <a:prstDash val="solid"/>
          </a:ln>
        </p:spPr>
      </p:sp>
      <p:sp>
        <p:nvSpPr>
          <p:cNvPr id="198" name="Shape 196"/>
          <p:cNvSpPr/>
          <p:nvPr/>
        </p:nvSpPr>
        <p:spPr>
          <a:xfrm>
            <a:off x="10247206" y="3136822"/>
            <a:ext cx="0" cy="330192"/>
          </a:xfrm>
          <a:prstGeom prst="line">
            <a:avLst/>
          </a:prstGeom>
          <a:noFill/>
          <a:ln w="8255">
            <a:solidFill>
              <a:srgbClr val="8A8A80"/>
            </a:solidFill>
            <a:prstDash val="solid"/>
          </a:ln>
        </p:spPr>
      </p:sp>
      <p:sp>
        <p:nvSpPr>
          <p:cNvPr id="199" name="Shape 197"/>
          <p:cNvSpPr/>
          <p:nvPr/>
        </p:nvSpPr>
        <p:spPr>
          <a:xfrm>
            <a:off x="10293332" y="3136822"/>
            <a:ext cx="0" cy="330192"/>
          </a:xfrm>
          <a:prstGeom prst="line">
            <a:avLst/>
          </a:prstGeom>
          <a:noFill/>
          <a:ln w="8255">
            <a:solidFill>
              <a:srgbClr val="8A8A80"/>
            </a:solidFill>
            <a:prstDash val="solid"/>
          </a:ln>
        </p:spPr>
      </p:sp>
      <p:sp>
        <p:nvSpPr>
          <p:cNvPr id="200" name="Shape 198"/>
          <p:cNvSpPr/>
          <p:nvPr/>
        </p:nvSpPr>
        <p:spPr>
          <a:xfrm>
            <a:off x="10339458" y="3136822"/>
            <a:ext cx="0" cy="330192"/>
          </a:xfrm>
          <a:prstGeom prst="line">
            <a:avLst/>
          </a:prstGeom>
          <a:noFill/>
          <a:ln w="8255">
            <a:solidFill>
              <a:srgbClr val="8A8A80"/>
            </a:solidFill>
            <a:prstDash val="solid"/>
          </a:ln>
        </p:spPr>
      </p:sp>
      <p:sp>
        <p:nvSpPr>
          <p:cNvPr id="201" name="Shape 199"/>
          <p:cNvSpPr/>
          <p:nvPr/>
        </p:nvSpPr>
        <p:spPr>
          <a:xfrm>
            <a:off x="10385585" y="3136822"/>
            <a:ext cx="0" cy="330192"/>
          </a:xfrm>
          <a:prstGeom prst="line">
            <a:avLst/>
          </a:prstGeom>
          <a:noFill/>
          <a:ln w="8255">
            <a:solidFill>
              <a:srgbClr val="8A8A80"/>
            </a:solidFill>
            <a:prstDash val="solid"/>
          </a:ln>
        </p:spPr>
      </p:sp>
      <p:sp>
        <p:nvSpPr>
          <p:cNvPr id="202" name="Shape 200"/>
          <p:cNvSpPr/>
          <p:nvPr/>
        </p:nvSpPr>
        <p:spPr>
          <a:xfrm>
            <a:off x="10431711" y="3136822"/>
            <a:ext cx="0" cy="330192"/>
          </a:xfrm>
          <a:prstGeom prst="line">
            <a:avLst/>
          </a:prstGeom>
          <a:noFill/>
          <a:ln w="8255">
            <a:solidFill>
              <a:srgbClr val="8A8A80"/>
            </a:solidFill>
            <a:prstDash val="solid"/>
          </a:ln>
        </p:spPr>
      </p:sp>
      <p:sp>
        <p:nvSpPr>
          <p:cNvPr id="203" name="Shape 201"/>
          <p:cNvSpPr/>
          <p:nvPr/>
        </p:nvSpPr>
        <p:spPr>
          <a:xfrm>
            <a:off x="10477837" y="3136822"/>
            <a:ext cx="0" cy="330192"/>
          </a:xfrm>
          <a:prstGeom prst="line">
            <a:avLst/>
          </a:prstGeom>
          <a:noFill/>
          <a:ln w="8255">
            <a:solidFill>
              <a:srgbClr val="8A8A80"/>
            </a:solidFill>
            <a:prstDash val="solid"/>
          </a:ln>
        </p:spPr>
      </p:sp>
      <p:sp>
        <p:nvSpPr>
          <p:cNvPr id="204" name="Shape 202"/>
          <p:cNvSpPr/>
          <p:nvPr/>
        </p:nvSpPr>
        <p:spPr>
          <a:xfrm>
            <a:off x="10523963" y="3136822"/>
            <a:ext cx="0" cy="330192"/>
          </a:xfrm>
          <a:prstGeom prst="line">
            <a:avLst/>
          </a:prstGeom>
          <a:noFill/>
          <a:ln w="8255">
            <a:solidFill>
              <a:srgbClr val="8A8A80"/>
            </a:solidFill>
            <a:prstDash val="solid"/>
          </a:ln>
        </p:spPr>
      </p:sp>
      <p:sp>
        <p:nvSpPr>
          <p:cNvPr id="205" name="Shape 203"/>
          <p:cNvSpPr/>
          <p:nvPr/>
        </p:nvSpPr>
        <p:spPr>
          <a:xfrm>
            <a:off x="10570090" y="3136822"/>
            <a:ext cx="0" cy="330192"/>
          </a:xfrm>
          <a:prstGeom prst="line">
            <a:avLst/>
          </a:prstGeom>
          <a:noFill/>
          <a:ln w="8255">
            <a:solidFill>
              <a:srgbClr val="8A8A80"/>
            </a:solidFill>
            <a:prstDash val="solid"/>
          </a:ln>
        </p:spPr>
      </p:sp>
      <p:sp>
        <p:nvSpPr>
          <p:cNvPr id="206" name="Shape 204"/>
          <p:cNvSpPr/>
          <p:nvPr/>
        </p:nvSpPr>
        <p:spPr>
          <a:xfrm>
            <a:off x="10616216" y="3136822"/>
            <a:ext cx="0" cy="330192"/>
          </a:xfrm>
          <a:prstGeom prst="line">
            <a:avLst/>
          </a:prstGeom>
          <a:noFill/>
          <a:ln w="8255">
            <a:solidFill>
              <a:srgbClr val="8A8A80"/>
            </a:solidFill>
            <a:prstDash val="solid"/>
          </a:ln>
        </p:spPr>
      </p:sp>
      <p:sp>
        <p:nvSpPr>
          <p:cNvPr id="207" name="Shape 205"/>
          <p:cNvSpPr/>
          <p:nvPr/>
        </p:nvSpPr>
        <p:spPr>
          <a:xfrm>
            <a:off x="10662342" y="3136822"/>
            <a:ext cx="0" cy="330192"/>
          </a:xfrm>
          <a:prstGeom prst="line">
            <a:avLst/>
          </a:prstGeom>
          <a:noFill/>
          <a:ln w="8255">
            <a:solidFill>
              <a:srgbClr val="8A8A80"/>
            </a:solidFill>
            <a:prstDash val="solid"/>
          </a:ln>
        </p:spPr>
      </p:sp>
      <p:sp>
        <p:nvSpPr>
          <p:cNvPr id="208" name="Shape 206"/>
          <p:cNvSpPr/>
          <p:nvPr/>
        </p:nvSpPr>
        <p:spPr>
          <a:xfrm>
            <a:off x="10708468" y="3136822"/>
            <a:ext cx="0" cy="330192"/>
          </a:xfrm>
          <a:prstGeom prst="line">
            <a:avLst/>
          </a:prstGeom>
          <a:noFill/>
          <a:ln w="8255">
            <a:solidFill>
              <a:srgbClr val="8A8A80"/>
            </a:solidFill>
            <a:prstDash val="solid"/>
          </a:ln>
        </p:spPr>
      </p:sp>
      <p:sp>
        <p:nvSpPr>
          <p:cNvPr id="209" name="Shape 207"/>
          <p:cNvSpPr/>
          <p:nvPr/>
        </p:nvSpPr>
        <p:spPr>
          <a:xfrm>
            <a:off x="10754594" y="3136822"/>
            <a:ext cx="0" cy="330192"/>
          </a:xfrm>
          <a:prstGeom prst="line">
            <a:avLst/>
          </a:prstGeom>
          <a:noFill/>
          <a:ln w="8255">
            <a:solidFill>
              <a:srgbClr val="8A8A80"/>
            </a:solidFill>
            <a:prstDash val="solid"/>
          </a:ln>
        </p:spPr>
      </p:sp>
      <p:sp>
        <p:nvSpPr>
          <p:cNvPr id="210" name="Shape 208"/>
          <p:cNvSpPr/>
          <p:nvPr/>
        </p:nvSpPr>
        <p:spPr>
          <a:xfrm>
            <a:off x="10800721" y="3136822"/>
            <a:ext cx="0" cy="330192"/>
          </a:xfrm>
          <a:prstGeom prst="line">
            <a:avLst/>
          </a:prstGeom>
          <a:noFill/>
          <a:ln w="8255">
            <a:solidFill>
              <a:srgbClr val="8A8A80"/>
            </a:solidFill>
            <a:prstDash val="solid"/>
          </a:ln>
        </p:spPr>
      </p:sp>
      <p:sp>
        <p:nvSpPr>
          <p:cNvPr id="211" name="Shape 209"/>
          <p:cNvSpPr/>
          <p:nvPr/>
        </p:nvSpPr>
        <p:spPr>
          <a:xfrm>
            <a:off x="10846847" y="3136822"/>
            <a:ext cx="0" cy="330192"/>
          </a:xfrm>
          <a:prstGeom prst="line">
            <a:avLst/>
          </a:prstGeom>
          <a:noFill/>
          <a:ln w="8255">
            <a:solidFill>
              <a:srgbClr val="8A8A80"/>
            </a:solidFill>
            <a:prstDash val="solid"/>
          </a:ln>
        </p:spPr>
      </p:sp>
      <p:sp>
        <p:nvSpPr>
          <p:cNvPr id="212" name="Shape 210"/>
          <p:cNvSpPr/>
          <p:nvPr/>
        </p:nvSpPr>
        <p:spPr>
          <a:xfrm>
            <a:off x="10892973" y="3136822"/>
            <a:ext cx="0" cy="330192"/>
          </a:xfrm>
          <a:prstGeom prst="line">
            <a:avLst/>
          </a:prstGeom>
          <a:noFill/>
          <a:ln w="8255">
            <a:solidFill>
              <a:srgbClr val="8A8A80"/>
            </a:solidFill>
            <a:prstDash val="solid"/>
          </a:ln>
        </p:spPr>
      </p:sp>
      <p:sp>
        <p:nvSpPr>
          <p:cNvPr id="213" name="Shape 211"/>
          <p:cNvSpPr/>
          <p:nvPr/>
        </p:nvSpPr>
        <p:spPr>
          <a:xfrm>
            <a:off x="10939099" y="3136822"/>
            <a:ext cx="0" cy="330192"/>
          </a:xfrm>
          <a:prstGeom prst="line">
            <a:avLst/>
          </a:prstGeom>
          <a:noFill/>
          <a:ln w="8255">
            <a:solidFill>
              <a:srgbClr val="8A8A80"/>
            </a:solidFill>
            <a:prstDash val="solid"/>
          </a:ln>
        </p:spPr>
      </p:sp>
      <p:sp>
        <p:nvSpPr>
          <p:cNvPr id="214" name="Shape 212"/>
          <p:cNvSpPr/>
          <p:nvPr/>
        </p:nvSpPr>
        <p:spPr>
          <a:xfrm>
            <a:off x="10985225" y="3136822"/>
            <a:ext cx="0" cy="330192"/>
          </a:xfrm>
          <a:prstGeom prst="line">
            <a:avLst/>
          </a:prstGeom>
          <a:noFill/>
          <a:ln w="8255">
            <a:solidFill>
              <a:srgbClr val="8A8A80"/>
            </a:solidFill>
            <a:prstDash val="solid"/>
          </a:ln>
        </p:spPr>
      </p:sp>
      <p:sp>
        <p:nvSpPr>
          <p:cNvPr id="215" name="Text 213"/>
          <p:cNvSpPr txBox="1"/>
          <p:nvPr/>
        </p:nvSpPr>
        <p:spPr>
          <a:xfrm>
            <a:off x="1206470" y="2692333"/>
            <a:ext cx="482587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213 support groups, proposed in 71 minutes</a:t>
            </a:r>
            <a:endParaRPr lang="en-US" sz="1100" dirty="0"/>
          </a:p>
        </p:txBody>
      </p:sp>
      <p:sp>
        <p:nvSpPr>
          <p:cNvPr id="216" name="Text 214"/>
          <p:cNvSpPr txBox="1"/>
          <p:nvPr/>
        </p:nvSpPr>
        <p:spPr>
          <a:xfrm>
            <a:off x="1206470" y="3809905"/>
            <a:ext cx="1904952" cy="734042"/>
          </a:xfrm>
          <a:prstGeom prst="rect">
            <a:avLst/>
          </a:prstGeom>
          <a:noFill/>
          <a:ln/>
        </p:spPr>
        <p:txBody>
          <a:bodyPr wrap="square" lIns="0" tIns="0" rIns="0" bIns="0" rtlCol="0" anchor="t"/>
          <a:lstStyle/>
          <a:p>
            <a:pPr algn="l" indent="0" marL="0">
              <a:buNone/>
            </a:pPr>
            <a:r>
              <a:rPr lang="en-US" sz="3400" dirty="0">
                <a:solidFill>
                  <a:srgbClr val="1A1A16"/>
                </a:solidFill>
                <a:latin typeface="Calibri" pitchFamily="34" charset="0"/>
                <a:ea typeface="Calibri" pitchFamily="34" charset="-122"/>
                <a:cs typeface="Calibri" pitchFamily="34" charset="-120"/>
              </a:rPr>
              <a:t>0</a:t>
            </a:r>
            <a:endParaRPr lang="en-US" sz="3400" dirty="0"/>
          </a:p>
        </p:txBody>
      </p:sp>
      <p:sp>
        <p:nvSpPr>
          <p:cNvPr id="217" name="Text 215"/>
          <p:cNvSpPr txBox="1"/>
          <p:nvPr/>
        </p:nvSpPr>
        <p:spPr>
          <a:xfrm>
            <a:off x="1904952" y="3975001"/>
            <a:ext cx="5714857"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of them reviewed by a person</a:t>
            </a:r>
            <a:endParaRPr lang="en-US" sz="1100" dirty="0"/>
          </a:p>
        </p:txBody>
      </p:sp>
      <p:sp>
        <p:nvSpPr>
          <p:cNvPr id="218" name="Text 216"/>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213 SUPPORT GROUPS · 0 REVIEWED BY A PERSON</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4717" y="2849174"/>
            <a:ext cx="143506" cy="143506"/>
          </a:xfrm>
          <a:prstGeom prst="diamond">
            <a:avLst/>
          </a:prstGeom>
          <a:solidFill>
            <a:srgbClr val="FFFFFF"/>
          </a:solidFill>
          <a:ln w="12700">
            <a:solidFill>
              <a:srgbClr val="1A1A16"/>
            </a:solidFill>
            <a:prstDash val="solid"/>
          </a:ln>
        </p:spPr>
      </p:sp>
      <p:sp>
        <p:nvSpPr>
          <p:cNvPr id="3" name="Shape 1"/>
          <p:cNvSpPr/>
          <p:nvPr/>
        </p:nvSpPr>
        <p:spPr>
          <a:xfrm>
            <a:off x="1206470" y="2990775"/>
            <a:ext cx="0" cy="539737"/>
          </a:xfrm>
          <a:prstGeom prst="line">
            <a:avLst/>
          </a:prstGeom>
          <a:noFill/>
          <a:ln w="10160">
            <a:solidFill>
              <a:srgbClr val="8A8A80"/>
            </a:solidFill>
            <a:prstDash val="solid"/>
          </a:ln>
        </p:spPr>
      </p:sp>
      <p:sp>
        <p:nvSpPr>
          <p:cNvPr id="4" name="Shape 2"/>
          <p:cNvSpPr/>
          <p:nvPr/>
        </p:nvSpPr>
        <p:spPr>
          <a:xfrm>
            <a:off x="1319497" y="2849174"/>
            <a:ext cx="142871" cy="143506"/>
          </a:xfrm>
          <a:prstGeom prst="diamond">
            <a:avLst/>
          </a:prstGeom>
          <a:solidFill>
            <a:srgbClr val="FFFFFF"/>
          </a:solidFill>
          <a:ln w="12700">
            <a:solidFill>
              <a:srgbClr val="1A1A16"/>
            </a:solidFill>
            <a:prstDash val="solid"/>
          </a:ln>
        </p:spPr>
      </p:sp>
      <p:sp>
        <p:nvSpPr>
          <p:cNvPr id="5" name="Shape 3"/>
          <p:cNvSpPr/>
          <p:nvPr/>
        </p:nvSpPr>
        <p:spPr>
          <a:xfrm>
            <a:off x="1390975" y="2990775"/>
            <a:ext cx="0" cy="539737"/>
          </a:xfrm>
          <a:prstGeom prst="line">
            <a:avLst/>
          </a:prstGeom>
          <a:noFill/>
          <a:ln w="10160">
            <a:solidFill>
              <a:srgbClr val="8A8A80"/>
            </a:solidFill>
            <a:prstDash val="solid"/>
          </a:ln>
        </p:spPr>
      </p:sp>
      <p:sp>
        <p:nvSpPr>
          <p:cNvPr id="6" name="Shape 4"/>
          <p:cNvSpPr/>
          <p:nvPr/>
        </p:nvSpPr>
        <p:spPr>
          <a:xfrm>
            <a:off x="1503642" y="2849174"/>
            <a:ext cx="143506" cy="143506"/>
          </a:xfrm>
          <a:prstGeom prst="diamond">
            <a:avLst/>
          </a:prstGeom>
          <a:solidFill>
            <a:srgbClr val="FFFFFF"/>
          </a:solidFill>
          <a:ln w="12700">
            <a:solidFill>
              <a:srgbClr val="1A1A16"/>
            </a:solidFill>
            <a:prstDash val="solid"/>
          </a:ln>
        </p:spPr>
      </p:sp>
      <p:sp>
        <p:nvSpPr>
          <p:cNvPr id="7" name="Shape 5"/>
          <p:cNvSpPr/>
          <p:nvPr/>
        </p:nvSpPr>
        <p:spPr>
          <a:xfrm>
            <a:off x="1575479" y="2990775"/>
            <a:ext cx="0" cy="539737"/>
          </a:xfrm>
          <a:prstGeom prst="line">
            <a:avLst/>
          </a:prstGeom>
          <a:noFill/>
          <a:ln w="10160">
            <a:solidFill>
              <a:srgbClr val="8A8A80"/>
            </a:solidFill>
            <a:prstDash val="solid"/>
          </a:ln>
        </p:spPr>
      </p:sp>
      <p:sp>
        <p:nvSpPr>
          <p:cNvPr id="8" name="Shape 6"/>
          <p:cNvSpPr/>
          <p:nvPr/>
        </p:nvSpPr>
        <p:spPr>
          <a:xfrm>
            <a:off x="1688423" y="2849174"/>
            <a:ext cx="142871" cy="143506"/>
          </a:xfrm>
          <a:prstGeom prst="diamond">
            <a:avLst/>
          </a:prstGeom>
          <a:solidFill>
            <a:srgbClr val="FFFFFF"/>
          </a:solidFill>
          <a:ln w="12700">
            <a:solidFill>
              <a:srgbClr val="1A1A16"/>
            </a:solidFill>
            <a:prstDash val="solid"/>
          </a:ln>
        </p:spPr>
      </p:sp>
      <p:sp>
        <p:nvSpPr>
          <p:cNvPr id="9" name="Shape 7"/>
          <p:cNvSpPr/>
          <p:nvPr/>
        </p:nvSpPr>
        <p:spPr>
          <a:xfrm>
            <a:off x="1759984" y="2990775"/>
            <a:ext cx="0" cy="539737"/>
          </a:xfrm>
          <a:prstGeom prst="line">
            <a:avLst/>
          </a:prstGeom>
          <a:noFill/>
          <a:ln w="10160">
            <a:solidFill>
              <a:srgbClr val="8A8A80"/>
            </a:solidFill>
            <a:prstDash val="solid"/>
          </a:ln>
        </p:spPr>
      </p:sp>
      <p:sp>
        <p:nvSpPr>
          <p:cNvPr id="10" name="Shape 8"/>
          <p:cNvSpPr/>
          <p:nvPr/>
        </p:nvSpPr>
        <p:spPr>
          <a:xfrm>
            <a:off x="1872568" y="2849174"/>
            <a:ext cx="143506" cy="143506"/>
          </a:xfrm>
          <a:prstGeom prst="diamond">
            <a:avLst/>
          </a:prstGeom>
          <a:solidFill>
            <a:srgbClr val="FFFFFF"/>
          </a:solidFill>
          <a:ln w="12700">
            <a:solidFill>
              <a:srgbClr val="1A1A16"/>
            </a:solidFill>
            <a:prstDash val="solid"/>
          </a:ln>
        </p:spPr>
      </p:sp>
      <p:sp>
        <p:nvSpPr>
          <p:cNvPr id="11" name="Shape 9"/>
          <p:cNvSpPr/>
          <p:nvPr/>
        </p:nvSpPr>
        <p:spPr>
          <a:xfrm>
            <a:off x="1944489" y="2990775"/>
            <a:ext cx="0" cy="539737"/>
          </a:xfrm>
          <a:prstGeom prst="line">
            <a:avLst/>
          </a:prstGeom>
          <a:noFill/>
          <a:ln w="10160">
            <a:solidFill>
              <a:srgbClr val="8A8A80"/>
            </a:solidFill>
            <a:prstDash val="solid"/>
          </a:ln>
        </p:spPr>
      </p:sp>
      <p:sp>
        <p:nvSpPr>
          <p:cNvPr id="12" name="Shape 10"/>
          <p:cNvSpPr/>
          <p:nvPr/>
        </p:nvSpPr>
        <p:spPr>
          <a:xfrm>
            <a:off x="2057349" y="2849174"/>
            <a:ext cx="143506" cy="143506"/>
          </a:xfrm>
          <a:prstGeom prst="diamond">
            <a:avLst/>
          </a:prstGeom>
          <a:solidFill>
            <a:srgbClr val="FFFFFF"/>
          </a:solidFill>
          <a:ln w="12700">
            <a:solidFill>
              <a:srgbClr val="1A1A16"/>
            </a:solidFill>
            <a:prstDash val="solid"/>
          </a:ln>
        </p:spPr>
      </p:sp>
      <p:sp>
        <p:nvSpPr>
          <p:cNvPr id="13" name="Shape 11"/>
          <p:cNvSpPr/>
          <p:nvPr/>
        </p:nvSpPr>
        <p:spPr>
          <a:xfrm>
            <a:off x="2128994" y="2990775"/>
            <a:ext cx="0" cy="539737"/>
          </a:xfrm>
          <a:prstGeom prst="line">
            <a:avLst/>
          </a:prstGeom>
          <a:noFill/>
          <a:ln w="10160">
            <a:solidFill>
              <a:srgbClr val="8A8A80"/>
            </a:solidFill>
            <a:prstDash val="solid"/>
          </a:ln>
        </p:spPr>
      </p:sp>
      <p:sp>
        <p:nvSpPr>
          <p:cNvPr id="14" name="Shape 12"/>
          <p:cNvSpPr/>
          <p:nvPr/>
        </p:nvSpPr>
        <p:spPr>
          <a:xfrm>
            <a:off x="2242129" y="2849174"/>
            <a:ext cx="142871" cy="143506"/>
          </a:xfrm>
          <a:prstGeom prst="diamond">
            <a:avLst/>
          </a:prstGeom>
          <a:solidFill>
            <a:srgbClr val="FFFFFF"/>
          </a:solidFill>
          <a:ln w="12700">
            <a:solidFill>
              <a:srgbClr val="1A1A16"/>
            </a:solidFill>
            <a:prstDash val="solid"/>
          </a:ln>
        </p:spPr>
      </p:sp>
      <p:sp>
        <p:nvSpPr>
          <p:cNvPr id="15" name="Shape 13"/>
          <p:cNvSpPr/>
          <p:nvPr/>
        </p:nvSpPr>
        <p:spPr>
          <a:xfrm>
            <a:off x="2313499" y="2990775"/>
            <a:ext cx="0" cy="539737"/>
          </a:xfrm>
          <a:prstGeom prst="line">
            <a:avLst/>
          </a:prstGeom>
          <a:noFill/>
          <a:ln w="10160">
            <a:solidFill>
              <a:srgbClr val="8A8A80"/>
            </a:solidFill>
            <a:prstDash val="solid"/>
          </a:ln>
        </p:spPr>
      </p:sp>
      <p:sp>
        <p:nvSpPr>
          <p:cNvPr id="16" name="Shape 14"/>
          <p:cNvSpPr/>
          <p:nvPr/>
        </p:nvSpPr>
        <p:spPr>
          <a:xfrm>
            <a:off x="2426274" y="2849174"/>
            <a:ext cx="143506" cy="143506"/>
          </a:xfrm>
          <a:prstGeom prst="diamond">
            <a:avLst/>
          </a:prstGeom>
          <a:solidFill>
            <a:srgbClr val="FFFFFF"/>
          </a:solidFill>
          <a:ln w="12700">
            <a:solidFill>
              <a:srgbClr val="1A1A16"/>
            </a:solidFill>
            <a:prstDash val="solid"/>
          </a:ln>
        </p:spPr>
      </p:sp>
      <p:sp>
        <p:nvSpPr>
          <p:cNvPr id="17" name="Shape 15"/>
          <p:cNvSpPr/>
          <p:nvPr/>
        </p:nvSpPr>
        <p:spPr>
          <a:xfrm>
            <a:off x="2498004" y="2990775"/>
            <a:ext cx="0" cy="539737"/>
          </a:xfrm>
          <a:prstGeom prst="line">
            <a:avLst/>
          </a:prstGeom>
          <a:noFill/>
          <a:ln w="10160">
            <a:solidFill>
              <a:srgbClr val="8A8A80"/>
            </a:solidFill>
            <a:prstDash val="solid"/>
          </a:ln>
        </p:spPr>
      </p:sp>
      <p:sp>
        <p:nvSpPr>
          <p:cNvPr id="18" name="Shape 16"/>
          <p:cNvSpPr/>
          <p:nvPr/>
        </p:nvSpPr>
        <p:spPr>
          <a:xfrm>
            <a:off x="2611055" y="2849174"/>
            <a:ext cx="142871" cy="143506"/>
          </a:xfrm>
          <a:prstGeom prst="diamond">
            <a:avLst/>
          </a:prstGeom>
          <a:solidFill>
            <a:srgbClr val="FFFFFF"/>
          </a:solidFill>
          <a:ln w="12700">
            <a:solidFill>
              <a:srgbClr val="1A1A16"/>
            </a:solidFill>
            <a:prstDash val="solid"/>
          </a:ln>
        </p:spPr>
      </p:sp>
      <p:sp>
        <p:nvSpPr>
          <p:cNvPr id="19" name="Shape 17"/>
          <p:cNvSpPr/>
          <p:nvPr/>
        </p:nvSpPr>
        <p:spPr>
          <a:xfrm>
            <a:off x="2682508" y="2990775"/>
            <a:ext cx="0" cy="539737"/>
          </a:xfrm>
          <a:prstGeom prst="line">
            <a:avLst/>
          </a:prstGeom>
          <a:noFill/>
          <a:ln w="10160">
            <a:solidFill>
              <a:srgbClr val="8A8A80"/>
            </a:solidFill>
            <a:prstDash val="solid"/>
          </a:ln>
        </p:spPr>
      </p:sp>
      <p:sp>
        <p:nvSpPr>
          <p:cNvPr id="20" name="Shape 18"/>
          <p:cNvSpPr/>
          <p:nvPr/>
        </p:nvSpPr>
        <p:spPr>
          <a:xfrm>
            <a:off x="2795200" y="2849174"/>
            <a:ext cx="143506" cy="143506"/>
          </a:xfrm>
          <a:prstGeom prst="diamond">
            <a:avLst/>
          </a:prstGeom>
          <a:solidFill>
            <a:srgbClr val="FFFFFF"/>
          </a:solidFill>
          <a:ln w="12700">
            <a:solidFill>
              <a:srgbClr val="1A1A16"/>
            </a:solidFill>
            <a:prstDash val="solid"/>
          </a:ln>
        </p:spPr>
      </p:sp>
      <p:sp>
        <p:nvSpPr>
          <p:cNvPr id="21" name="Shape 19"/>
          <p:cNvSpPr/>
          <p:nvPr/>
        </p:nvSpPr>
        <p:spPr>
          <a:xfrm>
            <a:off x="2867013" y="2990775"/>
            <a:ext cx="0" cy="539737"/>
          </a:xfrm>
          <a:prstGeom prst="line">
            <a:avLst/>
          </a:prstGeom>
          <a:noFill/>
          <a:ln w="10160">
            <a:solidFill>
              <a:srgbClr val="8A8A80"/>
            </a:solidFill>
            <a:prstDash val="solid"/>
          </a:ln>
        </p:spPr>
      </p:sp>
      <p:sp>
        <p:nvSpPr>
          <p:cNvPr id="22" name="Shape 20"/>
          <p:cNvSpPr/>
          <p:nvPr/>
        </p:nvSpPr>
        <p:spPr>
          <a:xfrm>
            <a:off x="2979980" y="2849174"/>
            <a:ext cx="142871" cy="143506"/>
          </a:xfrm>
          <a:prstGeom prst="diamond">
            <a:avLst/>
          </a:prstGeom>
          <a:solidFill>
            <a:srgbClr val="FFFFFF"/>
          </a:solidFill>
          <a:ln w="12700">
            <a:solidFill>
              <a:srgbClr val="1A1A16"/>
            </a:solidFill>
            <a:prstDash val="solid"/>
          </a:ln>
        </p:spPr>
      </p:sp>
      <p:sp>
        <p:nvSpPr>
          <p:cNvPr id="23" name="Shape 21"/>
          <p:cNvSpPr/>
          <p:nvPr/>
        </p:nvSpPr>
        <p:spPr>
          <a:xfrm>
            <a:off x="3051518" y="2990775"/>
            <a:ext cx="0" cy="539737"/>
          </a:xfrm>
          <a:prstGeom prst="line">
            <a:avLst/>
          </a:prstGeom>
          <a:noFill/>
          <a:ln w="10160">
            <a:solidFill>
              <a:srgbClr val="8A8A80"/>
            </a:solidFill>
            <a:prstDash val="solid"/>
          </a:ln>
        </p:spPr>
      </p:sp>
      <p:sp>
        <p:nvSpPr>
          <p:cNvPr id="24" name="Shape 22"/>
          <p:cNvSpPr/>
          <p:nvPr/>
        </p:nvSpPr>
        <p:spPr>
          <a:xfrm>
            <a:off x="3164126" y="2849174"/>
            <a:ext cx="143506" cy="143506"/>
          </a:xfrm>
          <a:prstGeom prst="diamond">
            <a:avLst/>
          </a:prstGeom>
          <a:solidFill>
            <a:srgbClr val="FFFFFF"/>
          </a:solidFill>
          <a:ln w="12700">
            <a:solidFill>
              <a:srgbClr val="1A1A16"/>
            </a:solidFill>
            <a:prstDash val="solid"/>
          </a:ln>
        </p:spPr>
      </p:sp>
      <p:sp>
        <p:nvSpPr>
          <p:cNvPr id="25" name="Shape 23"/>
          <p:cNvSpPr/>
          <p:nvPr/>
        </p:nvSpPr>
        <p:spPr>
          <a:xfrm>
            <a:off x="3236023" y="2990775"/>
            <a:ext cx="0" cy="539737"/>
          </a:xfrm>
          <a:prstGeom prst="line">
            <a:avLst/>
          </a:prstGeom>
          <a:noFill/>
          <a:ln w="10160">
            <a:solidFill>
              <a:srgbClr val="8A8A80"/>
            </a:solidFill>
            <a:prstDash val="solid"/>
          </a:ln>
        </p:spPr>
      </p:sp>
      <p:sp>
        <p:nvSpPr>
          <p:cNvPr id="26" name="Shape 24"/>
          <p:cNvSpPr/>
          <p:nvPr/>
        </p:nvSpPr>
        <p:spPr>
          <a:xfrm>
            <a:off x="3348906" y="2849174"/>
            <a:ext cx="143506" cy="143506"/>
          </a:xfrm>
          <a:prstGeom prst="diamond">
            <a:avLst/>
          </a:prstGeom>
          <a:solidFill>
            <a:srgbClr val="FFFFFF"/>
          </a:solidFill>
          <a:ln w="12700">
            <a:solidFill>
              <a:srgbClr val="1A1A16"/>
            </a:solidFill>
            <a:prstDash val="solid"/>
          </a:ln>
        </p:spPr>
      </p:sp>
      <p:sp>
        <p:nvSpPr>
          <p:cNvPr id="27" name="Shape 25"/>
          <p:cNvSpPr/>
          <p:nvPr/>
        </p:nvSpPr>
        <p:spPr>
          <a:xfrm>
            <a:off x="3420528" y="2990775"/>
            <a:ext cx="0" cy="539737"/>
          </a:xfrm>
          <a:prstGeom prst="line">
            <a:avLst/>
          </a:prstGeom>
          <a:noFill/>
          <a:ln w="10160">
            <a:solidFill>
              <a:srgbClr val="8A8A80"/>
            </a:solidFill>
            <a:prstDash val="solid"/>
          </a:ln>
        </p:spPr>
      </p:sp>
      <p:sp>
        <p:nvSpPr>
          <p:cNvPr id="28" name="Shape 26"/>
          <p:cNvSpPr/>
          <p:nvPr/>
        </p:nvSpPr>
        <p:spPr>
          <a:xfrm>
            <a:off x="3533687" y="2849174"/>
            <a:ext cx="142871" cy="143506"/>
          </a:xfrm>
          <a:prstGeom prst="diamond">
            <a:avLst/>
          </a:prstGeom>
          <a:solidFill>
            <a:srgbClr val="FFFFFF"/>
          </a:solidFill>
          <a:ln w="12700">
            <a:solidFill>
              <a:srgbClr val="1A1A16"/>
            </a:solidFill>
            <a:prstDash val="solid"/>
          </a:ln>
        </p:spPr>
      </p:sp>
      <p:sp>
        <p:nvSpPr>
          <p:cNvPr id="29" name="Shape 27"/>
          <p:cNvSpPr/>
          <p:nvPr/>
        </p:nvSpPr>
        <p:spPr>
          <a:xfrm>
            <a:off x="3605033" y="2990775"/>
            <a:ext cx="0" cy="539737"/>
          </a:xfrm>
          <a:prstGeom prst="line">
            <a:avLst/>
          </a:prstGeom>
          <a:noFill/>
          <a:ln w="10160">
            <a:solidFill>
              <a:srgbClr val="8A8A80"/>
            </a:solidFill>
            <a:prstDash val="solid"/>
          </a:ln>
        </p:spPr>
      </p:sp>
      <p:sp>
        <p:nvSpPr>
          <p:cNvPr id="30" name="Shape 28"/>
          <p:cNvSpPr/>
          <p:nvPr/>
        </p:nvSpPr>
        <p:spPr>
          <a:xfrm>
            <a:off x="3717832" y="2849174"/>
            <a:ext cx="143506" cy="143506"/>
          </a:xfrm>
          <a:prstGeom prst="diamond">
            <a:avLst/>
          </a:prstGeom>
          <a:solidFill>
            <a:srgbClr val="FFFFFF"/>
          </a:solidFill>
          <a:ln w="12700">
            <a:solidFill>
              <a:srgbClr val="1A1A16"/>
            </a:solidFill>
            <a:prstDash val="solid"/>
          </a:ln>
        </p:spPr>
      </p:sp>
      <p:sp>
        <p:nvSpPr>
          <p:cNvPr id="31" name="Shape 29"/>
          <p:cNvSpPr/>
          <p:nvPr/>
        </p:nvSpPr>
        <p:spPr>
          <a:xfrm>
            <a:off x="3789537" y="2990775"/>
            <a:ext cx="0" cy="539737"/>
          </a:xfrm>
          <a:prstGeom prst="line">
            <a:avLst/>
          </a:prstGeom>
          <a:noFill/>
          <a:ln w="10160">
            <a:solidFill>
              <a:srgbClr val="8A8A80"/>
            </a:solidFill>
            <a:prstDash val="solid"/>
          </a:ln>
        </p:spPr>
      </p:sp>
      <p:sp>
        <p:nvSpPr>
          <p:cNvPr id="32" name="Shape 30"/>
          <p:cNvSpPr/>
          <p:nvPr/>
        </p:nvSpPr>
        <p:spPr>
          <a:xfrm>
            <a:off x="3902612" y="2849174"/>
            <a:ext cx="142871" cy="143506"/>
          </a:xfrm>
          <a:prstGeom prst="diamond">
            <a:avLst/>
          </a:prstGeom>
          <a:solidFill>
            <a:srgbClr val="FFFFFF"/>
          </a:solidFill>
          <a:ln w="12700">
            <a:solidFill>
              <a:srgbClr val="1A1A16"/>
            </a:solidFill>
            <a:prstDash val="solid"/>
          </a:ln>
        </p:spPr>
      </p:sp>
      <p:sp>
        <p:nvSpPr>
          <p:cNvPr id="33" name="Shape 31"/>
          <p:cNvSpPr/>
          <p:nvPr/>
        </p:nvSpPr>
        <p:spPr>
          <a:xfrm>
            <a:off x="3974042" y="2990775"/>
            <a:ext cx="0" cy="539737"/>
          </a:xfrm>
          <a:prstGeom prst="line">
            <a:avLst/>
          </a:prstGeom>
          <a:noFill/>
          <a:ln w="10160">
            <a:solidFill>
              <a:srgbClr val="8A8A80"/>
            </a:solidFill>
            <a:prstDash val="solid"/>
          </a:ln>
        </p:spPr>
      </p:sp>
      <p:sp>
        <p:nvSpPr>
          <p:cNvPr id="34" name="Shape 32"/>
          <p:cNvSpPr/>
          <p:nvPr/>
        </p:nvSpPr>
        <p:spPr>
          <a:xfrm>
            <a:off x="4086758" y="2849174"/>
            <a:ext cx="143506" cy="143506"/>
          </a:xfrm>
          <a:prstGeom prst="diamond">
            <a:avLst/>
          </a:prstGeom>
          <a:solidFill>
            <a:srgbClr val="FFFFFF"/>
          </a:solidFill>
          <a:ln w="12700">
            <a:solidFill>
              <a:srgbClr val="1A1A16"/>
            </a:solidFill>
            <a:prstDash val="solid"/>
          </a:ln>
        </p:spPr>
      </p:sp>
      <p:sp>
        <p:nvSpPr>
          <p:cNvPr id="35" name="Shape 33"/>
          <p:cNvSpPr/>
          <p:nvPr/>
        </p:nvSpPr>
        <p:spPr>
          <a:xfrm>
            <a:off x="4158547" y="2990775"/>
            <a:ext cx="0" cy="539737"/>
          </a:xfrm>
          <a:prstGeom prst="line">
            <a:avLst/>
          </a:prstGeom>
          <a:noFill/>
          <a:ln w="10160">
            <a:solidFill>
              <a:srgbClr val="8A8A80"/>
            </a:solidFill>
            <a:prstDash val="solid"/>
          </a:ln>
        </p:spPr>
      </p:sp>
      <p:sp>
        <p:nvSpPr>
          <p:cNvPr id="36" name="Shape 34"/>
          <p:cNvSpPr/>
          <p:nvPr/>
        </p:nvSpPr>
        <p:spPr>
          <a:xfrm>
            <a:off x="4271538" y="2849174"/>
            <a:ext cx="142871" cy="143506"/>
          </a:xfrm>
          <a:prstGeom prst="diamond">
            <a:avLst/>
          </a:prstGeom>
          <a:solidFill>
            <a:srgbClr val="FFFFFF"/>
          </a:solidFill>
          <a:ln w="12700">
            <a:solidFill>
              <a:srgbClr val="1A1A16"/>
            </a:solidFill>
            <a:prstDash val="solid"/>
          </a:ln>
        </p:spPr>
      </p:sp>
      <p:sp>
        <p:nvSpPr>
          <p:cNvPr id="37" name="Shape 35"/>
          <p:cNvSpPr/>
          <p:nvPr/>
        </p:nvSpPr>
        <p:spPr>
          <a:xfrm>
            <a:off x="4343052" y="2990775"/>
            <a:ext cx="0" cy="539737"/>
          </a:xfrm>
          <a:prstGeom prst="line">
            <a:avLst/>
          </a:prstGeom>
          <a:noFill/>
          <a:ln w="10160">
            <a:solidFill>
              <a:srgbClr val="8A8A80"/>
            </a:solidFill>
            <a:prstDash val="solid"/>
          </a:ln>
        </p:spPr>
      </p:sp>
      <p:sp>
        <p:nvSpPr>
          <p:cNvPr id="38" name="Shape 36"/>
          <p:cNvSpPr/>
          <p:nvPr/>
        </p:nvSpPr>
        <p:spPr>
          <a:xfrm>
            <a:off x="4455684" y="2849174"/>
            <a:ext cx="143506" cy="143506"/>
          </a:xfrm>
          <a:prstGeom prst="diamond">
            <a:avLst/>
          </a:prstGeom>
          <a:solidFill>
            <a:srgbClr val="FFFFFF"/>
          </a:solidFill>
          <a:ln w="12700">
            <a:solidFill>
              <a:srgbClr val="1A1A16"/>
            </a:solidFill>
            <a:prstDash val="solid"/>
          </a:ln>
        </p:spPr>
      </p:sp>
      <p:sp>
        <p:nvSpPr>
          <p:cNvPr id="39" name="Shape 37"/>
          <p:cNvSpPr/>
          <p:nvPr/>
        </p:nvSpPr>
        <p:spPr>
          <a:xfrm>
            <a:off x="4527557" y="2990775"/>
            <a:ext cx="0" cy="539737"/>
          </a:xfrm>
          <a:prstGeom prst="line">
            <a:avLst/>
          </a:prstGeom>
          <a:noFill/>
          <a:ln w="10160">
            <a:solidFill>
              <a:srgbClr val="8A8A80"/>
            </a:solidFill>
            <a:prstDash val="solid"/>
          </a:ln>
        </p:spPr>
      </p:sp>
      <p:sp>
        <p:nvSpPr>
          <p:cNvPr id="40" name="Shape 38"/>
          <p:cNvSpPr/>
          <p:nvPr/>
        </p:nvSpPr>
        <p:spPr>
          <a:xfrm>
            <a:off x="4640464" y="2849174"/>
            <a:ext cx="143506" cy="143506"/>
          </a:xfrm>
          <a:prstGeom prst="diamond">
            <a:avLst/>
          </a:prstGeom>
          <a:solidFill>
            <a:srgbClr val="FFFFFF"/>
          </a:solidFill>
          <a:ln w="12700">
            <a:solidFill>
              <a:srgbClr val="1A1A16"/>
            </a:solidFill>
            <a:prstDash val="solid"/>
          </a:ln>
        </p:spPr>
      </p:sp>
      <p:sp>
        <p:nvSpPr>
          <p:cNvPr id="41" name="Shape 39"/>
          <p:cNvSpPr/>
          <p:nvPr/>
        </p:nvSpPr>
        <p:spPr>
          <a:xfrm>
            <a:off x="4712061" y="2990775"/>
            <a:ext cx="0" cy="539737"/>
          </a:xfrm>
          <a:prstGeom prst="line">
            <a:avLst/>
          </a:prstGeom>
          <a:noFill/>
          <a:ln w="10160">
            <a:solidFill>
              <a:srgbClr val="8A8A80"/>
            </a:solidFill>
            <a:prstDash val="solid"/>
          </a:ln>
        </p:spPr>
      </p:sp>
      <p:sp>
        <p:nvSpPr>
          <p:cNvPr id="42" name="Shape 40"/>
          <p:cNvSpPr/>
          <p:nvPr/>
        </p:nvSpPr>
        <p:spPr>
          <a:xfrm>
            <a:off x="4825244" y="2849174"/>
            <a:ext cx="142871" cy="143506"/>
          </a:xfrm>
          <a:prstGeom prst="diamond">
            <a:avLst/>
          </a:prstGeom>
          <a:solidFill>
            <a:srgbClr val="FFFFFF"/>
          </a:solidFill>
          <a:ln w="12700">
            <a:solidFill>
              <a:srgbClr val="1A1A16"/>
            </a:solidFill>
            <a:prstDash val="solid"/>
          </a:ln>
        </p:spPr>
      </p:sp>
      <p:sp>
        <p:nvSpPr>
          <p:cNvPr id="43" name="Shape 41"/>
          <p:cNvSpPr/>
          <p:nvPr/>
        </p:nvSpPr>
        <p:spPr>
          <a:xfrm>
            <a:off x="4896566" y="2990775"/>
            <a:ext cx="0" cy="539737"/>
          </a:xfrm>
          <a:prstGeom prst="line">
            <a:avLst/>
          </a:prstGeom>
          <a:noFill/>
          <a:ln w="10160">
            <a:solidFill>
              <a:srgbClr val="8A8A80"/>
            </a:solidFill>
            <a:prstDash val="solid"/>
          </a:ln>
        </p:spPr>
      </p:sp>
      <p:sp>
        <p:nvSpPr>
          <p:cNvPr id="44" name="Shape 42"/>
          <p:cNvSpPr/>
          <p:nvPr/>
        </p:nvSpPr>
        <p:spPr>
          <a:xfrm>
            <a:off x="5009390" y="2849174"/>
            <a:ext cx="143506" cy="143506"/>
          </a:xfrm>
          <a:prstGeom prst="diamond">
            <a:avLst/>
          </a:prstGeom>
          <a:solidFill>
            <a:srgbClr val="FFFFFF"/>
          </a:solidFill>
          <a:ln w="12700">
            <a:solidFill>
              <a:srgbClr val="1A1A16"/>
            </a:solidFill>
            <a:prstDash val="solid"/>
          </a:ln>
        </p:spPr>
      </p:sp>
      <p:sp>
        <p:nvSpPr>
          <p:cNvPr id="45" name="Shape 43"/>
          <p:cNvSpPr/>
          <p:nvPr/>
        </p:nvSpPr>
        <p:spPr>
          <a:xfrm>
            <a:off x="5081071" y="2990775"/>
            <a:ext cx="0" cy="539737"/>
          </a:xfrm>
          <a:prstGeom prst="line">
            <a:avLst/>
          </a:prstGeom>
          <a:noFill/>
          <a:ln w="10160">
            <a:solidFill>
              <a:srgbClr val="8A8A80"/>
            </a:solidFill>
            <a:prstDash val="solid"/>
          </a:ln>
        </p:spPr>
      </p:sp>
      <p:sp>
        <p:nvSpPr>
          <p:cNvPr id="46" name="Shape 44"/>
          <p:cNvSpPr/>
          <p:nvPr/>
        </p:nvSpPr>
        <p:spPr>
          <a:xfrm>
            <a:off x="5194170" y="2849174"/>
            <a:ext cx="142871" cy="143506"/>
          </a:xfrm>
          <a:prstGeom prst="diamond">
            <a:avLst/>
          </a:prstGeom>
          <a:solidFill>
            <a:srgbClr val="FFFFFF"/>
          </a:solidFill>
          <a:ln w="12700">
            <a:solidFill>
              <a:srgbClr val="1A1A16"/>
            </a:solidFill>
            <a:prstDash val="solid"/>
          </a:ln>
        </p:spPr>
      </p:sp>
      <p:sp>
        <p:nvSpPr>
          <p:cNvPr id="47" name="Shape 45"/>
          <p:cNvSpPr/>
          <p:nvPr/>
        </p:nvSpPr>
        <p:spPr>
          <a:xfrm>
            <a:off x="5265576" y="2990775"/>
            <a:ext cx="0" cy="539737"/>
          </a:xfrm>
          <a:prstGeom prst="line">
            <a:avLst/>
          </a:prstGeom>
          <a:noFill/>
          <a:ln w="10160">
            <a:solidFill>
              <a:srgbClr val="8A8A80"/>
            </a:solidFill>
            <a:prstDash val="solid"/>
          </a:ln>
        </p:spPr>
      </p:sp>
      <p:sp>
        <p:nvSpPr>
          <p:cNvPr id="48" name="Shape 46"/>
          <p:cNvSpPr/>
          <p:nvPr/>
        </p:nvSpPr>
        <p:spPr>
          <a:xfrm>
            <a:off x="5378316" y="2849174"/>
            <a:ext cx="143506" cy="143506"/>
          </a:xfrm>
          <a:prstGeom prst="diamond">
            <a:avLst/>
          </a:prstGeom>
          <a:solidFill>
            <a:srgbClr val="FFFFFF"/>
          </a:solidFill>
          <a:ln w="12700">
            <a:solidFill>
              <a:srgbClr val="1A1A16"/>
            </a:solidFill>
            <a:prstDash val="solid"/>
          </a:ln>
        </p:spPr>
      </p:sp>
      <p:sp>
        <p:nvSpPr>
          <p:cNvPr id="49" name="Shape 47"/>
          <p:cNvSpPr/>
          <p:nvPr/>
        </p:nvSpPr>
        <p:spPr>
          <a:xfrm>
            <a:off x="5450081" y="2990775"/>
            <a:ext cx="0" cy="539737"/>
          </a:xfrm>
          <a:prstGeom prst="line">
            <a:avLst/>
          </a:prstGeom>
          <a:noFill/>
          <a:ln w="10160">
            <a:solidFill>
              <a:srgbClr val="8A8A80"/>
            </a:solidFill>
            <a:prstDash val="solid"/>
          </a:ln>
        </p:spPr>
      </p:sp>
      <p:sp>
        <p:nvSpPr>
          <p:cNvPr id="50" name="Shape 48"/>
          <p:cNvSpPr/>
          <p:nvPr/>
        </p:nvSpPr>
        <p:spPr>
          <a:xfrm>
            <a:off x="5563096" y="2849174"/>
            <a:ext cx="142871" cy="143506"/>
          </a:xfrm>
          <a:prstGeom prst="diamond">
            <a:avLst/>
          </a:prstGeom>
          <a:solidFill>
            <a:srgbClr val="FFFFFF"/>
          </a:solidFill>
          <a:ln w="12700">
            <a:solidFill>
              <a:srgbClr val="1A1A16"/>
            </a:solidFill>
            <a:prstDash val="solid"/>
          </a:ln>
        </p:spPr>
      </p:sp>
      <p:sp>
        <p:nvSpPr>
          <p:cNvPr id="51" name="Shape 49"/>
          <p:cNvSpPr/>
          <p:nvPr/>
        </p:nvSpPr>
        <p:spPr>
          <a:xfrm>
            <a:off x="5634586" y="2990775"/>
            <a:ext cx="0" cy="539737"/>
          </a:xfrm>
          <a:prstGeom prst="line">
            <a:avLst/>
          </a:prstGeom>
          <a:noFill/>
          <a:ln w="10160">
            <a:solidFill>
              <a:srgbClr val="8A8A80"/>
            </a:solidFill>
            <a:prstDash val="solid"/>
          </a:ln>
        </p:spPr>
      </p:sp>
      <p:sp>
        <p:nvSpPr>
          <p:cNvPr id="52" name="Shape 50"/>
          <p:cNvSpPr/>
          <p:nvPr/>
        </p:nvSpPr>
        <p:spPr>
          <a:xfrm>
            <a:off x="5747241" y="2849174"/>
            <a:ext cx="143506" cy="143506"/>
          </a:xfrm>
          <a:prstGeom prst="diamond">
            <a:avLst/>
          </a:prstGeom>
          <a:solidFill>
            <a:srgbClr val="FFFFFF"/>
          </a:solidFill>
          <a:ln w="12700">
            <a:solidFill>
              <a:srgbClr val="1A1A16"/>
            </a:solidFill>
            <a:prstDash val="solid"/>
          </a:ln>
        </p:spPr>
      </p:sp>
      <p:sp>
        <p:nvSpPr>
          <p:cNvPr id="53" name="Shape 51"/>
          <p:cNvSpPr/>
          <p:nvPr/>
        </p:nvSpPr>
        <p:spPr>
          <a:xfrm>
            <a:off x="5819090" y="2990775"/>
            <a:ext cx="0" cy="539737"/>
          </a:xfrm>
          <a:prstGeom prst="line">
            <a:avLst/>
          </a:prstGeom>
          <a:noFill/>
          <a:ln w="10160">
            <a:solidFill>
              <a:srgbClr val="8A8A80"/>
            </a:solidFill>
            <a:prstDash val="solid"/>
          </a:ln>
        </p:spPr>
      </p:sp>
      <p:sp>
        <p:nvSpPr>
          <p:cNvPr id="54" name="Shape 52"/>
          <p:cNvSpPr/>
          <p:nvPr/>
        </p:nvSpPr>
        <p:spPr>
          <a:xfrm>
            <a:off x="5932022" y="2849174"/>
            <a:ext cx="143506" cy="143506"/>
          </a:xfrm>
          <a:prstGeom prst="diamond">
            <a:avLst/>
          </a:prstGeom>
          <a:solidFill>
            <a:srgbClr val="FFFFFF"/>
          </a:solidFill>
          <a:ln w="12700">
            <a:solidFill>
              <a:srgbClr val="1A1A16"/>
            </a:solidFill>
            <a:prstDash val="solid"/>
          </a:ln>
        </p:spPr>
      </p:sp>
      <p:sp>
        <p:nvSpPr>
          <p:cNvPr id="55" name="Shape 53"/>
          <p:cNvSpPr/>
          <p:nvPr/>
        </p:nvSpPr>
        <p:spPr>
          <a:xfrm>
            <a:off x="6003595" y="2990775"/>
            <a:ext cx="0" cy="539737"/>
          </a:xfrm>
          <a:prstGeom prst="line">
            <a:avLst/>
          </a:prstGeom>
          <a:noFill/>
          <a:ln w="10160">
            <a:solidFill>
              <a:srgbClr val="8A8A80"/>
            </a:solidFill>
            <a:prstDash val="solid"/>
          </a:ln>
        </p:spPr>
      </p:sp>
      <p:sp>
        <p:nvSpPr>
          <p:cNvPr id="56" name="Shape 54"/>
          <p:cNvSpPr/>
          <p:nvPr/>
        </p:nvSpPr>
        <p:spPr>
          <a:xfrm>
            <a:off x="6116167" y="2849174"/>
            <a:ext cx="143506" cy="143506"/>
          </a:xfrm>
          <a:prstGeom prst="diamond">
            <a:avLst/>
          </a:prstGeom>
          <a:solidFill>
            <a:srgbClr val="FFFFFF"/>
          </a:solidFill>
          <a:ln w="12700">
            <a:solidFill>
              <a:srgbClr val="1A1A16"/>
            </a:solidFill>
            <a:prstDash val="solid"/>
          </a:ln>
        </p:spPr>
      </p:sp>
      <p:sp>
        <p:nvSpPr>
          <p:cNvPr id="57" name="Shape 55"/>
          <p:cNvSpPr/>
          <p:nvPr/>
        </p:nvSpPr>
        <p:spPr>
          <a:xfrm>
            <a:off x="6188100" y="2990775"/>
            <a:ext cx="0" cy="539737"/>
          </a:xfrm>
          <a:prstGeom prst="line">
            <a:avLst/>
          </a:prstGeom>
          <a:noFill/>
          <a:ln w="10160">
            <a:solidFill>
              <a:srgbClr val="8A8A80"/>
            </a:solidFill>
            <a:prstDash val="solid"/>
          </a:ln>
        </p:spPr>
      </p:sp>
      <p:sp>
        <p:nvSpPr>
          <p:cNvPr id="58" name="Shape 56"/>
          <p:cNvSpPr/>
          <p:nvPr/>
        </p:nvSpPr>
        <p:spPr>
          <a:xfrm>
            <a:off x="6300947" y="2849174"/>
            <a:ext cx="143506" cy="143506"/>
          </a:xfrm>
          <a:prstGeom prst="diamond">
            <a:avLst/>
          </a:prstGeom>
          <a:solidFill>
            <a:srgbClr val="FFFFFF"/>
          </a:solidFill>
          <a:ln w="12700">
            <a:solidFill>
              <a:srgbClr val="1A1A16"/>
            </a:solidFill>
            <a:prstDash val="solid"/>
          </a:ln>
        </p:spPr>
      </p:sp>
      <p:sp>
        <p:nvSpPr>
          <p:cNvPr id="59" name="Shape 57"/>
          <p:cNvSpPr/>
          <p:nvPr/>
        </p:nvSpPr>
        <p:spPr>
          <a:xfrm>
            <a:off x="6372605" y="2990775"/>
            <a:ext cx="0" cy="539737"/>
          </a:xfrm>
          <a:prstGeom prst="line">
            <a:avLst/>
          </a:prstGeom>
          <a:noFill/>
          <a:ln w="10160">
            <a:solidFill>
              <a:srgbClr val="8A8A80"/>
            </a:solidFill>
            <a:prstDash val="solid"/>
          </a:ln>
        </p:spPr>
      </p:sp>
      <p:sp>
        <p:nvSpPr>
          <p:cNvPr id="60" name="Shape 58"/>
          <p:cNvSpPr/>
          <p:nvPr/>
        </p:nvSpPr>
        <p:spPr>
          <a:xfrm>
            <a:off x="6485728" y="2849174"/>
            <a:ext cx="142871" cy="143506"/>
          </a:xfrm>
          <a:prstGeom prst="diamond">
            <a:avLst/>
          </a:prstGeom>
          <a:solidFill>
            <a:srgbClr val="FFFFFF"/>
          </a:solidFill>
          <a:ln w="12700">
            <a:solidFill>
              <a:srgbClr val="1A1A16"/>
            </a:solidFill>
            <a:prstDash val="solid"/>
          </a:ln>
        </p:spPr>
      </p:sp>
      <p:sp>
        <p:nvSpPr>
          <p:cNvPr id="61" name="Shape 59"/>
          <p:cNvSpPr/>
          <p:nvPr/>
        </p:nvSpPr>
        <p:spPr>
          <a:xfrm>
            <a:off x="6557110" y="2990775"/>
            <a:ext cx="0" cy="539737"/>
          </a:xfrm>
          <a:prstGeom prst="line">
            <a:avLst/>
          </a:prstGeom>
          <a:noFill/>
          <a:ln w="10160">
            <a:solidFill>
              <a:srgbClr val="8A8A80"/>
            </a:solidFill>
            <a:prstDash val="solid"/>
          </a:ln>
        </p:spPr>
      </p:sp>
      <p:sp>
        <p:nvSpPr>
          <p:cNvPr id="62" name="Shape 60"/>
          <p:cNvSpPr/>
          <p:nvPr/>
        </p:nvSpPr>
        <p:spPr>
          <a:xfrm>
            <a:off x="6669873" y="2849174"/>
            <a:ext cx="143506" cy="143506"/>
          </a:xfrm>
          <a:prstGeom prst="diamond">
            <a:avLst/>
          </a:prstGeom>
          <a:solidFill>
            <a:srgbClr val="FFFFFF"/>
          </a:solidFill>
          <a:ln w="12700">
            <a:solidFill>
              <a:srgbClr val="1A1A16"/>
            </a:solidFill>
            <a:prstDash val="solid"/>
          </a:ln>
        </p:spPr>
      </p:sp>
      <p:sp>
        <p:nvSpPr>
          <p:cNvPr id="63" name="Shape 61"/>
          <p:cNvSpPr/>
          <p:nvPr/>
        </p:nvSpPr>
        <p:spPr>
          <a:xfrm>
            <a:off x="6741614" y="2990775"/>
            <a:ext cx="0" cy="539737"/>
          </a:xfrm>
          <a:prstGeom prst="line">
            <a:avLst/>
          </a:prstGeom>
          <a:noFill/>
          <a:ln w="10160">
            <a:solidFill>
              <a:srgbClr val="8A8A80"/>
            </a:solidFill>
            <a:prstDash val="solid"/>
          </a:ln>
        </p:spPr>
      </p:sp>
      <p:sp>
        <p:nvSpPr>
          <p:cNvPr id="64" name="Shape 62"/>
          <p:cNvSpPr/>
          <p:nvPr/>
        </p:nvSpPr>
        <p:spPr>
          <a:xfrm>
            <a:off x="6854654" y="2849174"/>
            <a:ext cx="142871" cy="143506"/>
          </a:xfrm>
          <a:prstGeom prst="diamond">
            <a:avLst/>
          </a:prstGeom>
          <a:solidFill>
            <a:srgbClr val="FFFFFF"/>
          </a:solidFill>
          <a:ln w="12700">
            <a:solidFill>
              <a:srgbClr val="1A1A16"/>
            </a:solidFill>
            <a:prstDash val="solid"/>
          </a:ln>
        </p:spPr>
      </p:sp>
      <p:sp>
        <p:nvSpPr>
          <p:cNvPr id="65" name="Shape 63"/>
          <p:cNvSpPr/>
          <p:nvPr/>
        </p:nvSpPr>
        <p:spPr>
          <a:xfrm>
            <a:off x="6926119" y="2990775"/>
            <a:ext cx="0" cy="539737"/>
          </a:xfrm>
          <a:prstGeom prst="line">
            <a:avLst/>
          </a:prstGeom>
          <a:noFill/>
          <a:ln w="10160">
            <a:solidFill>
              <a:srgbClr val="8A8A80"/>
            </a:solidFill>
            <a:prstDash val="solid"/>
          </a:ln>
        </p:spPr>
      </p:sp>
      <p:sp>
        <p:nvSpPr>
          <p:cNvPr id="66" name="Shape 64"/>
          <p:cNvSpPr/>
          <p:nvPr/>
        </p:nvSpPr>
        <p:spPr>
          <a:xfrm>
            <a:off x="7038799" y="2849174"/>
            <a:ext cx="143506" cy="143506"/>
          </a:xfrm>
          <a:prstGeom prst="diamond">
            <a:avLst/>
          </a:prstGeom>
          <a:solidFill>
            <a:srgbClr val="FFFFFF"/>
          </a:solidFill>
          <a:ln w="12700">
            <a:solidFill>
              <a:srgbClr val="1A1A16"/>
            </a:solidFill>
            <a:prstDash val="solid"/>
          </a:ln>
        </p:spPr>
      </p:sp>
      <p:sp>
        <p:nvSpPr>
          <p:cNvPr id="67" name="Shape 65"/>
          <p:cNvSpPr/>
          <p:nvPr/>
        </p:nvSpPr>
        <p:spPr>
          <a:xfrm>
            <a:off x="7110624" y="2990775"/>
            <a:ext cx="0" cy="539737"/>
          </a:xfrm>
          <a:prstGeom prst="line">
            <a:avLst/>
          </a:prstGeom>
          <a:noFill/>
          <a:ln w="10160">
            <a:solidFill>
              <a:srgbClr val="8A8A80"/>
            </a:solidFill>
            <a:prstDash val="solid"/>
          </a:ln>
        </p:spPr>
      </p:sp>
      <p:sp>
        <p:nvSpPr>
          <p:cNvPr id="68" name="Shape 66"/>
          <p:cNvSpPr/>
          <p:nvPr/>
        </p:nvSpPr>
        <p:spPr>
          <a:xfrm>
            <a:off x="7223579" y="2849174"/>
            <a:ext cx="142871" cy="143506"/>
          </a:xfrm>
          <a:prstGeom prst="diamond">
            <a:avLst/>
          </a:prstGeom>
          <a:solidFill>
            <a:srgbClr val="FFFFFF"/>
          </a:solidFill>
          <a:ln w="12700">
            <a:solidFill>
              <a:srgbClr val="1A1A16"/>
            </a:solidFill>
            <a:prstDash val="solid"/>
          </a:ln>
        </p:spPr>
      </p:sp>
      <p:sp>
        <p:nvSpPr>
          <p:cNvPr id="69" name="Shape 67"/>
          <p:cNvSpPr/>
          <p:nvPr/>
        </p:nvSpPr>
        <p:spPr>
          <a:xfrm>
            <a:off x="7295129" y="2990775"/>
            <a:ext cx="0" cy="539737"/>
          </a:xfrm>
          <a:prstGeom prst="line">
            <a:avLst/>
          </a:prstGeom>
          <a:noFill/>
          <a:ln w="10160">
            <a:solidFill>
              <a:srgbClr val="8A8A80"/>
            </a:solidFill>
            <a:prstDash val="solid"/>
          </a:ln>
        </p:spPr>
      </p:sp>
      <p:sp>
        <p:nvSpPr>
          <p:cNvPr id="70" name="Shape 68"/>
          <p:cNvSpPr/>
          <p:nvPr/>
        </p:nvSpPr>
        <p:spPr>
          <a:xfrm>
            <a:off x="7407725" y="2849174"/>
            <a:ext cx="143506" cy="143506"/>
          </a:xfrm>
          <a:prstGeom prst="diamond">
            <a:avLst/>
          </a:prstGeom>
          <a:solidFill>
            <a:srgbClr val="FFFFFF"/>
          </a:solidFill>
          <a:ln w="12700">
            <a:solidFill>
              <a:srgbClr val="1A1A16"/>
            </a:solidFill>
            <a:prstDash val="solid"/>
          </a:ln>
        </p:spPr>
      </p:sp>
      <p:sp>
        <p:nvSpPr>
          <p:cNvPr id="71" name="Shape 69"/>
          <p:cNvSpPr/>
          <p:nvPr/>
        </p:nvSpPr>
        <p:spPr>
          <a:xfrm>
            <a:off x="7479634" y="2990775"/>
            <a:ext cx="0" cy="539737"/>
          </a:xfrm>
          <a:prstGeom prst="line">
            <a:avLst/>
          </a:prstGeom>
          <a:noFill/>
          <a:ln w="10160">
            <a:solidFill>
              <a:srgbClr val="8A8A80"/>
            </a:solidFill>
            <a:prstDash val="solid"/>
          </a:ln>
        </p:spPr>
      </p:sp>
      <p:sp>
        <p:nvSpPr>
          <p:cNvPr id="72" name="Shape 70"/>
          <p:cNvSpPr/>
          <p:nvPr/>
        </p:nvSpPr>
        <p:spPr>
          <a:xfrm>
            <a:off x="7592505" y="2849174"/>
            <a:ext cx="143506" cy="143506"/>
          </a:xfrm>
          <a:prstGeom prst="diamond">
            <a:avLst/>
          </a:prstGeom>
          <a:solidFill>
            <a:srgbClr val="FFFFFF"/>
          </a:solidFill>
          <a:ln w="12700">
            <a:solidFill>
              <a:srgbClr val="1A1A16"/>
            </a:solidFill>
            <a:prstDash val="solid"/>
          </a:ln>
        </p:spPr>
      </p:sp>
      <p:sp>
        <p:nvSpPr>
          <p:cNvPr id="73" name="Shape 71"/>
          <p:cNvSpPr/>
          <p:nvPr/>
        </p:nvSpPr>
        <p:spPr>
          <a:xfrm>
            <a:off x="7664139" y="2990775"/>
            <a:ext cx="0" cy="539737"/>
          </a:xfrm>
          <a:prstGeom prst="line">
            <a:avLst/>
          </a:prstGeom>
          <a:noFill/>
          <a:ln w="10160">
            <a:solidFill>
              <a:srgbClr val="8A8A80"/>
            </a:solidFill>
            <a:prstDash val="solid"/>
          </a:ln>
        </p:spPr>
      </p:sp>
      <p:sp>
        <p:nvSpPr>
          <p:cNvPr id="74" name="Shape 72"/>
          <p:cNvSpPr/>
          <p:nvPr/>
        </p:nvSpPr>
        <p:spPr>
          <a:xfrm>
            <a:off x="7777286" y="2849174"/>
            <a:ext cx="142871" cy="143506"/>
          </a:xfrm>
          <a:prstGeom prst="diamond">
            <a:avLst/>
          </a:prstGeom>
          <a:solidFill>
            <a:srgbClr val="FFFFFF"/>
          </a:solidFill>
          <a:ln w="12700">
            <a:solidFill>
              <a:srgbClr val="1A1A16"/>
            </a:solidFill>
            <a:prstDash val="solid"/>
          </a:ln>
        </p:spPr>
      </p:sp>
      <p:sp>
        <p:nvSpPr>
          <p:cNvPr id="75" name="Shape 73"/>
          <p:cNvSpPr/>
          <p:nvPr/>
        </p:nvSpPr>
        <p:spPr>
          <a:xfrm>
            <a:off x="7848643" y="2990775"/>
            <a:ext cx="0" cy="539737"/>
          </a:xfrm>
          <a:prstGeom prst="line">
            <a:avLst/>
          </a:prstGeom>
          <a:noFill/>
          <a:ln w="10160">
            <a:solidFill>
              <a:srgbClr val="8A8A80"/>
            </a:solidFill>
            <a:prstDash val="solid"/>
          </a:ln>
        </p:spPr>
      </p:sp>
      <p:sp>
        <p:nvSpPr>
          <p:cNvPr id="76" name="Shape 74"/>
          <p:cNvSpPr/>
          <p:nvPr/>
        </p:nvSpPr>
        <p:spPr>
          <a:xfrm>
            <a:off x="7961431" y="2849174"/>
            <a:ext cx="143506" cy="143506"/>
          </a:xfrm>
          <a:prstGeom prst="diamond">
            <a:avLst/>
          </a:prstGeom>
          <a:solidFill>
            <a:srgbClr val="FFFFFF"/>
          </a:solidFill>
          <a:ln w="12700">
            <a:solidFill>
              <a:srgbClr val="1A1A16"/>
            </a:solidFill>
            <a:prstDash val="solid"/>
          </a:ln>
        </p:spPr>
      </p:sp>
      <p:sp>
        <p:nvSpPr>
          <p:cNvPr id="77" name="Shape 75"/>
          <p:cNvSpPr/>
          <p:nvPr/>
        </p:nvSpPr>
        <p:spPr>
          <a:xfrm>
            <a:off x="8033148" y="2990775"/>
            <a:ext cx="0" cy="539737"/>
          </a:xfrm>
          <a:prstGeom prst="line">
            <a:avLst/>
          </a:prstGeom>
          <a:noFill/>
          <a:ln w="10160">
            <a:solidFill>
              <a:srgbClr val="8A8A80"/>
            </a:solidFill>
            <a:prstDash val="solid"/>
          </a:ln>
        </p:spPr>
      </p:sp>
      <p:sp>
        <p:nvSpPr>
          <p:cNvPr id="78" name="Shape 76"/>
          <p:cNvSpPr/>
          <p:nvPr/>
        </p:nvSpPr>
        <p:spPr>
          <a:xfrm>
            <a:off x="8146211" y="2849174"/>
            <a:ext cx="142871" cy="143506"/>
          </a:xfrm>
          <a:prstGeom prst="diamond">
            <a:avLst/>
          </a:prstGeom>
          <a:solidFill>
            <a:srgbClr val="FFFFFF"/>
          </a:solidFill>
          <a:ln w="12700">
            <a:solidFill>
              <a:srgbClr val="1A1A16"/>
            </a:solidFill>
            <a:prstDash val="solid"/>
          </a:ln>
        </p:spPr>
      </p:sp>
      <p:sp>
        <p:nvSpPr>
          <p:cNvPr id="79" name="Shape 77"/>
          <p:cNvSpPr/>
          <p:nvPr/>
        </p:nvSpPr>
        <p:spPr>
          <a:xfrm>
            <a:off x="8217653" y="2990775"/>
            <a:ext cx="0" cy="539737"/>
          </a:xfrm>
          <a:prstGeom prst="line">
            <a:avLst/>
          </a:prstGeom>
          <a:noFill/>
          <a:ln w="10160">
            <a:solidFill>
              <a:srgbClr val="8A8A80"/>
            </a:solidFill>
            <a:prstDash val="solid"/>
          </a:ln>
        </p:spPr>
      </p:sp>
      <p:sp>
        <p:nvSpPr>
          <p:cNvPr id="80" name="Shape 78"/>
          <p:cNvSpPr/>
          <p:nvPr/>
        </p:nvSpPr>
        <p:spPr>
          <a:xfrm>
            <a:off x="8330357" y="2849174"/>
            <a:ext cx="143506" cy="143506"/>
          </a:xfrm>
          <a:prstGeom prst="diamond">
            <a:avLst/>
          </a:prstGeom>
          <a:solidFill>
            <a:srgbClr val="FFFFFF"/>
          </a:solidFill>
          <a:ln w="12700">
            <a:solidFill>
              <a:srgbClr val="1A1A16"/>
            </a:solidFill>
            <a:prstDash val="solid"/>
          </a:ln>
        </p:spPr>
      </p:sp>
      <p:sp>
        <p:nvSpPr>
          <p:cNvPr id="81" name="Shape 79"/>
          <p:cNvSpPr/>
          <p:nvPr/>
        </p:nvSpPr>
        <p:spPr>
          <a:xfrm>
            <a:off x="8402158" y="2990775"/>
            <a:ext cx="0" cy="539737"/>
          </a:xfrm>
          <a:prstGeom prst="line">
            <a:avLst/>
          </a:prstGeom>
          <a:noFill/>
          <a:ln w="10160">
            <a:solidFill>
              <a:srgbClr val="8A8A80"/>
            </a:solidFill>
            <a:prstDash val="solid"/>
          </a:ln>
        </p:spPr>
      </p:sp>
      <p:sp>
        <p:nvSpPr>
          <p:cNvPr id="82" name="Shape 80"/>
          <p:cNvSpPr/>
          <p:nvPr/>
        </p:nvSpPr>
        <p:spPr>
          <a:xfrm>
            <a:off x="8515137" y="2849174"/>
            <a:ext cx="142871" cy="143506"/>
          </a:xfrm>
          <a:prstGeom prst="diamond">
            <a:avLst/>
          </a:prstGeom>
          <a:solidFill>
            <a:srgbClr val="FFFFFF"/>
          </a:solidFill>
          <a:ln w="12700">
            <a:solidFill>
              <a:srgbClr val="1A1A16"/>
            </a:solidFill>
            <a:prstDash val="solid"/>
          </a:ln>
        </p:spPr>
      </p:sp>
      <p:sp>
        <p:nvSpPr>
          <p:cNvPr id="83" name="Shape 81"/>
          <p:cNvSpPr/>
          <p:nvPr/>
        </p:nvSpPr>
        <p:spPr>
          <a:xfrm>
            <a:off x="8586663" y="2990775"/>
            <a:ext cx="0" cy="539737"/>
          </a:xfrm>
          <a:prstGeom prst="line">
            <a:avLst/>
          </a:prstGeom>
          <a:noFill/>
          <a:ln w="10160">
            <a:solidFill>
              <a:srgbClr val="8A8A80"/>
            </a:solidFill>
            <a:prstDash val="solid"/>
          </a:ln>
        </p:spPr>
      </p:sp>
      <p:sp>
        <p:nvSpPr>
          <p:cNvPr id="84" name="Shape 82"/>
          <p:cNvSpPr/>
          <p:nvPr/>
        </p:nvSpPr>
        <p:spPr>
          <a:xfrm>
            <a:off x="8699283" y="2849174"/>
            <a:ext cx="143506" cy="143506"/>
          </a:xfrm>
          <a:prstGeom prst="diamond">
            <a:avLst/>
          </a:prstGeom>
          <a:solidFill>
            <a:srgbClr val="FFFFFF"/>
          </a:solidFill>
          <a:ln w="12700">
            <a:solidFill>
              <a:srgbClr val="1A1A16"/>
            </a:solidFill>
            <a:prstDash val="solid"/>
          </a:ln>
        </p:spPr>
      </p:sp>
      <p:sp>
        <p:nvSpPr>
          <p:cNvPr id="85" name="Shape 83"/>
          <p:cNvSpPr/>
          <p:nvPr/>
        </p:nvSpPr>
        <p:spPr>
          <a:xfrm>
            <a:off x="8771168" y="2990775"/>
            <a:ext cx="0" cy="539737"/>
          </a:xfrm>
          <a:prstGeom prst="line">
            <a:avLst/>
          </a:prstGeom>
          <a:noFill/>
          <a:ln w="10160">
            <a:solidFill>
              <a:srgbClr val="8A8A80"/>
            </a:solidFill>
            <a:prstDash val="solid"/>
          </a:ln>
        </p:spPr>
      </p:sp>
      <p:sp>
        <p:nvSpPr>
          <p:cNvPr id="86" name="Shape 84"/>
          <p:cNvSpPr/>
          <p:nvPr/>
        </p:nvSpPr>
        <p:spPr>
          <a:xfrm>
            <a:off x="8884063" y="2849174"/>
            <a:ext cx="143506" cy="143506"/>
          </a:xfrm>
          <a:prstGeom prst="diamond">
            <a:avLst/>
          </a:prstGeom>
          <a:solidFill>
            <a:srgbClr val="FFFFFF"/>
          </a:solidFill>
          <a:ln w="12700">
            <a:solidFill>
              <a:srgbClr val="1A1A16"/>
            </a:solidFill>
            <a:prstDash val="solid"/>
          </a:ln>
        </p:spPr>
      </p:sp>
      <p:sp>
        <p:nvSpPr>
          <p:cNvPr id="87" name="Shape 85"/>
          <p:cNvSpPr/>
          <p:nvPr/>
        </p:nvSpPr>
        <p:spPr>
          <a:xfrm>
            <a:off x="8955672" y="2990775"/>
            <a:ext cx="0" cy="539737"/>
          </a:xfrm>
          <a:prstGeom prst="line">
            <a:avLst/>
          </a:prstGeom>
          <a:noFill/>
          <a:ln w="10160">
            <a:solidFill>
              <a:srgbClr val="8A8A80"/>
            </a:solidFill>
            <a:prstDash val="solid"/>
          </a:ln>
        </p:spPr>
      </p:sp>
      <p:sp>
        <p:nvSpPr>
          <p:cNvPr id="88" name="Shape 86"/>
          <p:cNvSpPr/>
          <p:nvPr/>
        </p:nvSpPr>
        <p:spPr>
          <a:xfrm>
            <a:off x="9068843" y="2849174"/>
            <a:ext cx="142871" cy="143506"/>
          </a:xfrm>
          <a:prstGeom prst="diamond">
            <a:avLst/>
          </a:prstGeom>
          <a:solidFill>
            <a:srgbClr val="FFFFFF"/>
          </a:solidFill>
          <a:ln w="12700">
            <a:solidFill>
              <a:srgbClr val="1A1A16"/>
            </a:solidFill>
            <a:prstDash val="solid"/>
          </a:ln>
        </p:spPr>
      </p:sp>
      <p:sp>
        <p:nvSpPr>
          <p:cNvPr id="89" name="Shape 87"/>
          <p:cNvSpPr/>
          <p:nvPr/>
        </p:nvSpPr>
        <p:spPr>
          <a:xfrm>
            <a:off x="9140177" y="2990775"/>
            <a:ext cx="0" cy="539737"/>
          </a:xfrm>
          <a:prstGeom prst="line">
            <a:avLst/>
          </a:prstGeom>
          <a:noFill/>
          <a:ln w="10160">
            <a:solidFill>
              <a:srgbClr val="8A8A80"/>
            </a:solidFill>
            <a:prstDash val="solid"/>
          </a:ln>
        </p:spPr>
      </p:sp>
      <p:sp>
        <p:nvSpPr>
          <p:cNvPr id="90" name="Shape 88"/>
          <p:cNvSpPr/>
          <p:nvPr/>
        </p:nvSpPr>
        <p:spPr>
          <a:xfrm>
            <a:off x="9252989" y="2849174"/>
            <a:ext cx="143506" cy="143506"/>
          </a:xfrm>
          <a:prstGeom prst="diamond">
            <a:avLst/>
          </a:prstGeom>
          <a:solidFill>
            <a:srgbClr val="FFFFFF"/>
          </a:solidFill>
          <a:ln w="12700">
            <a:solidFill>
              <a:srgbClr val="1A1A16"/>
            </a:solidFill>
            <a:prstDash val="solid"/>
          </a:ln>
        </p:spPr>
      </p:sp>
      <p:sp>
        <p:nvSpPr>
          <p:cNvPr id="91" name="Shape 89"/>
          <p:cNvSpPr/>
          <p:nvPr/>
        </p:nvSpPr>
        <p:spPr>
          <a:xfrm>
            <a:off x="9324682" y="2990775"/>
            <a:ext cx="0" cy="539737"/>
          </a:xfrm>
          <a:prstGeom prst="line">
            <a:avLst/>
          </a:prstGeom>
          <a:noFill/>
          <a:ln w="10160">
            <a:solidFill>
              <a:srgbClr val="8A8A80"/>
            </a:solidFill>
            <a:prstDash val="solid"/>
          </a:ln>
        </p:spPr>
      </p:sp>
      <p:sp>
        <p:nvSpPr>
          <p:cNvPr id="92" name="Shape 90"/>
          <p:cNvSpPr/>
          <p:nvPr/>
        </p:nvSpPr>
        <p:spPr>
          <a:xfrm>
            <a:off x="9437769" y="2849174"/>
            <a:ext cx="142871" cy="143506"/>
          </a:xfrm>
          <a:prstGeom prst="diamond">
            <a:avLst/>
          </a:prstGeom>
          <a:solidFill>
            <a:srgbClr val="FFFFFF"/>
          </a:solidFill>
          <a:ln w="12700">
            <a:solidFill>
              <a:srgbClr val="1A1A16"/>
            </a:solidFill>
            <a:prstDash val="solid"/>
          </a:ln>
        </p:spPr>
      </p:sp>
      <p:sp>
        <p:nvSpPr>
          <p:cNvPr id="93" name="Shape 91"/>
          <p:cNvSpPr/>
          <p:nvPr/>
        </p:nvSpPr>
        <p:spPr>
          <a:xfrm>
            <a:off x="9509187" y="2990775"/>
            <a:ext cx="0" cy="539737"/>
          </a:xfrm>
          <a:prstGeom prst="line">
            <a:avLst/>
          </a:prstGeom>
          <a:noFill/>
          <a:ln w="10160">
            <a:solidFill>
              <a:srgbClr val="8A8A80"/>
            </a:solidFill>
            <a:prstDash val="solid"/>
          </a:ln>
        </p:spPr>
      </p:sp>
      <p:sp>
        <p:nvSpPr>
          <p:cNvPr id="94" name="Shape 92"/>
          <p:cNvSpPr/>
          <p:nvPr/>
        </p:nvSpPr>
        <p:spPr>
          <a:xfrm>
            <a:off x="9621914" y="2849174"/>
            <a:ext cx="143506" cy="143506"/>
          </a:xfrm>
          <a:prstGeom prst="diamond">
            <a:avLst/>
          </a:prstGeom>
          <a:solidFill>
            <a:srgbClr val="FFFFFF"/>
          </a:solidFill>
          <a:ln w="12700">
            <a:solidFill>
              <a:srgbClr val="1A1A16"/>
            </a:solidFill>
            <a:prstDash val="solid"/>
          </a:ln>
        </p:spPr>
      </p:sp>
      <p:sp>
        <p:nvSpPr>
          <p:cNvPr id="95" name="Shape 93"/>
          <p:cNvSpPr/>
          <p:nvPr/>
        </p:nvSpPr>
        <p:spPr>
          <a:xfrm>
            <a:off x="9806695" y="2849174"/>
            <a:ext cx="142871" cy="143506"/>
          </a:xfrm>
          <a:prstGeom prst="diamond">
            <a:avLst/>
          </a:prstGeom>
          <a:solidFill>
            <a:srgbClr val="FFFFFF"/>
          </a:solidFill>
          <a:ln w="12700">
            <a:solidFill>
              <a:srgbClr val="1A1A16"/>
            </a:solidFill>
            <a:prstDash val="solid"/>
          </a:ln>
        </p:spPr>
      </p:sp>
      <p:sp>
        <p:nvSpPr>
          <p:cNvPr id="96" name="Shape 94"/>
          <p:cNvSpPr/>
          <p:nvPr/>
        </p:nvSpPr>
        <p:spPr>
          <a:xfrm>
            <a:off x="9990840" y="2849174"/>
            <a:ext cx="143506" cy="143506"/>
          </a:xfrm>
          <a:prstGeom prst="diamond">
            <a:avLst/>
          </a:prstGeom>
          <a:solidFill>
            <a:srgbClr val="FFFFFF"/>
          </a:solidFill>
          <a:ln w="12700">
            <a:solidFill>
              <a:srgbClr val="1A1A16"/>
            </a:solidFill>
            <a:prstDash val="solid"/>
          </a:ln>
        </p:spPr>
      </p:sp>
      <p:sp>
        <p:nvSpPr>
          <p:cNvPr id="97" name="Shape 95"/>
          <p:cNvSpPr/>
          <p:nvPr/>
        </p:nvSpPr>
        <p:spPr>
          <a:xfrm>
            <a:off x="10175621" y="2849174"/>
            <a:ext cx="143506" cy="143506"/>
          </a:xfrm>
          <a:prstGeom prst="diamond">
            <a:avLst/>
          </a:prstGeom>
          <a:solidFill>
            <a:srgbClr val="FFFFFF"/>
          </a:solidFill>
          <a:ln w="12700">
            <a:solidFill>
              <a:srgbClr val="1A1A16"/>
            </a:solidFill>
            <a:prstDash val="solid"/>
          </a:ln>
        </p:spPr>
      </p:sp>
      <p:sp>
        <p:nvSpPr>
          <p:cNvPr id="98" name="Shape 96"/>
          <p:cNvSpPr/>
          <p:nvPr/>
        </p:nvSpPr>
        <p:spPr>
          <a:xfrm>
            <a:off x="10360401" y="2849174"/>
            <a:ext cx="142871" cy="143506"/>
          </a:xfrm>
          <a:prstGeom prst="diamond">
            <a:avLst/>
          </a:prstGeom>
          <a:solidFill>
            <a:srgbClr val="FFFFFF"/>
          </a:solidFill>
          <a:ln w="12700">
            <a:solidFill>
              <a:srgbClr val="1A1A16"/>
            </a:solidFill>
            <a:prstDash val="solid"/>
          </a:ln>
        </p:spPr>
      </p:sp>
      <p:sp>
        <p:nvSpPr>
          <p:cNvPr id="99" name="Shape 97"/>
          <p:cNvSpPr/>
          <p:nvPr/>
        </p:nvSpPr>
        <p:spPr>
          <a:xfrm>
            <a:off x="10544546" y="2849174"/>
            <a:ext cx="143506" cy="143506"/>
          </a:xfrm>
          <a:prstGeom prst="diamond">
            <a:avLst/>
          </a:prstGeom>
          <a:solidFill>
            <a:srgbClr val="FFFFFF"/>
          </a:solidFill>
          <a:ln w="12700">
            <a:solidFill>
              <a:srgbClr val="1A1A16"/>
            </a:solidFill>
            <a:prstDash val="solid"/>
          </a:ln>
        </p:spPr>
      </p:sp>
      <p:sp>
        <p:nvSpPr>
          <p:cNvPr id="100" name="Shape 98"/>
          <p:cNvSpPr/>
          <p:nvPr/>
        </p:nvSpPr>
        <p:spPr>
          <a:xfrm>
            <a:off x="10729327" y="2849174"/>
            <a:ext cx="142871" cy="143506"/>
          </a:xfrm>
          <a:prstGeom prst="diamond">
            <a:avLst/>
          </a:prstGeom>
          <a:solidFill>
            <a:srgbClr val="FFFFFF"/>
          </a:solidFill>
          <a:ln w="12700">
            <a:solidFill>
              <a:srgbClr val="1A1A16"/>
            </a:solidFill>
            <a:prstDash val="solid"/>
          </a:ln>
        </p:spPr>
      </p:sp>
      <p:sp>
        <p:nvSpPr>
          <p:cNvPr id="101" name="Shape 99"/>
          <p:cNvSpPr/>
          <p:nvPr/>
        </p:nvSpPr>
        <p:spPr>
          <a:xfrm>
            <a:off x="10913472" y="2849174"/>
            <a:ext cx="143506" cy="143506"/>
          </a:xfrm>
          <a:prstGeom prst="diamond">
            <a:avLst/>
          </a:prstGeom>
          <a:solidFill>
            <a:srgbClr val="FFFFFF"/>
          </a:solidFill>
          <a:ln w="12700">
            <a:solidFill>
              <a:srgbClr val="1A1A16"/>
            </a:solidFill>
            <a:prstDash val="solid"/>
          </a:ln>
        </p:spPr>
      </p:sp>
      <p:sp>
        <p:nvSpPr>
          <p:cNvPr id="102" name="Text 100"/>
          <p:cNvSpPr txBox="1"/>
          <p:nvPr/>
        </p:nvSpPr>
        <p:spPr>
          <a:xfrm>
            <a:off x="1206470" y="2362141"/>
            <a:ext cx="3809905"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54 kernel-checked theorems</a:t>
            </a:r>
            <a:endParaRPr lang="en-US" sz="1100" dirty="0"/>
          </a:p>
        </p:txBody>
      </p:sp>
      <p:sp>
        <p:nvSpPr>
          <p:cNvPr id="103" name="Text 101"/>
          <p:cNvSpPr txBox="1"/>
          <p:nvPr/>
        </p:nvSpPr>
        <p:spPr>
          <a:xfrm>
            <a:off x="1206470" y="3746406"/>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46 rest on a premise Lean does not</a:t>
            </a:r>
            <a:endParaRPr lang="en-US" sz="1100" dirty="0"/>
          </a:p>
        </p:txBody>
      </p:sp>
      <p:sp>
        <p:nvSpPr>
          <p:cNvPr id="104" name="Text 102"/>
          <p:cNvSpPr txBox="1"/>
          <p:nvPr/>
        </p:nvSpPr>
        <p:spPr>
          <a:xfrm>
            <a:off x="1206470" y="3936902"/>
            <a:ext cx="444488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establish can be satisfied at all</a:t>
            </a:r>
            <a:endParaRPr lang="en-US" sz="1100" dirty="0"/>
          </a:p>
        </p:txBody>
      </p:sp>
      <p:sp>
        <p:nvSpPr>
          <p:cNvPr id="105" name="Text 103"/>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54 KERNEL-CHECKED THEOREMS · 46 OF THEM CONDITIONAL</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825879" y="952476"/>
            <a:ext cx="2539937" cy="825479"/>
          </a:xfrm>
          <a:prstGeom prst="rect">
            <a:avLst/>
          </a:prstGeom>
          <a:ln w="12700">
            <a:solidFill>
              <a:srgbClr val="1A1A16"/>
            </a:solidFill>
            <a:prstDash val="solid"/>
          </a:ln>
        </p:spPr>
      </p:sp>
      <p:sp>
        <p:nvSpPr>
          <p:cNvPr id="3" name="Text 1"/>
          <p:cNvSpPr txBox="1"/>
          <p:nvPr/>
        </p:nvSpPr>
        <p:spPr>
          <a:xfrm>
            <a:off x="5054474" y="1206470"/>
            <a:ext cx="2082748"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answer</a:t>
            </a:r>
            <a:endParaRPr lang="en-US" sz="1100" dirty="0"/>
          </a:p>
        </p:txBody>
      </p:sp>
      <p:sp>
        <p:nvSpPr>
          <p:cNvPr id="4" name="Shape 2"/>
          <p:cNvSpPr/>
          <p:nvPr/>
        </p:nvSpPr>
        <p:spPr>
          <a:xfrm>
            <a:off x="2076398" y="2984425"/>
            <a:ext cx="444489" cy="50799"/>
          </a:xfrm>
          <a:prstGeom prst="rect">
            <a:avLst/>
          </a:prstGeom>
          <a:solidFill>
            <a:srgbClr val="1A1A16"/>
          </a:solidFill>
          <a:ln w="6350">
            <a:solidFill>
              <a:srgbClr val="1A1A16"/>
            </a:solidFill>
            <a:prstDash val="solid"/>
          </a:ln>
        </p:spPr>
      </p:sp>
      <p:sp>
        <p:nvSpPr>
          <p:cNvPr id="5" name="Shape 3"/>
          <p:cNvSpPr/>
          <p:nvPr/>
        </p:nvSpPr>
        <p:spPr>
          <a:xfrm>
            <a:off x="2660583" y="2984425"/>
            <a:ext cx="444489" cy="50799"/>
          </a:xfrm>
          <a:prstGeom prst="rect">
            <a:avLst/>
          </a:prstGeom>
          <a:solidFill>
            <a:srgbClr val="1A1A16"/>
          </a:solidFill>
          <a:ln w="6350">
            <a:solidFill>
              <a:srgbClr val="1A1A16"/>
            </a:solidFill>
            <a:prstDash val="solid"/>
          </a:ln>
        </p:spPr>
      </p:sp>
      <p:sp>
        <p:nvSpPr>
          <p:cNvPr id="6" name="Shape 4"/>
          <p:cNvSpPr/>
          <p:nvPr/>
        </p:nvSpPr>
        <p:spPr>
          <a:xfrm>
            <a:off x="3244769" y="2984425"/>
            <a:ext cx="444489" cy="50799"/>
          </a:xfrm>
          <a:prstGeom prst="rect">
            <a:avLst/>
          </a:prstGeom>
          <a:solidFill>
            <a:srgbClr val="1A1A16"/>
          </a:solidFill>
          <a:ln w="6350">
            <a:solidFill>
              <a:srgbClr val="1A1A16"/>
            </a:solidFill>
            <a:prstDash val="solid"/>
          </a:ln>
        </p:spPr>
      </p:sp>
      <p:sp>
        <p:nvSpPr>
          <p:cNvPr id="7" name="Shape 5"/>
          <p:cNvSpPr/>
          <p:nvPr/>
        </p:nvSpPr>
        <p:spPr>
          <a:xfrm>
            <a:off x="3828954" y="2984425"/>
            <a:ext cx="444489" cy="50799"/>
          </a:xfrm>
          <a:prstGeom prst="rect">
            <a:avLst/>
          </a:prstGeom>
          <a:solidFill>
            <a:srgbClr val="1A1A16"/>
          </a:solidFill>
          <a:ln w="6350">
            <a:solidFill>
              <a:srgbClr val="1A1A16"/>
            </a:solidFill>
            <a:prstDash val="solid"/>
          </a:ln>
        </p:spPr>
      </p:sp>
      <p:sp>
        <p:nvSpPr>
          <p:cNvPr id="8" name="Shape 6"/>
          <p:cNvSpPr/>
          <p:nvPr/>
        </p:nvSpPr>
        <p:spPr>
          <a:xfrm>
            <a:off x="4413140" y="2984425"/>
            <a:ext cx="444489" cy="50799"/>
          </a:xfrm>
          <a:prstGeom prst="rect">
            <a:avLst/>
          </a:prstGeom>
          <a:solidFill>
            <a:srgbClr val="1A1A16"/>
          </a:solidFill>
          <a:ln w="6350">
            <a:solidFill>
              <a:srgbClr val="1A1A16"/>
            </a:solidFill>
            <a:prstDash val="solid"/>
          </a:ln>
        </p:spPr>
      </p:sp>
      <p:sp>
        <p:nvSpPr>
          <p:cNvPr id="9" name="Shape 7"/>
          <p:cNvSpPr/>
          <p:nvPr/>
        </p:nvSpPr>
        <p:spPr>
          <a:xfrm>
            <a:off x="4997325" y="2984425"/>
            <a:ext cx="444489" cy="50799"/>
          </a:xfrm>
          <a:prstGeom prst="rect">
            <a:avLst/>
          </a:prstGeom>
          <a:solidFill>
            <a:srgbClr val="1A1A16"/>
          </a:solidFill>
          <a:ln w="6350">
            <a:solidFill>
              <a:srgbClr val="1A1A16"/>
            </a:solidFill>
            <a:prstDash val="solid"/>
          </a:ln>
        </p:spPr>
      </p:sp>
      <p:sp>
        <p:nvSpPr>
          <p:cNvPr id="10" name="Shape 8"/>
          <p:cNvSpPr/>
          <p:nvPr/>
        </p:nvSpPr>
        <p:spPr>
          <a:xfrm>
            <a:off x="5581510" y="2984425"/>
            <a:ext cx="444489" cy="50799"/>
          </a:xfrm>
          <a:prstGeom prst="rect">
            <a:avLst/>
          </a:prstGeom>
          <a:solidFill>
            <a:srgbClr val="1A1A16"/>
          </a:solidFill>
          <a:ln w="6350">
            <a:solidFill>
              <a:srgbClr val="1A1A16"/>
            </a:solidFill>
            <a:prstDash val="solid"/>
          </a:ln>
        </p:spPr>
      </p:sp>
      <p:sp>
        <p:nvSpPr>
          <p:cNvPr id="11" name="Shape 9"/>
          <p:cNvSpPr/>
          <p:nvPr/>
        </p:nvSpPr>
        <p:spPr>
          <a:xfrm>
            <a:off x="6165696" y="2984425"/>
            <a:ext cx="444489" cy="50799"/>
          </a:xfrm>
          <a:prstGeom prst="rect">
            <a:avLst/>
          </a:prstGeom>
          <a:solidFill>
            <a:srgbClr val="1A1A16"/>
          </a:solidFill>
          <a:ln w="6350">
            <a:solidFill>
              <a:srgbClr val="1A1A16"/>
            </a:solidFill>
            <a:prstDash val="solid"/>
          </a:ln>
        </p:spPr>
      </p:sp>
      <p:sp>
        <p:nvSpPr>
          <p:cNvPr id="12" name="Shape 10"/>
          <p:cNvSpPr/>
          <p:nvPr/>
        </p:nvSpPr>
        <p:spPr>
          <a:xfrm>
            <a:off x="6749881" y="2984425"/>
            <a:ext cx="444489" cy="50799"/>
          </a:xfrm>
          <a:prstGeom prst="rect">
            <a:avLst/>
          </a:prstGeom>
          <a:solidFill>
            <a:srgbClr val="1A1A16"/>
          </a:solidFill>
          <a:ln w="6350">
            <a:solidFill>
              <a:srgbClr val="1A1A16"/>
            </a:solidFill>
            <a:prstDash val="solid"/>
          </a:ln>
        </p:spPr>
      </p:sp>
      <p:sp>
        <p:nvSpPr>
          <p:cNvPr id="13" name="Shape 11"/>
          <p:cNvSpPr/>
          <p:nvPr/>
        </p:nvSpPr>
        <p:spPr>
          <a:xfrm>
            <a:off x="7334067" y="2984425"/>
            <a:ext cx="444489" cy="50799"/>
          </a:xfrm>
          <a:prstGeom prst="rect">
            <a:avLst/>
          </a:prstGeom>
          <a:solidFill>
            <a:srgbClr val="1A1A16"/>
          </a:solidFill>
          <a:ln w="6350">
            <a:solidFill>
              <a:srgbClr val="1A1A16"/>
            </a:solidFill>
            <a:prstDash val="solid"/>
          </a:ln>
        </p:spPr>
      </p:sp>
      <p:sp>
        <p:nvSpPr>
          <p:cNvPr id="14" name="Shape 12"/>
          <p:cNvSpPr/>
          <p:nvPr/>
        </p:nvSpPr>
        <p:spPr>
          <a:xfrm>
            <a:off x="7918252" y="2984425"/>
            <a:ext cx="444489" cy="50799"/>
          </a:xfrm>
          <a:prstGeom prst="rect">
            <a:avLst/>
          </a:prstGeom>
          <a:solidFill>
            <a:srgbClr val="1A1A16"/>
          </a:solidFill>
          <a:ln w="6350">
            <a:solidFill>
              <a:srgbClr val="1A1A16"/>
            </a:solidFill>
            <a:prstDash val="solid"/>
          </a:ln>
        </p:spPr>
      </p:sp>
      <p:sp>
        <p:nvSpPr>
          <p:cNvPr id="15" name="Shape 13"/>
          <p:cNvSpPr/>
          <p:nvPr/>
        </p:nvSpPr>
        <p:spPr>
          <a:xfrm>
            <a:off x="8502437" y="2984425"/>
            <a:ext cx="444489" cy="50799"/>
          </a:xfrm>
          <a:prstGeom prst="rect">
            <a:avLst/>
          </a:prstGeom>
          <a:solidFill>
            <a:srgbClr val="1A1A16"/>
          </a:solidFill>
          <a:ln w="6350">
            <a:solidFill>
              <a:srgbClr val="1A1A16"/>
            </a:solidFill>
            <a:prstDash val="solid"/>
          </a:ln>
        </p:spPr>
      </p:sp>
      <p:sp>
        <p:nvSpPr>
          <p:cNvPr id="16" name="Shape 14"/>
          <p:cNvSpPr/>
          <p:nvPr/>
        </p:nvSpPr>
        <p:spPr>
          <a:xfrm>
            <a:off x="9086623" y="2984425"/>
            <a:ext cx="444489" cy="50799"/>
          </a:xfrm>
          <a:prstGeom prst="rect">
            <a:avLst/>
          </a:prstGeom>
          <a:solidFill>
            <a:srgbClr val="1A1A16"/>
          </a:solidFill>
          <a:ln w="6350">
            <a:solidFill>
              <a:srgbClr val="1A1A16"/>
            </a:solidFill>
            <a:prstDash val="solid"/>
          </a:ln>
        </p:spPr>
      </p:sp>
      <p:sp>
        <p:nvSpPr>
          <p:cNvPr id="17" name="Shape 15"/>
          <p:cNvSpPr/>
          <p:nvPr/>
        </p:nvSpPr>
        <p:spPr>
          <a:xfrm>
            <a:off x="9670808" y="2984425"/>
            <a:ext cx="444489" cy="50799"/>
          </a:xfrm>
          <a:prstGeom prst="rect">
            <a:avLst/>
          </a:prstGeom>
          <a:solidFill>
            <a:srgbClr val="1A1A16"/>
          </a:solidFill>
          <a:ln w="6350">
            <a:solidFill>
              <a:srgbClr val="1A1A16"/>
            </a:solidFill>
            <a:prstDash val="solid"/>
          </a:ln>
        </p:spPr>
      </p:sp>
      <p:sp>
        <p:nvSpPr>
          <p:cNvPr id="18" name="Shape 16"/>
          <p:cNvSpPr/>
          <p:nvPr/>
        </p:nvSpPr>
        <p:spPr>
          <a:xfrm>
            <a:off x="2076398" y="3276518"/>
            <a:ext cx="444489" cy="50799"/>
          </a:xfrm>
          <a:prstGeom prst="rect">
            <a:avLst/>
          </a:prstGeom>
          <a:solidFill>
            <a:srgbClr val="1A1A16"/>
          </a:solidFill>
          <a:ln w="6350">
            <a:solidFill>
              <a:srgbClr val="1A1A16"/>
            </a:solidFill>
            <a:prstDash val="solid"/>
          </a:ln>
        </p:spPr>
      </p:sp>
      <p:sp>
        <p:nvSpPr>
          <p:cNvPr id="19" name="Shape 17"/>
          <p:cNvSpPr/>
          <p:nvPr/>
        </p:nvSpPr>
        <p:spPr>
          <a:xfrm>
            <a:off x="2660583" y="3276518"/>
            <a:ext cx="444489" cy="50799"/>
          </a:xfrm>
          <a:prstGeom prst="rect">
            <a:avLst/>
          </a:prstGeom>
          <a:solidFill>
            <a:srgbClr val="1A1A16"/>
          </a:solidFill>
          <a:ln w="6350">
            <a:solidFill>
              <a:srgbClr val="1A1A16"/>
            </a:solidFill>
            <a:prstDash val="solid"/>
          </a:ln>
        </p:spPr>
      </p:sp>
      <p:sp>
        <p:nvSpPr>
          <p:cNvPr id="20" name="Shape 18"/>
          <p:cNvSpPr/>
          <p:nvPr/>
        </p:nvSpPr>
        <p:spPr>
          <a:xfrm>
            <a:off x="3244769" y="3276518"/>
            <a:ext cx="444489" cy="50799"/>
          </a:xfrm>
          <a:prstGeom prst="rect">
            <a:avLst/>
          </a:prstGeom>
          <a:solidFill>
            <a:srgbClr val="1A1A16"/>
          </a:solidFill>
          <a:ln w="6350">
            <a:solidFill>
              <a:srgbClr val="1A1A16"/>
            </a:solidFill>
            <a:prstDash val="solid"/>
          </a:ln>
        </p:spPr>
      </p:sp>
      <p:sp>
        <p:nvSpPr>
          <p:cNvPr id="21" name="Shape 19"/>
          <p:cNvSpPr/>
          <p:nvPr/>
        </p:nvSpPr>
        <p:spPr>
          <a:xfrm>
            <a:off x="3828954" y="3276518"/>
            <a:ext cx="444489" cy="50799"/>
          </a:xfrm>
          <a:prstGeom prst="rect">
            <a:avLst/>
          </a:prstGeom>
          <a:solidFill>
            <a:srgbClr val="1A1A16"/>
          </a:solidFill>
          <a:ln w="6350">
            <a:solidFill>
              <a:srgbClr val="1A1A16"/>
            </a:solidFill>
            <a:prstDash val="solid"/>
          </a:ln>
        </p:spPr>
      </p:sp>
      <p:sp>
        <p:nvSpPr>
          <p:cNvPr id="22" name="Shape 20"/>
          <p:cNvSpPr/>
          <p:nvPr/>
        </p:nvSpPr>
        <p:spPr>
          <a:xfrm>
            <a:off x="4413140" y="3276518"/>
            <a:ext cx="444489" cy="50799"/>
          </a:xfrm>
          <a:prstGeom prst="rect">
            <a:avLst/>
          </a:prstGeom>
          <a:solidFill>
            <a:srgbClr val="1A1A16"/>
          </a:solidFill>
          <a:ln w="6350">
            <a:solidFill>
              <a:srgbClr val="1A1A16"/>
            </a:solidFill>
            <a:prstDash val="solid"/>
          </a:ln>
        </p:spPr>
      </p:sp>
      <p:sp>
        <p:nvSpPr>
          <p:cNvPr id="23" name="Shape 21"/>
          <p:cNvSpPr/>
          <p:nvPr/>
        </p:nvSpPr>
        <p:spPr>
          <a:xfrm>
            <a:off x="4997325" y="3276518"/>
            <a:ext cx="444489" cy="50799"/>
          </a:xfrm>
          <a:prstGeom prst="rect">
            <a:avLst/>
          </a:prstGeom>
          <a:solidFill>
            <a:srgbClr val="1A1A16"/>
          </a:solidFill>
          <a:ln w="6350">
            <a:solidFill>
              <a:srgbClr val="1A1A16"/>
            </a:solidFill>
            <a:prstDash val="solid"/>
          </a:ln>
        </p:spPr>
      </p:sp>
      <p:sp>
        <p:nvSpPr>
          <p:cNvPr id="24" name="Shape 22"/>
          <p:cNvSpPr/>
          <p:nvPr/>
        </p:nvSpPr>
        <p:spPr>
          <a:xfrm>
            <a:off x="5581510" y="3276518"/>
            <a:ext cx="444489" cy="50799"/>
          </a:xfrm>
          <a:prstGeom prst="rect">
            <a:avLst/>
          </a:prstGeom>
          <a:solidFill>
            <a:srgbClr val="1A1A16"/>
          </a:solidFill>
          <a:ln w="6350">
            <a:solidFill>
              <a:srgbClr val="1A1A16"/>
            </a:solidFill>
            <a:prstDash val="solid"/>
          </a:ln>
        </p:spPr>
      </p:sp>
      <p:sp>
        <p:nvSpPr>
          <p:cNvPr id="25" name="Shape 23"/>
          <p:cNvSpPr/>
          <p:nvPr/>
        </p:nvSpPr>
        <p:spPr>
          <a:xfrm>
            <a:off x="6165696" y="3276518"/>
            <a:ext cx="444489" cy="50799"/>
          </a:xfrm>
          <a:prstGeom prst="rect">
            <a:avLst/>
          </a:prstGeom>
          <a:solidFill>
            <a:srgbClr val="1A1A16"/>
          </a:solidFill>
          <a:ln w="6350">
            <a:solidFill>
              <a:srgbClr val="1A1A16"/>
            </a:solidFill>
            <a:prstDash val="solid"/>
          </a:ln>
        </p:spPr>
      </p:sp>
      <p:sp>
        <p:nvSpPr>
          <p:cNvPr id="26" name="Shape 24"/>
          <p:cNvSpPr/>
          <p:nvPr/>
        </p:nvSpPr>
        <p:spPr>
          <a:xfrm>
            <a:off x="6749881" y="3276518"/>
            <a:ext cx="444489" cy="50799"/>
          </a:xfrm>
          <a:prstGeom prst="rect">
            <a:avLst/>
          </a:prstGeom>
          <a:solidFill>
            <a:srgbClr val="1A1A16"/>
          </a:solidFill>
          <a:ln w="6350">
            <a:solidFill>
              <a:srgbClr val="1A1A16"/>
            </a:solidFill>
            <a:prstDash val="solid"/>
          </a:ln>
        </p:spPr>
      </p:sp>
      <p:sp>
        <p:nvSpPr>
          <p:cNvPr id="27" name="Shape 25"/>
          <p:cNvSpPr/>
          <p:nvPr/>
        </p:nvSpPr>
        <p:spPr>
          <a:xfrm>
            <a:off x="7334067" y="3276518"/>
            <a:ext cx="444489" cy="50799"/>
          </a:xfrm>
          <a:prstGeom prst="rect">
            <a:avLst/>
          </a:prstGeom>
          <a:solidFill>
            <a:srgbClr val="1A1A16"/>
          </a:solidFill>
          <a:ln w="6350">
            <a:solidFill>
              <a:srgbClr val="1A1A16"/>
            </a:solidFill>
            <a:prstDash val="solid"/>
          </a:ln>
        </p:spPr>
      </p:sp>
      <p:sp>
        <p:nvSpPr>
          <p:cNvPr id="28" name="Shape 26"/>
          <p:cNvSpPr/>
          <p:nvPr/>
        </p:nvSpPr>
        <p:spPr>
          <a:xfrm>
            <a:off x="7918252" y="3276518"/>
            <a:ext cx="444489" cy="50799"/>
          </a:xfrm>
          <a:prstGeom prst="rect">
            <a:avLst/>
          </a:prstGeom>
          <a:solidFill>
            <a:srgbClr val="1A1A16"/>
          </a:solidFill>
          <a:ln w="6350">
            <a:solidFill>
              <a:srgbClr val="1A1A16"/>
            </a:solidFill>
            <a:prstDash val="solid"/>
          </a:ln>
        </p:spPr>
      </p:sp>
      <p:sp>
        <p:nvSpPr>
          <p:cNvPr id="29" name="Shape 27"/>
          <p:cNvSpPr/>
          <p:nvPr/>
        </p:nvSpPr>
        <p:spPr>
          <a:xfrm>
            <a:off x="8502437" y="3276518"/>
            <a:ext cx="444489" cy="50799"/>
          </a:xfrm>
          <a:prstGeom prst="rect">
            <a:avLst/>
          </a:prstGeom>
          <a:solidFill>
            <a:srgbClr val="1A1A16"/>
          </a:solidFill>
          <a:ln w="6350">
            <a:solidFill>
              <a:srgbClr val="1A1A16"/>
            </a:solidFill>
            <a:prstDash val="solid"/>
          </a:ln>
        </p:spPr>
      </p:sp>
      <p:sp>
        <p:nvSpPr>
          <p:cNvPr id="30" name="Shape 28"/>
          <p:cNvSpPr/>
          <p:nvPr/>
        </p:nvSpPr>
        <p:spPr>
          <a:xfrm>
            <a:off x="9086623" y="3276518"/>
            <a:ext cx="444489" cy="50799"/>
          </a:xfrm>
          <a:prstGeom prst="rect">
            <a:avLst/>
          </a:prstGeom>
          <a:solidFill>
            <a:srgbClr val="1A1A16"/>
          </a:solidFill>
          <a:ln w="6350">
            <a:solidFill>
              <a:srgbClr val="1A1A16"/>
            </a:solidFill>
            <a:prstDash val="solid"/>
          </a:ln>
        </p:spPr>
      </p:sp>
      <p:sp>
        <p:nvSpPr>
          <p:cNvPr id="31" name="Shape 29"/>
          <p:cNvSpPr/>
          <p:nvPr/>
        </p:nvSpPr>
        <p:spPr>
          <a:xfrm>
            <a:off x="9670808" y="3276518"/>
            <a:ext cx="444489" cy="50799"/>
          </a:xfrm>
          <a:prstGeom prst="rect">
            <a:avLst/>
          </a:prstGeom>
          <a:solidFill>
            <a:srgbClr val="1A1A16"/>
          </a:solidFill>
          <a:ln w="6350">
            <a:solidFill>
              <a:srgbClr val="1A1A16"/>
            </a:solidFill>
            <a:prstDash val="solid"/>
          </a:ln>
        </p:spPr>
      </p:sp>
      <p:sp>
        <p:nvSpPr>
          <p:cNvPr id="32" name="Shape 30"/>
          <p:cNvSpPr/>
          <p:nvPr/>
        </p:nvSpPr>
        <p:spPr>
          <a:xfrm>
            <a:off x="2076398" y="3568611"/>
            <a:ext cx="444489" cy="50799"/>
          </a:xfrm>
          <a:prstGeom prst="rect">
            <a:avLst/>
          </a:prstGeom>
          <a:solidFill>
            <a:srgbClr val="1A1A16"/>
          </a:solidFill>
          <a:ln w="6350">
            <a:solidFill>
              <a:srgbClr val="1A1A16"/>
            </a:solidFill>
            <a:prstDash val="solid"/>
          </a:ln>
        </p:spPr>
      </p:sp>
      <p:sp>
        <p:nvSpPr>
          <p:cNvPr id="33" name="Shape 31"/>
          <p:cNvSpPr/>
          <p:nvPr/>
        </p:nvSpPr>
        <p:spPr>
          <a:xfrm>
            <a:off x="2660583" y="3568611"/>
            <a:ext cx="444489" cy="50799"/>
          </a:xfrm>
          <a:prstGeom prst="rect">
            <a:avLst/>
          </a:prstGeom>
          <a:solidFill>
            <a:srgbClr val="1A1A16"/>
          </a:solidFill>
          <a:ln w="6350">
            <a:solidFill>
              <a:srgbClr val="1A1A16"/>
            </a:solidFill>
            <a:prstDash val="solid"/>
          </a:ln>
        </p:spPr>
      </p:sp>
      <p:sp>
        <p:nvSpPr>
          <p:cNvPr id="34" name="Shape 32"/>
          <p:cNvSpPr/>
          <p:nvPr/>
        </p:nvSpPr>
        <p:spPr>
          <a:xfrm>
            <a:off x="3244769" y="3568611"/>
            <a:ext cx="444489" cy="50799"/>
          </a:xfrm>
          <a:prstGeom prst="rect">
            <a:avLst/>
          </a:prstGeom>
          <a:solidFill>
            <a:srgbClr val="1A1A16"/>
          </a:solidFill>
          <a:ln w="6350">
            <a:solidFill>
              <a:srgbClr val="1A1A16"/>
            </a:solidFill>
            <a:prstDash val="solid"/>
          </a:ln>
        </p:spPr>
      </p:sp>
      <p:sp>
        <p:nvSpPr>
          <p:cNvPr id="35" name="Shape 33"/>
          <p:cNvSpPr/>
          <p:nvPr/>
        </p:nvSpPr>
        <p:spPr>
          <a:xfrm>
            <a:off x="3828954" y="3568611"/>
            <a:ext cx="444489" cy="50799"/>
          </a:xfrm>
          <a:prstGeom prst="rect">
            <a:avLst/>
          </a:prstGeom>
          <a:solidFill>
            <a:srgbClr val="1A1A16"/>
          </a:solidFill>
          <a:ln w="6350">
            <a:solidFill>
              <a:srgbClr val="1A1A16"/>
            </a:solidFill>
            <a:prstDash val="solid"/>
          </a:ln>
        </p:spPr>
      </p:sp>
      <p:sp>
        <p:nvSpPr>
          <p:cNvPr id="36" name="Shape 34"/>
          <p:cNvSpPr/>
          <p:nvPr/>
        </p:nvSpPr>
        <p:spPr>
          <a:xfrm>
            <a:off x="4413140" y="3568611"/>
            <a:ext cx="444489" cy="50799"/>
          </a:xfrm>
          <a:prstGeom prst="rect">
            <a:avLst/>
          </a:prstGeom>
          <a:solidFill>
            <a:srgbClr val="1A1A16"/>
          </a:solidFill>
          <a:ln w="6350">
            <a:solidFill>
              <a:srgbClr val="1A1A16"/>
            </a:solidFill>
            <a:prstDash val="solid"/>
          </a:ln>
        </p:spPr>
      </p:sp>
      <p:sp>
        <p:nvSpPr>
          <p:cNvPr id="37" name="Shape 35"/>
          <p:cNvSpPr/>
          <p:nvPr/>
        </p:nvSpPr>
        <p:spPr>
          <a:xfrm>
            <a:off x="4997325" y="3568611"/>
            <a:ext cx="444489" cy="50799"/>
          </a:xfrm>
          <a:prstGeom prst="rect">
            <a:avLst/>
          </a:prstGeom>
          <a:solidFill>
            <a:srgbClr val="1A1A16"/>
          </a:solidFill>
          <a:ln w="6350">
            <a:solidFill>
              <a:srgbClr val="1A1A16"/>
            </a:solidFill>
            <a:prstDash val="solid"/>
          </a:ln>
        </p:spPr>
      </p:sp>
      <p:sp>
        <p:nvSpPr>
          <p:cNvPr id="38" name="Shape 36"/>
          <p:cNvSpPr/>
          <p:nvPr/>
        </p:nvSpPr>
        <p:spPr>
          <a:xfrm>
            <a:off x="5581510" y="3568611"/>
            <a:ext cx="444489" cy="50799"/>
          </a:xfrm>
          <a:prstGeom prst="rect">
            <a:avLst/>
          </a:prstGeom>
          <a:solidFill>
            <a:srgbClr val="1A1A16"/>
          </a:solidFill>
          <a:ln w="6350">
            <a:solidFill>
              <a:srgbClr val="1A1A16"/>
            </a:solidFill>
            <a:prstDash val="solid"/>
          </a:ln>
        </p:spPr>
      </p:sp>
      <p:sp>
        <p:nvSpPr>
          <p:cNvPr id="39" name="Shape 37"/>
          <p:cNvSpPr/>
          <p:nvPr/>
        </p:nvSpPr>
        <p:spPr>
          <a:xfrm>
            <a:off x="6165696" y="3568611"/>
            <a:ext cx="444489" cy="50799"/>
          </a:xfrm>
          <a:prstGeom prst="rect">
            <a:avLst/>
          </a:prstGeom>
          <a:solidFill>
            <a:srgbClr val="1A1A16"/>
          </a:solidFill>
          <a:ln w="6350">
            <a:solidFill>
              <a:srgbClr val="1A1A16"/>
            </a:solidFill>
            <a:prstDash val="solid"/>
          </a:ln>
        </p:spPr>
      </p:sp>
      <p:sp>
        <p:nvSpPr>
          <p:cNvPr id="40" name="Shape 38"/>
          <p:cNvSpPr/>
          <p:nvPr/>
        </p:nvSpPr>
        <p:spPr>
          <a:xfrm>
            <a:off x="6749881" y="3568611"/>
            <a:ext cx="444489" cy="50799"/>
          </a:xfrm>
          <a:prstGeom prst="rect">
            <a:avLst/>
          </a:prstGeom>
          <a:solidFill>
            <a:srgbClr val="1A1A16"/>
          </a:solidFill>
          <a:ln w="6350">
            <a:solidFill>
              <a:srgbClr val="1A1A16"/>
            </a:solidFill>
            <a:prstDash val="solid"/>
          </a:ln>
        </p:spPr>
      </p:sp>
      <p:sp>
        <p:nvSpPr>
          <p:cNvPr id="41" name="Shape 39"/>
          <p:cNvSpPr/>
          <p:nvPr/>
        </p:nvSpPr>
        <p:spPr>
          <a:xfrm>
            <a:off x="7334067" y="3568611"/>
            <a:ext cx="444489" cy="50799"/>
          </a:xfrm>
          <a:prstGeom prst="rect">
            <a:avLst/>
          </a:prstGeom>
          <a:solidFill>
            <a:srgbClr val="1A1A16"/>
          </a:solidFill>
          <a:ln w="6350">
            <a:solidFill>
              <a:srgbClr val="1A1A16"/>
            </a:solidFill>
            <a:prstDash val="solid"/>
          </a:ln>
        </p:spPr>
      </p:sp>
      <p:sp>
        <p:nvSpPr>
          <p:cNvPr id="42" name="Shape 40"/>
          <p:cNvSpPr/>
          <p:nvPr/>
        </p:nvSpPr>
        <p:spPr>
          <a:xfrm>
            <a:off x="7918252" y="3568611"/>
            <a:ext cx="444489" cy="50799"/>
          </a:xfrm>
          <a:prstGeom prst="rect">
            <a:avLst/>
          </a:prstGeom>
          <a:solidFill>
            <a:srgbClr val="1A1A16"/>
          </a:solidFill>
          <a:ln w="6350">
            <a:solidFill>
              <a:srgbClr val="1A1A16"/>
            </a:solidFill>
            <a:prstDash val="solid"/>
          </a:ln>
        </p:spPr>
      </p:sp>
      <p:sp>
        <p:nvSpPr>
          <p:cNvPr id="43" name="Shape 41"/>
          <p:cNvSpPr/>
          <p:nvPr/>
        </p:nvSpPr>
        <p:spPr>
          <a:xfrm>
            <a:off x="8502437" y="3568611"/>
            <a:ext cx="444489" cy="50799"/>
          </a:xfrm>
          <a:prstGeom prst="rect">
            <a:avLst/>
          </a:prstGeom>
          <a:solidFill>
            <a:srgbClr val="1A1A16"/>
          </a:solidFill>
          <a:ln w="6350">
            <a:solidFill>
              <a:srgbClr val="1A1A16"/>
            </a:solidFill>
            <a:prstDash val="solid"/>
          </a:ln>
        </p:spPr>
      </p:sp>
      <p:sp>
        <p:nvSpPr>
          <p:cNvPr id="44" name="Shape 42"/>
          <p:cNvSpPr/>
          <p:nvPr/>
        </p:nvSpPr>
        <p:spPr>
          <a:xfrm>
            <a:off x="9086623" y="3568611"/>
            <a:ext cx="444489" cy="50799"/>
          </a:xfrm>
          <a:prstGeom prst="rect">
            <a:avLst/>
          </a:prstGeom>
          <a:solidFill>
            <a:srgbClr val="1A1A16"/>
          </a:solidFill>
          <a:ln w="6350">
            <a:solidFill>
              <a:srgbClr val="1A1A16"/>
            </a:solidFill>
            <a:prstDash val="solid"/>
          </a:ln>
        </p:spPr>
      </p:sp>
      <p:sp>
        <p:nvSpPr>
          <p:cNvPr id="45" name="Shape 43"/>
          <p:cNvSpPr/>
          <p:nvPr/>
        </p:nvSpPr>
        <p:spPr>
          <a:xfrm>
            <a:off x="9670808" y="3568611"/>
            <a:ext cx="444489" cy="50799"/>
          </a:xfrm>
          <a:prstGeom prst="rect">
            <a:avLst/>
          </a:prstGeom>
          <a:solidFill>
            <a:srgbClr val="1A1A16"/>
          </a:solidFill>
          <a:ln w="6350">
            <a:solidFill>
              <a:srgbClr val="1A1A16"/>
            </a:solidFill>
            <a:prstDash val="solid"/>
          </a:ln>
        </p:spPr>
      </p:sp>
      <p:sp>
        <p:nvSpPr>
          <p:cNvPr id="46" name="Shape 44"/>
          <p:cNvSpPr/>
          <p:nvPr/>
        </p:nvSpPr>
        <p:spPr>
          <a:xfrm>
            <a:off x="2076398" y="3860703"/>
            <a:ext cx="444489" cy="50799"/>
          </a:xfrm>
          <a:prstGeom prst="rect">
            <a:avLst/>
          </a:prstGeom>
          <a:solidFill>
            <a:srgbClr val="1A1A16"/>
          </a:solidFill>
          <a:ln w="6350">
            <a:solidFill>
              <a:srgbClr val="1A1A16"/>
            </a:solidFill>
            <a:prstDash val="solid"/>
          </a:ln>
        </p:spPr>
      </p:sp>
      <p:sp>
        <p:nvSpPr>
          <p:cNvPr id="47" name="Shape 45"/>
          <p:cNvSpPr/>
          <p:nvPr/>
        </p:nvSpPr>
        <p:spPr>
          <a:xfrm>
            <a:off x="2660583" y="3860703"/>
            <a:ext cx="444489" cy="50799"/>
          </a:xfrm>
          <a:prstGeom prst="rect">
            <a:avLst/>
          </a:prstGeom>
          <a:solidFill>
            <a:srgbClr val="1A1A16"/>
          </a:solidFill>
          <a:ln w="6350">
            <a:solidFill>
              <a:srgbClr val="1A1A16"/>
            </a:solidFill>
            <a:prstDash val="solid"/>
          </a:ln>
        </p:spPr>
      </p:sp>
      <p:sp>
        <p:nvSpPr>
          <p:cNvPr id="48" name="Shape 46"/>
          <p:cNvSpPr/>
          <p:nvPr/>
        </p:nvSpPr>
        <p:spPr>
          <a:xfrm>
            <a:off x="3244769" y="3860703"/>
            <a:ext cx="444489" cy="50799"/>
          </a:xfrm>
          <a:prstGeom prst="rect">
            <a:avLst/>
          </a:prstGeom>
          <a:solidFill>
            <a:srgbClr val="1A1A16"/>
          </a:solidFill>
          <a:ln w="6350">
            <a:solidFill>
              <a:srgbClr val="1A1A16"/>
            </a:solidFill>
            <a:prstDash val="solid"/>
          </a:ln>
        </p:spPr>
      </p:sp>
      <p:sp>
        <p:nvSpPr>
          <p:cNvPr id="49" name="Shape 47"/>
          <p:cNvSpPr/>
          <p:nvPr/>
        </p:nvSpPr>
        <p:spPr>
          <a:xfrm>
            <a:off x="3828954" y="3860703"/>
            <a:ext cx="444489" cy="50799"/>
          </a:xfrm>
          <a:prstGeom prst="rect">
            <a:avLst/>
          </a:prstGeom>
          <a:solidFill>
            <a:srgbClr val="1A1A16"/>
          </a:solidFill>
          <a:ln w="6350">
            <a:solidFill>
              <a:srgbClr val="1A1A16"/>
            </a:solidFill>
            <a:prstDash val="solid"/>
          </a:ln>
        </p:spPr>
      </p:sp>
      <p:sp>
        <p:nvSpPr>
          <p:cNvPr id="50" name="Shape 48"/>
          <p:cNvSpPr/>
          <p:nvPr/>
        </p:nvSpPr>
        <p:spPr>
          <a:xfrm>
            <a:off x="4413140" y="3860703"/>
            <a:ext cx="444489" cy="50799"/>
          </a:xfrm>
          <a:prstGeom prst="rect">
            <a:avLst/>
          </a:prstGeom>
          <a:solidFill>
            <a:srgbClr val="1A1A16"/>
          </a:solidFill>
          <a:ln w="6350">
            <a:solidFill>
              <a:srgbClr val="1A1A16"/>
            </a:solidFill>
            <a:prstDash val="solid"/>
          </a:ln>
        </p:spPr>
      </p:sp>
      <p:sp>
        <p:nvSpPr>
          <p:cNvPr id="51" name="Shape 49"/>
          <p:cNvSpPr/>
          <p:nvPr/>
        </p:nvSpPr>
        <p:spPr>
          <a:xfrm>
            <a:off x="4997325" y="3860703"/>
            <a:ext cx="444489" cy="50799"/>
          </a:xfrm>
          <a:prstGeom prst="rect">
            <a:avLst/>
          </a:prstGeom>
          <a:solidFill>
            <a:srgbClr val="1A1A16"/>
          </a:solidFill>
          <a:ln w="6350">
            <a:solidFill>
              <a:srgbClr val="1A1A16"/>
            </a:solidFill>
            <a:prstDash val="solid"/>
          </a:ln>
        </p:spPr>
      </p:sp>
      <p:sp>
        <p:nvSpPr>
          <p:cNvPr id="52" name="Shape 50"/>
          <p:cNvSpPr/>
          <p:nvPr/>
        </p:nvSpPr>
        <p:spPr>
          <a:xfrm>
            <a:off x="5581510" y="3860703"/>
            <a:ext cx="444489" cy="50799"/>
          </a:xfrm>
          <a:prstGeom prst="rect">
            <a:avLst/>
          </a:prstGeom>
          <a:solidFill>
            <a:srgbClr val="1A1A16"/>
          </a:solidFill>
          <a:ln w="6350">
            <a:solidFill>
              <a:srgbClr val="1A1A16"/>
            </a:solidFill>
            <a:prstDash val="solid"/>
          </a:ln>
        </p:spPr>
      </p:sp>
      <p:sp>
        <p:nvSpPr>
          <p:cNvPr id="53" name="Shape 51"/>
          <p:cNvSpPr/>
          <p:nvPr/>
        </p:nvSpPr>
        <p:spPr>
          <a:xfrm>
            <a:off x="6165696" y="3860703"/>
            <a:ext cx="444489" cy="50799"/>
          </a:xfrm>
          <a:prstGeom prst="rect">
            <a:avLst/>
          </a:prstGeom>
          <a:solidFill>
            <a:srgbClr val="1A1A16"/>
          </a:solidFill>
          <a:ln w="6350">
            <a:solidFill>
              <a:srgbClr val="1A1A16"/>
            </a:solidFill>
            <a:prstDash val="solid"/>
          </a:ln>
        </p:spPr>
      </p:sp>
      <p:sp>
        <p:nvSpPr>
          <p:cNvPr id="54" name="Shape 52"/>
          <p:cNvSpPr/>
          <p:nvPr/>
        </p:nvSpPr>
        <p:spPr>
          <a:xfrm>
            <a:off x="6749881" y="3860703"/>
            <a:ext cx="444489" cy="50799"/>
          </a:xfrm>
          <a:prstGeom prst="rect">
            <a:avLst/>
          </a:prstGeom>
          <a:solidFill>
            <a:srgbClr val="1A1A16"/>
          </a:solidFill>
          <a:ln w="6350">
            <a:solidFill>
              <a:srgbClr val="1A1A16"/>
            </a:solidFill>
            <a:prstDash val="solid"/>
          </a:ln>
        </p:spPr>
      </p:sp>
      <p:sp>
        <p:nvSpPr>
          <p:cNvPr id="55" name="Shape 53"/>
          <p:cNvSpPr/>
          <p:nvPr/>
        </p:nvSpPr>
        <p:spPr>
          <a:xfrm>
            <a:off x="7334067" y="3860703"/>
            <a:ext cx="444489" cy="50799"/>
          </a:xfrm>
          <a:prstGeom prst="rect">
            <a:avLst/>
          </a:prstGeom>
          <a:solidFill>
            <a:srgbClr val="1A1A16"/>
          </a:solidFill>
          <a:ln w="6350">
            <a:solidFill>
              <a:srgbClr val="1A1A16"/>
            </a:solidFill>
            <a:prstDash val="solid"/>
          </a:ln>
        </p:spPr>
      </p:sp>
      <p:sp>
        <p:nvSpPr>
          <p:cNvPr id="56" name="Shape 54"/>
          <p:cNvSpPr/>
          <p:nvPr/>
        </p:nvSpPr>
        <p:spPr>
          <a:xfrm>
            <a:off x="7918252" y="3860703"/>
            <a:ext cx="444489" cy="50799"/>
          </a:xfrm>
          <a:prstGeom prst="rect">
            <a:avLst/>
          </a:prstGeom>
          <a:solidFill>
            <a:srgbClr val="1A1A16"/>
          </a:solidFill>
          <a:ln w="6350">
            <a:solidFill>
              <a:srgbClr val="1A1A16"/>
            </a:solidFill>
            <a:prstDash val="solid"/>
          </a:ln>
        </p:spPr>
      </p:sp>
      <p:sp>
        <p:nvSpPr>
          <p:cNvPr id="57" name="Shape 55"/>
          <p:cNvSpPr/>
          <p:nvPr/>
        </p:nvSpPr>
        <p:spPr>
          <a:xfrm>
            <a:off x="8502437" y="3860703"/>
            <a:ext cx="444489" cy="50799"/>
          </a:xfrm>
          <a:prstGeom prst="rect">
            <a:avLst/>
          </a:prstGeom>
          <a:solidFill>
            <a:srgbClr val="1A1A16"/>
          </a:solidFill>
          <a:ln w="6350">
            <a:solidFill>
              <a:srgbClr val="1A1A16"/>
            </a:solidFill>
            <a:prstDash val="solid"/>
          </a:ln>
        </p:spPr>
      </p:sp>
      <p:sp>
        <p:nvSpPr>
          <p:cNvPr id="58" name="Shape 56"/>
          <p:cNvSpPr/>
          <p:nvPr/>
        </p:nvSpPr>
        <p:spPr>
          <a:xfrm>
            <a:off x="9086623" y="3860703"/>
            <a:ext cx="444489" cy="50799"/>
          </a:xfrm>
          <a:prstGeom prst="rect">
            <a:avLst/>
          </a:prstGeom>
          <a:solidFill>
            <a:srgbClr val="1A1A16"/>
          </a:solidFill>
          <a:ln w="6350">
            <a:solidFill>
              <a:srgbClr val="1A1A16"/>
            </a:solidFill>
            <a:prstDash val="solid"/>
          </a:ln>
        </p:spPr>
      </p:sp>
      <p:sp>
        <p:nvSpPr>
          <p:cNvPr id="59" name="Shape 57"/>
          <p:cNvSpPr/>
          <p:nvPr/>
        </p:nvSpPr>
        <p:spPr>
          <a:xfrm>
            <a:off x="9670808" y="3860703"/>
            <a:ext cx="444489" cy="50799"/>
          </a:xfrm>
          <a:prstGeom prst="rect">
            <a:avLst/>
          </a:prstGeom>
          <a:solidFill>
            <a:srgbClr val="1A1A16"/>
          </a:solidFill>
          <a:ln w="6350">
            <a:solidFill>
              <a:srgbClr val="1A1A16"/>
            </a:solidFill>
            <a:prstDash val="solid"/>
          </a:ln>
        </p:spPr>
      </p:sp>
      <p:sp>
        <p:nvSpPr>
          <p:cNvPr id="60" name="Shape 58"/>
          <p:cNvSpPr/>
          <p:nvPr/>
        </p:nvSpPr>
        <p:spPr>
          <a:xfrm>
            <a:off x="2076398" y="4152796"/>
            <a:ext cx="444489" cy="50799"/>
          </a:xfrm>
          <a:prstGeom prst="rect">
            <a:avLst/>
          </a:prstGeom>
          <a:solidFill>
            <a:srgbClr val="1A1A16"/>
          </a:solidFill>
          <a:ln w="6350">
            <a:solidFill>
              <a:srgbClr val="1A1A16"/>
            </a:solidFill>
            <a:prstDash val="solid"/>
          </a:ln>
        </p:spPr>
      </p:sp>
      <p:sp>
        <p:nvSpPr>
          <p:cNvPr id="61" name="Shape 59"/>
          <p:cNvSpPr/>
          <p:nvPr/>
        </p:nvSpPr>
        <p:spPr>
          <a:xfrm>
            <a:off x="2660583" y="4152796"/>
            <a:ext cx="444489" cy="50799"/>
          </a:xfrm>
          <a:prstGeom prst="rect">
            <a:avLst/>
          </a:prstGeom>
          <a:solidFill>
            <a:srgbClr val="1A1A16"/>
          </a:solidFill>
          <a:ln w="6350">
            <a:solidFill>
              <a:srgbClr val="1A1A16"/>
            </a:solidFill>
            <a:prstDash val="solid"/>
          </a:ln>
        </p:spPr>
      </p:sp>
      <p:sp>
        <p:nvSpPr>
          <p:cNvPr id="62" name="Shape 60"/>
          <p:cNvSpPr/>
          <p:nvPr/>
        </p:nvSpPr>
        <p:spPr>
          <a:xfrm>
            <a:off x="3244769" y="4152796"/>
            <a:ext cx="444489" cy="50799"/>
          </a:xfrm>
          <a:prstGeom prst="rect">
            <a:avLst/>
          </a:prstGeom>
          <a:solidFill>
            <a:srgbClr val="1A1A16"/>
          </a:solidFill>
          <a:ln w="6350">
            <a:solidFill>
              <a:srgbClr val="1A1A16"/>
            </a:solidFill>
            <a:prstDash val="solid"/>
          </a:ln>
        </p:spPr>
      </p:sp>
      <p:sp>
        <p:nvSpPr>
          <p:cNvPr id="63" name="Shape 61"/>
          <p:cNvSpPr/>
          <p:nvPr/>
        </p:nvSpPr>
        <p:spPr>
          <a:xfrm>
            <a:off x="3828954" y="4152796"/>
            <a:ext cx="444489" cy="50799"/>
          </a:xfrm>
          <a:prstGeom prst="rect">
            <a:avLst/>
          </a:prstGeom>
          <a:solidFill>
            <a:srgbClr val="1A1A16"/>
          </a:solidFill>
          <a:ln w="6350">
            <a:solidFill>
              <a:srgbClr val="1A1A16"/>
            </a:solidFill>
            <a:prstDash val="solid"/>
          </a:ln>
        </p:spPr>
      </p:sp>
      <p:sp>
        <p:nvSpPr>
          <p:cNvPr id="64" name="Shape 62"/>
          <p:cNvSpPr/>
          <p:nvPr/>
        </p:nvSpPr>
        <p:spPr>
          <a:xfrm>
            <a:off x="4413140" y="4152796"/>
            <a:ext cx="444489" cy="50799"/>
          </a:xfrm>
          <a:prstGeom prst="rect">
            <a:avLst/>
          </a:prstGeom>
          <a:solidFill>
            <a:srgbClr val="1A1A16"/>
          </a:solidFill>
          <a:ln w="6350">
            <a:solidFill>
              <a:srgbClr val="1A1A16"/>
            </a:solidFill>
            <a:prstDash val="solid"/>
          </a:ln>
        </p:spPr>
      </p:sp>
      <p:sp>
        <p:nvSpPr>
          <p:cNvPr id="65" name="Shape 63"/>
          <p:cNvSpPr/>
          <p:nvPr/>
        </p:nvSpPr>
        <p:spPr>
          <a:xfrm>
            <a:off x="4997325" y="4152796"/>
            <a:ext cx="444489" cy="50799"/>
          </a:xfrm>
          <a:prstGeom prst="rect">
            <a:avLst/>
          </a:prstGeom>
          <a:solidFill>
            <a:srgbClr val="1A1A16"/>
          </a:solidFill>
          <a:ln w="6350">
            <a:solidFill>
              <a:srgbClr val="1A1A16"/>
            </a:solidFill>
            <a:prstDash val="solid"/>
          </a:ln>
        </p:spPr>
      </p:sp>
      <p:sp>
        <p:nvSpPr>
          <p:cNvPr id="66" name="Shape 64"/>
          <p:cNvSpPr/>
          <p:nvPr/>
        </p:nvSpPr>
        <p:spPr>
          <a:xfrm>
            <a:off x="5581510" y="4152796"/>
            <a:ext cx="444489" cy="50799"/>
          </a:xfrm>
          <a:prstGeom prst="rect">
            <a:avLst/>
          </a:prstGeom>
          <a:solidFill>
            <a:srgbClr val="1A1A16"/>
          </a:solidFill>
          <a:ln w="6350">
            <a:solidFill>
              <a:srgbClr val="1A1A16"/>
            </a:solidFill>
            <a:prstDash val="solid"/>
          </a:ln>
        </p:spPr>
      </p:sp>
      <p:sp>
        <p:nvSpPr>
          <p:cNvPr id="67" name="Shape 65"/>
          <p:cNvSpPr/>
          <p:nvPr/>
        </p:nvSpPr>
        <p:spPr>
          <a:xfrm>
            <a:off x="6165696" y="4152796"/>
            <a:ext cx="444489" cy="50799"/>
          </a:xfrm>
          <a:prstGeom prst="rect">
            <a:avLst/>
          </a:prstGeom>
          <a:solidFill>
            <a:srgbClr val="1A1A16"/>
          </a:solidFill>
          <a:ln w="6350">
            <a:solidFill>
              <a:srgbClr val="1A1A16"/>
            </a:solidFill>
            <a:prstDash val="solid"/>
          </a:ln>
        </p:spPr>
      </p:sp>
      <p:sp>
        <p:nvSpPr>
          <p:cNvPr id="68" name="Shape 66"/>
          <p:cNvSpPr/>
          <p:nvPr/>
        </p:nvSpPr>
        <p:spPr>
          <a:xfrm>
            <a:off x="6749881" y="4152796"/>
            <a:ext cx="444489" cy="50799"/>
          </a:xfrm>
          <a:prstGeom prst="rect">
            <a:avLst/>
          </a:prstGeom>
          <a:solidFill>
            <a:srgbClr val="1A1A16"/>
          </a:solidFill>
          <a:ln w="6350">
            <a:solidFill>
              <a:srgbClr val="1A1A16"/>
            </a:solidFill>
            <a:prstDash val="solid"/>
          </a:ln>
        </p:spPr>
      </p:sp>
      <p:sp>
        <p:nvSpPr>
          <p:cNvPr id="69" name="Shape 67"/>
          <p:cNvSpPr/>
          <p:nvPr/>
        </p:nvSpPr>
        <p:spPr>
          <a:xfrm>
            <a:off x="7334067" y="4152796"/>
            <a:ext cx="444489" cy="50799"/>
          </a:xfrm>
          <a:prstGeom prst="rect">
            <a:avLst/>
          </a:prstGeom>
          <a:solidFill>
            <a:srgbClr val="1A1A16"/>
          </a:solidFill>
          <a:ln w="6350">
            <a:solidFill>
              <a:srgbClr val="1A1A16"/>
            </a:solidFill>
            <a:prstDash val="solid"/>
          </a:ln>
        </p:spPr>
      </p:sp>
      <p:sp>
        <p:nvSpPr>
          <p:cNvPr id="70" name="Shape 68"/>
          <p:cNvSpPr/>
          <p:nvPr/>
        </p:nvSpPr>
        <p:spPr>
          <a:xfrm>
            <a:off x="7918252" y="4152796"/>
            <a:ext cx="444489" cy="50799"/>
          </a:xfrm>
          <a:prstGeom prst="rect">
            <a:avLst/>
          </a:prstGeom>
          <a:solidFill>
            <a:srgbClr val="1A1A16"/>
          </a:solidFill>
          <a:ln w="6350">
            <a:solidFill>
              <a:srgbClr val="1A1A16"/>
            </a:solidFill>
            <a:prstDash val="solid"/>
          </a:ln>
        </p:spPr>
      </p:sp>
      <p:sp>
        <p:nvSpPr>
          <p:cNvPr id="71" name="Shape 69"/>
          <p:cNvSpPr/>
          <p:nvPr/>
        </p:nvSpPr>
        <p:spPr>
          <a:xfrm>
            <a:off x="8502437" y="4152796"/>
            <a:ext cx="444489" cy="50799"/>
          </a:xfrm>
          <a:prstGeom prst="rect">
            <a:avLst/>
          </a:prstGeom>
          <a:solidFill>
            <a:srgbClr val="1A1A16"/>
          </a:solidFill>
          <a:ln w="6350">
            <a:solidFill>
              <a:srgbClr val="1A1A16"/>
            </a:solidFill>
            <a:prstDash val="solid"/>
          </a:ln>
        </p:spPr>
      </p:sp>
      <p:sp>
        <p:nvSpPr>
          <p:cNvPr id="72" name="Shape 70"/>
          <p:cNvSpPr/>
          <p:nvPr/>
        </p:nvSpPr>
        <p:spPr>
          <a:xfrm>
            <a:off x="9086623" y="4152796"/>
            <a:ext cx="444489" cy="50799"/>
          </a:xfrm>
          <a:prstGeom prst="rect">
            <a:avLst/>
          </a:prstGeom>
          <a:solidFill>
            <a:srgbClr val="1A1A16"/>
          </a:solidFill>
          <a:ln w="6350">
            <a:solidFill>
              <a:srgbClr val="1A1A16"/>
            </a:solidFill>
            <a:prstDash val="solid"/>
          </a:ln>
        </p:spPr>
      </p:sp>
      <p:sp>
        <p:nvSpPr>
          <p:cNvPr id="73" name="Shape 71"/>
          <p:cNvSpPr/>
          <p:nvPr/>
        </p:nvSpPr>
        <p:spPr>
          <a:xfrm>
            <a:off x="9670808" y="4152796"/>
            <a:ext cx="444489" cy="50799"/>
          </a:xfrm>
          <a:prstGeom prst="rect">
            <a:avLst/>
          </a:prstGeom>
          <a:solidFill>
            <a:srgbClr val="1A1A16"/>
          </a:solidFill>
          <a:ln w="6350">
            <a:solidFill>
              <a:srgbClr val="1A1A16"/>
            </a:solidFill>
            <a:prstDash val="solid"/>
          </a:ln>
        </p:spPr>
      </p:sp>
      <p:sp>
        <p:nvSpPr>
          <p:cNvPr id="74" name="Shape 72"/>
          <p:cNvSpPr/>
          <p:nvPr/>
        </p:nvSpPr>
        <p:spPr>
          <a:xfrm>
            <a:off x="2076398" y="4444889"/>
            <a:ext cx="444489" cy="50799"/>
          </a:xfrm>
          <a:prstGeom prst="rect">
            <a:avLst/>
          </a:prstGeom>
          <a:solidFill>
            <a:srgbClr val="1A1A16"/>
          </a:solidFill>
          <a:ln w="6350">
            <a:solidFill>
              <a:srgbClr val="1A1A16"/>
            </a:solidFill>
            <a:prstDash val="solid"/>
          </a:ln>
        </p:spPr>
      </p:sp>
      <p:sp>
        <p:nvSpPr>
          <p:cNvPr id="75" name="Shape 73"/>
          <p:cNvSpPr/>
          <p:nvPr/>
        </p:nvSpPr>
        <p:spPr>
          <a:xfrm>
            <a:off x="2660583" y="4444889"/>
            <a:ext cx="444489" cy="50799"/>
          </a:xfrm>
          <a:prstGeom prst="rect">
            <a:avLst/>
          </a:prstGeom>
          <a:solidFill>
            <a:srgbClr val="1A1A16"/>
          </a:solidFill>
          <a:ln w="6350">
            <a:solidFill>
              <a:srgbClr val="1A1A16"/>
            </a:solidFill>
            <a:prstDash val="solid"/>
          </a:ln>
        </p:spPr>
      </p:sp>
      <p:sp>
        <p:nvSpPr>
          <p:cNvPr id="76" name="Shape 74"/>
          <p:cNvSpPr/>
          <p:nvPr/>
        </p:nvSpPr>
        <p:spPr>
          <a:xfrm>
            <a:off x="3244769" y="4444889"/>
            <a:ext cx="444489" cy="50799"/>
          </a:xfrm>
          <a:prstGeom prst="rect">
            <a:avLst/>
          </a:prstGeom>
          <a:solidFill>
            <a:srgbClr val="1A1A16"/>
          </a:solidFill>
          <a:ln w="6350">
            <a:solidFill>
              <a:srgbClr val="1A1A16"/>
            </a:solidFill>
            <a:prstDash val="solid"/>
          </a:ln>
        </p:spPr>
      </p:sp>
      <p:sp>
        <p:nvSpPr>
          <p:cNvPr id="77" name="Shape 75"/>
          <p:cNvSpPr/>
          <p:nvPr/>
        </p:nvSpPr>
        <p:spPr>
          <a:xfrm>
            <a:off x="3828954" y="4444889"/>
            <a:ext cx="444489" cy="50799"/>
          </a:xfrm>
          <a:prstGeom prst="rect">
            <a:avLst/>
          </a:prstGeom>
          <a:solidFill>
            <a:srgbClr val="1A1A16"/>
          </a:solidFill>
          <a:ln w="6350">
            <a:solidFill>
              <a:srgbClr val="1A1A16"/>
            </a:solidFill>
            <a:prstDash val="solid"/>
          </a:ln>
        </p:spPr>
      </p:sp>
      <p:sp>
        <p:nvSpPr>
          <p:cNvPr id="78" name="Shape 76"/>
          <p:cNvSpPr/>
          <p:nvPr/>
        </p:nvSpPr>
        <p:spPr>
          <a:xfrm>
            <a:off x="4413140" y="4444889"/>
            <a:ext cx="444489" cy="50799"/>
          </a:xfrm>
          <a:prstGeom prst="rect">
            <a:avLst/>
          </a:prstGeom>
          <a:solidFill>
            <a:srgbClr val="1A1A16"/>
          </a:solidFill>
          <a:ln w="6350">
            <a:solidFill>
              <a:srgbClr val="1A1A16"/>
            </a:solidFill>
            <a:prstDash val="solid"/>
          </a:ln>
        </p:spPr>
      </p:sp>
      <p:sp>
        <p:nvSpPr>
          <p:cNvPr id="79" name="Shape 77"/>
          <p:cNvSpPr/>
          <p:nvPr/>
        </p:nvSpPr>
        <p:spPr>
          <a:xfrm>
            <a:off x="4997325" y="4444889"/>
            <a:ext cx="444489" cy="50799"/>
          </a:xfrm>
          <a:prstGeom prst="rect">
            <a:avLst/>
          </a:prstGeom>
          <a:solidFill>
            <a:srgbClr val="1A1A16"/>
          </a:solidFill>
          <a:ln w="6350">
            <a:solidFill>
              <a:srgbClr val="1A1A16"/>
            </a:solidFill>
            <a:prstDash val="solid"/>
          </a:ln>
        </p:spPr>
      </p:sp>
      <p:sp>
        <p:nvSpPr>
          <p:cNvPr id="80" name="Shape 78"/>
          <p:cNvSpPr/>
          <p:nvPr/>
        </p:nvSpPr>
        <p:spPr>
          <a:xfrm>
            <a:off x="5581510" y="4444889"/>
            <a:ext cx="444489" cy="50799"/>
          </a:xfrm>
          <a:prstGeom prst="rect">
            <a:avLst/>
          </a:prstGeom>
          <a:solidFill>
            <a:srgbClr val="1A1A16"/>
          </a:solidFill>
          <a:ln w="6350">
            <a:solidFill>
              <a:srgbClr val="1A1A16"/>
            </a:solidFill>
            <a:prstDash val="solid"/>
          </a:ln>
        </p:spPr>
      </p:sp>
      <p:sp>
        <p:nvSpPr>
          <p:cNvPr id="81" name="Shape 79"/>
          <p:cNvSpPr/>
          <p:nvPr/>
        </p:nvSpPr>
        <p:spPr>
          <a:xfrm>
            <a:off x="6165696" y="4444889"/>
            <a:ext cx="444489" cy="50799"/>
          </a:xfrm>
          <a:prstGeom prst="rect">
            <a:avLst/>
          </a:prstGeom>
          <a:solidFill>
            <a:srgbClr val="1A1A16"/>
          </a:solidFill>
          <a:ln w="6350">
            <a:solidFill>
              <a:srgbClr val="1A1A16"/>
            </a:solidFill>
            <a:prstDash val="solid"/>
          </a:ln>
        </p:spPr>
      </p:sp>
      <p:sp>
        <p:nvSpPr>
          <p:cNvPr id="82" name="Shape 80"/>
          <p:cNvSpPr/>
          <p:nvPr/>
        </p:nvSpPr>
        <p:spPr>
          <a:xfrm>
            <a:off x="6749881" y="4444889"/>
            <a:ext cx="444489" cy="50799"/>
          </a:xfrm>
          <a:prstGeom prst="rect">
            <a:avLst/>
          </a:prstGeom>
          <a:solidFill>
            <a:srgbClr val="1A1A16"/>
          </a:solidFill>
          <a:ln w="6350">
            <a:solidFill>
              <a:srgbClr val="1A1A16"/>
            </a:solidFill>
            <a:prstDash val="solid"/>
          </a:ln>
        </p:spPr>
      </p:sp>
      <p:sp>
        <p:nvSpPr>
          <p:cNvPr id="83" name="Shape 81"/>
          <p:cNvSpPr/>
          <p:nvPr/>
        </p:nvSpPr>
        <p:spPr>
          <a:xfrm>
            <a:off x="7334067" y="4444889"/>
            <a:ext cx="444489" cy="50799"/>
          </a:xfrm>
          <a:prstGeom prst="rect">
            <a:avLst/>
          </a:prstGeom>
          <a:solidFill>
            <a:srgbClr val="1A1A16"/>
          </a:solidFill>
          <a:ln w="6350">
            <a:solidFill>
              <a:srgbClr val="1A1A16"/>
            </a:solidFill>
            <a:prstDash val="solid"/>
          </a:ln>
        </p:spPr>
      </p:sp>
      <p:sp>
        <p:nvSpPr>
          <p:cNvPr id="84" name="Shape 82"/>
          <p:cNvSpPr/>
          <p:nvPr/>
        </p:nvSpPr>
        <p:spPr>
          <a:xfrm>
            <a:off x="7918252" y="4444889"/>
            <a:ext cx="444489" cy="50799"/>
          </a:xfrm>
          <a:prstGeom prst="rect">
            <a:avLst/>
          </a:prstGeom>
          <a:solidFill>
            <a:srgbClr val="1A1A16"/>
          </a:solidFill>
          <a:ln w="6350">
            <a:solidFill>
              <a:srgbClr val="1A1A16"/>
            </a:solidFill>
            <a:prstDash val="solid"/>
          </a:ln>
        </p:spPr>
      </p:sp>
      <p:sp>
        <p:nvSpPr>
          <p:cNvPr id="85" name="Shape 83"/>
          <p:cNvSpPr/>
          <p:nvPr/>
        </p:nvSpPr>
        <p:spPr>
          <a:xfrm>
            <a:off x="8502437" y="4444889"/>
            <a:ext cx="444489" cy="50799"/>
          </a:xfrm>
          <a:prstGeom prst="rect">
            <a:avLst/>
          </a:prstGeom>
          <a:solidFill>
            <a:srgbClr val="1A1A16"/>
          </a:solidFill>
          <a:ln w="6350">
            <a:solidFill>
              <a:srgbClr val="1A1A16"/>
            </a:solidFill>
            <a:prstDash val="solid"/>
          </a:ln>
        </p:spPr>
      </p:sp>
      <p:sp>
        <p:nvSpPr>
          <p:cNvPr id="86" name="Text 84"/>
          <p:cNvSpPr txBox="1"/>
          <p:nvPr/>
        </p:nvSpPr>
        <p:spPr>
          <a:xfrm>
            <a:off x="2076398" y="2603435"/>
            <a:ext cx="3809905"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82 of 82 modules compile</a:t>
            </a:r>
            <a:endParaRPr lang="en-US" sz="1100" dirty="0"/>
          </a:p>
        </p:txBody>
      </p:sp>
      <p:sp>
        <p:nvSpPr>
          <p:cNvPr id="87" name="Text 85"/>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82 OF 82 MODULES COMPILE · THE ANSWER IS STILL EMPTY</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06470" y="2539937"/>
            <a:ext cx="2095448" cy="1396965"/>
          </a:xfrm>
          <a:prstGeom prst="rect">
            <a:avLst/>
          </a:prstGeom>
          <a:ln w="12700">
            <a:solidFill>
              <a:srgbClr val="1A1A16"/>
            </a:solidFill>
            <a:prstDash val="solid"/>
          </a:ln>
        </p:spPr>
      </p:sp>
      <p:sp>
        <p:nvSpPr>
          <p:cNvPr id="3" name="Text 1"/>
          <p:cNvSpPr txBox="1"/>
          <p:nvPr/>
        </p:nvSpPr>
        <p:spPr>
          <a:xfrm>
            <a:off x="1396965" y="2806630"/>
            <a:ext cx="1714457" cy="496558"/>
          </a:xfrm>
          <a:prstGeom prst="rect">
            <a:avLst/>
          </a:prstGeom>
          <a:noFill/>
          <a:ln/>
        </p:spPr>
        <p:txBody>
          <a:bodyPr wrap="square" lIns="0" tIns="0" rIns="0" bIns="0" rtlCol="0" anchor="t"/>
          <a:lstStyle/>
          <a:p>
            <a:pPr algn="l" indent="0" marL="0">
              <a:buNone/>
            </a:pPr>
            <a:r>
              <a:rPr lang="en-US" sz="2300" dirty="0">
                <a:solidFill>
                  <a:srgbClr val="1A1A16"/>
                </a:solidFill>
                <a:latin typeface="Calibri" pitchFamily="34" charset="0"/>
                <a:ea typeface="Calibri" pitchFamily="34" charset="-122"/>
                <a:cs typeface="Calibri" pitchFamily="34" charset="-120"/>
              </a:rPr>
              <a:t>7.6M</a:t>
            </a:r>
            <a:endParaRPr lang="en-US" sz="2300" dirty="0"/>
          </a:p>
        </p:txBody>
      </p:sp>
      <p:sp>
        <p:nvSpPr>
          <p:cNvPr id="4" name="Text 2"/>
          <p:cNvSpPr txBox="1"/>
          <p:nvPr/>
        </p:nvSpPr>
        <p:spPr>
          <a:xfrm>
            <a:off x="1396965" y="3530512"/>
            <a:ext cx="171445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tokens</a:t>
            </a:r>
            <a:endParaRPr lang="en-US" sz="1100" dirty="0"/>
          </a:p>
        </p:txBody>
      </p:sp>
      <p:sp>
        <p:nvSpPr>
          <p:cNvPr id="5" name="Shape 3"/>
          <p:cNvSpPr/>
          <p:nvPr/>
        </p:nvSpPr>
        <p:spPr>
          <a:xfrm>
            <a:off x="3746406" y="2539937"/>
            <a:ext cx="2095448" cy="1396965"/>
          </a:xfrm>
          <a:prstGeom prst="rect">
            <a:avLst/>
          </a:prstGeom>
          <a:ln w="12700">
            <a:solidFill>
              <a:srgbClr val="1A1A16"/>
            </a:solidFill>
            <a:prstDash val="solid"/>
          </a:ln>
        </p:spPr>
      </p:sp>
      <p:sp>
        <p:nvSpPr>
          <p:cNvPr id="6" name="Text 4"/>
          <p:cNvSpPr txBox="1"/>
          <p:nvPr/>
        </p:nvSpPr>
        <p:spPr>
          <a:xfrm>
            <a:off x="3936902" y="2806630"/>
            <a:ext cx="1714457" cy="496558"/>
          </a:xfrm>
          <a:prstGeom prst="rect">
            <a:avLst/>
          </a:prstGeom>
          <a:noFill/>
          <a:ln/>
        </p:spPr>
        <p:txBody>
          <a:bodyPr wrap="square" lIns="0" tIns="0" rIns="0" bIns="0" rtlCol="0" anchor="t"/>
          <a:lstStyle/>
          <a:p>
            <a:pPr algn="l" indent="0" marL="0">
              <a:buNone/>
            </a:pPr>
            <a:r>
              <a:rPr lang="en-US" sz="2300" dirty="0">
                <a:solidFill>
                  <a:srgbClr val="1A1A16"/>
                </a:solidFill>
                <a:latin typeface="Calibri" pitchFamily="34" charset="0"/>
                <a:ea typeface="Calibri" pitchFamily="34" charset="-122"/>
                <a:cs typeface="Calibri" pitchFamily="34" charset="-120"/>
              </a:rPr>
              <a:t>74</a:t>
            </a:r>
            <a:endParaRPr lang="en-US" sz="2300" dirty="0"/>
          </a:p>
        </p:txBody>
      </p:sp>
      <p:sp>
        <p:nvSpPr>
          <p:cNvPr id="7" name="Text 5"/>
          <p:cNvSpPr txBox="1"/>
          <p:nvPr/>
        </p:nvSpPr>
        <p:spPr>
          <a:xfrm>
            <a:off x="3936902" y="3530512"/>
            <a:ext cx="171445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model calls</a:t>
            </a:r>
            <a:endParaRPr lang="en-US" sz="1100" dirty="0"/>
          </a:p>
        </p:txBody>
      </p:sp>
      <p:sp>
        <p:nvSpPr>
          <p:cNvPr id="8" name="Shape 6"/>
          <p:cNvSpPr/>
          <p:nvPr/>
        </p:nvSpPr>
        <p:spPr>
          <a:xfrm>
            <a:off x="6286343" y="2539937"/>
            <a:ext cx="2095448" cy="1396965"/>
          </a:xfrm>
          <a:prstGeom prst="rect">
            <a:avLst/>
          </a:prstGeom>
          <a:ln w="12700">
            <a:solidFill>
              <a:srgbClr val="1A1A16"/>
            </a:solidFill>
            <a:prstDash val="solid"/>
          </a:ln>
        </p:spPr>
      </p:sp>
      <p:sp>
        <p:nvSpPr>
          <p:cNvPr id="9" name="Text 7"/>
          <p:cNvSpPr txBox="1"/>
          <p:nvPr/>
        </p:nvSpPr>
        <p:spPr>
          <a:xfrm>
            <a:off x="6476838" y="2806630"/>
            <a:ext cx="1714457" cy="496558"/>
          </a:xfrm>
          <a:prstGeom prst="rect">
            <a:avLst/>
          </a:prstGeom>
          <a:noFill/>
          <a:ln/>
        </p:spPr>
        <p:txBody>
          <a:bodyPr wrap="square" lIns="0" tIns="0" rIns="0" bIns="0" rtlCol="0" anchor="t"/>
          <a:lstStyle/>
          <a:p>
            <a:pPr algn="l" indent="0" marL="0">
              <a:buNone/>
            </a:pPr>
            <a:r>
              <a:rPr lang="en-US" sz="2300" dirty="0">
                <a:solidFill>
                  <a:srgbClr val="1A1A16"/>
                </a:solidFill>
                <a:latin typeface="Calibri" pitchFamily="34" charset="0"/>
                <a:ea typeface="Calibri" pitchFamily="34" charset="-122"/>
                <a:cs typeface="Calibri" pitchFamily="34" charset="-120"/>
              </a:rPr>
              <a:t>71</a:t>
            </a:r>
            <a:endParaRPr lang="en-US" sz="2300" dirty="0"/>
          </a:p>
        </p:txBody>
      </p:sp>
      <p:sp>
        <p:nvSpPr>
          <p:cNvPr id="10" name="Text 8"/>
          <p:cNvSpPr txBox="1"/>
          <p:nvPr/>
        </p:nvSpPr>
        <p:spPr>
          <a:xfrm>
            <a:off x="6476838" y="3530512"/>
            <a:ext cx="171445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minutes</a:t>
            </a:r>
            <a:endParaRPr lang="en-US" sz="1100" dirty="0"/>
          </a:p>
        </p:txBody>
      </p:sp>
      <p:sp>
        <p:nvSpPr>
          <p:cNvPr id="11" name="Shape 9"/>
          <p:cNvSpPr/>
          <p:nvPr/>
        </p:nvSpPr>
        <p:spPr>
          <a:xfrm>
            <a:off x="8826279" y="2539937"/>
            <a:ext cx="2095448" cy="1396965"/>
          </a:xfrm>
          <a:prstGeom prst="rect">
            <a:avLst/>
          </a:prstGeom>
          <a:ln w="12700">
            <a:solidFill>
              <a:srgbClr val="1A1A16"/>
            </a:solidFill>
            <a:prstDash val="solid"/>
          </a:ln>
        </p:spPr>
      </p:sp>
      <p:sp>
        <p:nvSpPr>
          <p:cNvPr id="12" name="Text 10"/>
          <p:cNvSpPr txBox="1"/>
          <p:nvPr/>
        </p:nvSpPr>
        <p:spPr>
          <a:xfrm>
            <a:off x="9016775" y="3530512"/>
            <a:ext cx="171445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dollars</a:t>
            </a:r>
            <a:endParaRPr lang="en-US" sz="1100" dirty="0"/>
          </a:p>
        </p:txBody>
      </p:sp>
      <p:sp>
        <p:nvSpPr>
          <p:cNvPr id="13" name="Text 11"/>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TOKENS, CALLS AND SECONDS ARE RECORDED · DOLLARS ARE NOT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476" y="2095448"/>
            <a:ext cx="6730832" cy="2095448"/>
          </a:xfrm>
          <a:prstGeom prst="rect">
            <a:avLst/>
          </a:prstGeom>
          <a:ln w="12700">
            <a:solidFill>
              <a:srgbClr val="1A1A16"/>
            </a:solidFill>
            <a:prstDash val="solid"/>
          </a:ln>
        </p:spPr>
      </p:sp>
      <p:sp>
        <p:nvSpPr>
          <p:cNvPr id="3" name="Text 1"/>
          <p:cNvSpPr txBox="1"/>
          <p:nvPr/>
        </p:nvSpPr>
        <p:spPr>
          <a:xfrm>
            <a:off x="1219170" y="2438339"/>
            <a:ext cx="6197445" cy="496558"/>
          </a:xfrm>
          <a:prstGeom prst="rect">
            <a:avLst/>
          </a:prstGeom>
          <a:noFill/>
          <a:ln/>
        </p:spPr>
        <p:txBody>
          <a:bodyPr wrap="square" lIns="0" tIns="0" rIns="0" bIns="0" rtlCol="0" anchor="t"/>
          <a:lstStyle/>
          <a:p>
            <a:pPr algn="l" indent="0" marL="0">
              <a:buNone/>
            </a:pPr>
            <a:r>
              <a:rPr lang="en-US" sz="2300" dirty="0">
                <a:solidFill>
                  <a:srgbClr val="1A1A16"/>
                </a:solidFill>
                <a:latin typeface="Calibri" pitchFamily="34" charset="0"/>
                <a:ea typeface="Calibri" pitchFamily="34" charset="-122"/>
                <a:cs typeface="Calibri" pitchFamily="34" charset="-120"/>
              </a:rPr>
              <a:t>8.6 GB</a:t>
            </a:r>
            <a:endParaRPr lang="en-US" sz="2300" dirty="0"/>
          </a:p>
        </p:txBody>
      </p:sp>
      <p:sp>
        <p:nvSpPr>
          <p:cNvPr id="4" name="Text 2"/>
          <p:cNvSpPr txBox="1"/>
          <p:nvPr/>
        </p:nvSpPr>
        <p:spPr>
          <a:xfrm>
            <a:off x="1219170" y="2908227"/>
            <a:ext cx="6197445"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87,659 objects</a:t>
            </a:r>
            <a:endParaRPr lang="en-US" sz="1100" dirty="0"/>
          </a:p>
        </p:txBody>
      </p:sp>
      <p:sp>
        <p:nvSpPr>
          <p:cNvPr id="5" name="Text 3"/>
          <p:cNvSpPr txBox="1"/>
          <p:nvPr/>
        </p:nvSpPr>
        <p:spPr>
          <a:xfrm>
            <a:off x="1219170" y="3124122"/>
            <a:ext cx="6197445"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the library every proof is checked against,</a:t>
            </a:r>
            <a:endParaRPr lang="en-US" sz="1100" dirty="0"/>
          </a:p>
        </p:txBody>
      </p:sp>
      <p:sp>
        <p:nvSpPr>
          <p:cNvPr id="6" name="Text 4"/>
          <p:cNvSpPr txBox="1"/>
          <p:nvPr/>
        </p:nvSpPr>
        <p:spPr>
          <a:xfrm>
            <a:off x="1219170" y="3327317"/>
            <a:ext cx="6197445"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identical for everybody who downloads it</a:t>
            </a:r>
            <a:endParaRPr lang="en-US" sz="1100" dirty="0"/>
          </a:p>
        </p:txBody>
      </p:sp>
      <p:sp>
        <p:nvSpPr>
          <p:cNvPr id="7" name="Shape 5"/>
          <p:cNvSpPr/>
          <p:nvPr/>
        </p:nvSpPr>
        <p:spPr>
          <a:xfrm>
            <a:off x="8191295" y="2095448"/>
            <a:ext cx="3047924" cy="2095448"/>
          </a:xfrm>
          <a:prstGeom prst="rect">
            <a:avLst/>
          </a:prstGeom>
          <a:ln w="12700">
            <a:solidFill>
              <a:srgbClr val="1A1A16"/>
            </a:solidFill>
            <a:prstDash val="solid"/>
          </a:ln>
        </p:spPr>
      </p:sp>
      <p:sp>
        <p:nvSpPr>
          <p:cNvPr id="8" name="Text 6"/>
          <p:cNvSpPr txBox="1"/>
          <p:nvPr/>
        </p:nvSpPr>
        <p:spPr>
          <a:xfrm>
            <a:off x="8445289" y="2438339"/>
            <a:ext cx="2539937" cy="496558"/>
          </a:xfrm>
          <a:prstGeom prst="rect">
            <a:avLst/>
          </a:prstGeom>
          <a:noFill/>
          <a:ln/>
        </p:spPr>
        <p:txBody>
          <a:bodyPr wrap="square" lIns="0" tIns="0" rIns="0" bIns="0" rtlCol="0" anchor="t"/>
          <a:lstStyle/>
          <a:p>
            <a:pPr algn="l" indent="0" marL="0">
              <a:buNone/>
            </a:pPr>
            <a:r>
              <a:rPr lang="en-US" sz="2300" dirty="0">
                <a:solidFill>
                  <a:srgbClr val="1A1A16"/>
                </a:solidFill>
                <a:latin typeface="Calibri" pitchFamily="34" charset="0"/>
                <a:ea typeface="Calibri" pitchFamily="34" charset="-122"/>
                <a:cs typeface="Calibri" pitchFamily="34" charset="-120"/>
              </a:rPr>
              <a:t>137 s</a:t>
            </a:r>
            <a:endParaRPr lang="en-US" sz="2300" dirty="0"/>
          </a:p>
        </p:txBody>
      </p:sp>
      <p:sp>
        <p:nvSpPr>
          <p:cNvPr id="9" name="Text 7"/>
          <p:cNvSpPr txBox="1"/>
          <p:nvPr/>
        </p:nvSpPr>
        <p:spPr>
          <a:xfrm>
            <a:off x="8445289" y="2908227"/>
            <a:ext cx="253993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to check this whole</a:t>
            </a:r>
            <a:endParaRPr lang="en-US" sz="1100" dirty="0"/>
          </a:p>
        </p:txBody>
      </p:sp>
      <p:sp>
        <p:nvSpPr>
          <p:cNvPr id="10" name="Text 8"/>
          <p:cNvSpPr txBox="1"/>
          <p:nvPr/>
        </p:nvSpPr>
        <p:spPr>
          <a:xfrm>
            <a:off x="8445289" y="3124122"/>
            <a:ext cx="253993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chain, on a laptop</a:t>
            </a:r>
            <a:endParaRPr lang="en-US" sz="1100" dirty="0"/>
          </a:p>
        </p:txBody>
      </p:sp>
      <p:sp>
        <p:nvSpPr>
          <p:cNvPr id="11" name="Text 9"/>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8.6 GB OF LIBRARY · 137 SECONDS OF CHECKING</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904952" y="2666933"/>
            <a:ext cx="8381790" cy="0"/>
          </a:xfrm>
          <a:prstGeom prst="line">
            <a:avLst/>
          </a:prstGeom>
          <a:noFill/>
          <a:ln w="8890">
            <a:solidFill>
              <a:srgbClr val="8A8A80"/>
            </a:solidFill>
            <a:prstDash val="solid"/>
          </a:ln>
        </p:spPr>
      </p:sp>
      <p:sp>
        <p:nvSpPr>
          <p:cNvPr id="3" name="Shape 1"/>
          <p:cNvSpPr/>
          <p:nvPr/>
        </p:nvSpPr>
        <p:spPr>
          <a:xfrm>
            <a:off x="1663023" y="2387540"/>
            <a:ext cx="483858" cy="558786"/>
          </a:xfrm>
          <a:prstGeom prst="hexagon">
            <a:avLst/>
          </a:prstGeom>
          <a:solidFill>
            <a:srgbClr val="FFFFFF"/>
          </a:solidFill>
          <a:ln w="19050">
            <a:solidFill>
              <a:srgbClr val="1A1A16"/>
            </a:solidFill>
            <a:prstDash val="solid"/>
          </a:ln>
        </p:spPr>
      </p:sp>
      <p:sp>
        <p:nvSpPr>
          <p:cNvPr id="4" name="Shape 2"/>
          <p:cNvSpPr/>
          <p:nvPr/>
        </p:nvSpPr>
        <p:spPr>
          <a:xfrm>
            <a:off x="9952741" y="2332932"/>
            <a:ext cx="668003" cy="668003"/>
          </a:xfrm>
          <a:prstGeom prst="diamond">
            <a:avLst/>
          </a:prstGeom>
          <a:solidFill>
            <a:srgbClr val="FFFFFF"/>
          </a:solidFill>
          <a:ln w="19050">
            <a:solidFill>
              <a:srgbClr val="1A1A16"/>
            </a:solidFill>
            <a:prstDash val="solid"/>
          </a:ln>
        </p:spPr>
      </p:sp>
      <p:sp>
        <p:nvSpPr>
          <p:cNvPr id="5" name="Shape 3"/>
          <p:cNvSpPr/>
          <p:nvPr/>
        </p:nvSpPr>
        <p:spPr>
          <a:xfrm>
            <a:off x="2635184" y="2571686"/>
            <a:ext cx="190495" cy="190495"/>
          </a:xfrm>
          <a:prstGeom prst="ellipse">
            <a:avLst/>
          </a:prstGeom>
          <a:solidFill>
            <a:srgbClr val="FFFFFF"/>
          </a:solidFill>
          <a:ln w="13335">
            <a:solidFill>
              <a:srgbClr val="1A1A16"/>
            </a:solidFill>
            <a:prstDash val="solid"/>
          </a:ln>
        </p:spPr>
      </p:sp>
      <p:sp>
        <p:nvSpPr>
          <p:cNvPr id="6" name="Shape 4"/>
          <p:cNvSpPr/>
          <p:nvPr/>
        </p:nvSpPr>
        <p:spPr>
          <a:xfrm>
            <a:off x="3308267" y="2571686"/>
            <a:ext cx="190495" cy="190495"/>
          </a:xfrm>
          <a:prstGeom prst="ellipse">
            <a:avLst/>
          </a:prstGeom>
          <a:solidFill>
            <a:srgbClr val="FFFFFF"/>
          </a:solidFill>
          <a:ln w="13335">
            <a:solidFill>
              <a:srgbClr val="1A1A16"/>
            </a:solidFill>
            <a:prstDash val="solid"/>
          </a:ln>
        </p:spPr>
      </p:sp>
      <p:sp>
        <p:nvSpPr>
          <p:cNvPr id="7" name="Shape 5"/>
          <p:cNvSpPr/>
          <p:nvPr/>
        </p:nvSpPr>
        <p:spPr>
          <a:xfrm>
            <a:off x="3981350" y="2571686"/>
            <a:ext cx="190495" cy="190495"/>
          </a:xfrm>
          <a:prstGeom prst="ellipse">
            <a:avLst/>
          </a:prstGeom>
          <a:solidFill>
            <a:srgbClr val="FFFFFF"/>
          </a:solidFill>
          <a:ln w="13335">
            <a:solidFill>
              <a:srgbClr val="1A1A16"/>
            </a:solidFill>
            <a:prstDash val="solid"/>
          </a:ln>
        </p:spPr>
      </p:sp>
      <p:sp>
        <p:nvSpPr>
          <p:cNvPr id="8" name="Shape 6"/>
          <p:cNvSpPr/>
          <p:nvPr/>
        </p:nvSpPr>
        <p:spPr>
          <a:xfrm>
            <a:off x="4654434" y="2571686"/>
            <a:ext cx="190495" cy="190495"/>
          </a:xfrm>
          <a:prstGeom prst="ellipse">
            <a:avLst/>
          </a:prstGeom>
          <a:solidFill>
            <a:srgbClr val="FFFFFF"/>
          </a:solidFill>
          <a:ln w="13335">
            <a:solidFill>
              <a:srgbClr val="1A1A16"/>
            </a:solidFill>
            <a:prstDash val="solid"/>
          </a:ln>
        </p:spPr>
      </p:sp>
      <p:sp>
        <p:nvSpPr>
          <p:cNvPr id="9" name="Shape 7"/>
          <p:cNvSpPr/>
          <p:nvPr/>
        </p:nvSpPr>
        <p:spPr>
          <a:xfrm>
            <a:off x="5327517" y="2571686"/>
            <a:ext cx="190495" cy="190495"/>
          </a:xfrm>
          <a:prstGeom prst="ellipse">
            <a:avLst/>
          </a:prstGeom>
          <a:solidFill>
            <a:srgbClr val="FFFFFF"/>
          </a:solidFill>
          <a:ln w="13335">
            <a:solidFill>
              <a:srgbClr val="1A1A16"/>
            </a:solidFill>
            <a:prstDash val="solid"/>
          </a:ln>
        </p:spPr>
      </p:sp>
      <p:sp>
        <p:nvSpPr>
          <p:cNvPr id="10" name="Shape 8"/>
          <p:cNvSpPr/>
          <p:nvPr/>
        </p:nvSpPr>
        <p:spPr>
          <a:xfrm>
            <a:off x="6000600" y="2571686"/>
            <a:ext cx="190495" cy="190495"/>
          </a:xfrm>
          <a:prstGeom prst="ellipse">
            <a:avLst/>
          </a:prstGeom>
          <a:solidFill>
            <a:srgbClr val="FFFFFF"/>
          </a:solidFill>
          <a:ln w="13335">
            <a:solidFill>
              <a:srgbClr val="1A1A16"/>
            </a:solidFill>
            <a:prstDash val="solid"/>
          </a:ln>
        </p:spPr>
      </p:sp>
      <p:sp>
        <p:nvSpPr>
          <p:cNvPr id="11" name="Shape 9"/>
          <p:cNvSpPr/>
          <p:nvPr/>
        </p:nvSpPr>
        <p:spPr>
          <a:xfrm>
            <a:off x="6673683" y="2571686"/>
            <a:ext cx="190495" cy="190495"/>
          </a:xfrm>
          <a:prstGeom prst="ellipse">
            <a:avLst/>
          </a:prstGeom>
          <a:solidFill>
            <a:srgbClr val="FFFFFF"/>
          </a:solidFill>
          <a:ln w="13335">
            <a:solidFill>
              <a:srgbClr val="1A1A16"/>
            </a:solidFill>
            <a:prstDash val="solid"/>
          </a:ln>
        </p:spPr>
      </p:sp>
      <p:sp>
        <p:nvSpPr>
          <p:cNvPr id="12" name="Shape 10"/>
          <p:cNvSpPr/>
          <p:nvPr/>
        </p:nvSpPr>
        <p:spPr>
          <a:xfrm>
            <a:off x="7346766" y="2571686"/>
            <a:ext cx="190495" cy="190495"/>
          </a:xfrm>
          <a:prstGeom prst="ellipse">
            <a:avLst/>
          </a:prstGeom>
          <a:solidFill>
            <a:srgbClr val="FFFFFF"/>
          </a:solidFill>
          <a:ln w="13335">
            <a:solidFill>
              <a:srgbClr val="1A1A16"/>
            </a:solidFill>
            <a:prstDash val="solid"/>
          </a:ln>
        </p:spPr>
      </p:sp>
      <p:sp>
        <p:nvSpPr>
          <p:cNvPr id="13" name="Shape 11"/>
          <p:cNvSpPr/>
          <p:nvPr/>
        </p:nvSpPr>
        <p:spPr>
          <a:xfrm>
            <a:off x="8019849" y="2571686"/>
            <a:ext cx="190495" cy="190495"/>
          </a:xfrm>
          <a:prstGeom prst="ellipse">
            <a:avLst/>
          </a:prstGeom>
          <a:solidFill>
            <a:srgbClr val="FFFFFF"/>
          </a:solidFill>
          <a:ln w="13335">
            <a:solidFill>
              <a:srgbClr val="1A1A16"/>
            </a:solidFill>
            <a:prstDash val="solid"/>
          </a:ln>
        </p:spPr>
      </p:sp>
      <p:sp>
        <p:nvSpPr>
          <p:cNvPr id="14" name="Shape 12"/>
          <p:cNvSpPr/>
          <p:nvPr/>
        </p:nvSpPr>
        <p:spPr>
          <a:xfrm>
            <a:off x="8692933" y="2571686"/>
            <a:ext cx="190495" cy="190495"/>
          </a:xfrm>
          <a:prstGeom prst="ellipse">
            <a:avLst/>
          </a:prstGeom>
          <a:solidFill>
            <a:srgbClr val="FFFFFF"/>
          </a:solidFill>
          <a:ln w="13335">
            <a:solidFill>
              <a:srgbClr val="1A1A16"/>
            </a:solidFill>
            <a:prstDash val="solid"/>
          </a:ln>
        </p:spPr>
      </p:sp>
      <p:sp>
        <p:nvSpPr>
          <p:cNvPr id="15" name="Shape 13"/>
          <p:cNvSpPr/>
          <p:nvPr/>
        </p:nvSpPr>
        <p:spPr>
          <a:xfrm>
            <a:off x="9366016" y="2571686"/>
            <a:ext cx="190495" cy="190495"/>
          </a:xfrm>
          <a:prstGeom prst="ellipse">
            <a:avLst/>
          </a:prstGeom>
          <a:solidFill>
            <a:srgbClr val="FFFFFF"/>
          </a:solidFill>
          <a:ln w="13335">
            <a:solidFill>
              <a:srgbClr val="1A1A16"/>
            </a:solidFill>
            <a:prstDash val="solid"/>
          </a:ln>
        </p:spPr>
      </p:sp>
      <p:sp>
        <p:nvSpPr>
          <p:cNvPr id="16" name="Shape 14"/>
          <p:cNvSpPr/>
          <p:nvPr/>
        </p:nvSpPr>
        <p:spPr>
          <a:xfrm>
            <a:off x="1904952" y="4825879"/>
            <a:ext cx="8381790" cy="0"/>
          </a:xfrm>
          <a:prstGeom prst="line">
            <a:avLst/>
          </a:prstGeom>
          <a:noFill/>
          <a:ln w="8890">
            <a:solidFill>
              <a:srgbClr val="8A8A80"/>
            </a:solidFill>
            <a:prstDash val="solid"/>
          </a:ln>
        </p:spPr>
      </p:sp>
      <p:sp>
        <p:nvSpPr>
          <p:cNvPr id="17" name="Shape 15"/>
          <p:cNvSpPr/>
          <p:nvPr/>
        </p:nvSpPr>
        <p:spPr>
          <a:xfrm>
            <a:off x="1663023" y="4546486"/>
            <a:ext cx="483858" cy="558786"/>
          </a:xfrm>
          <a:prstGeom prst="hexagon">
            <a:avLst/>
          </a:prstGeom>
          <a:solidFill>
            <a:srgbClr val="FFFFFF"/>
          </a:solidFill>
          <a:ln w="19050">
            <a:solidFill>
              <a:srgbClr val="1A1A16"/>
            </a:solidFill>
            <a:prstDash val="solid"/>
          </a:ln>
        </p:spPr>
      </p:sp>
      <p:sp>
        <p:nvSpPr>
          <p:cNvPr id="18" name="Shape 16"/>
          <p:cNvSpPr/>
          <p:nvPr/>
        </p:nvSpPr>
        <p:spPr>
          <a:xfrm>
            <a:off x="9952741" y="4491878"/>
            <a:ext cx="668003" cy="668003"/>
          </a:xfrm>
          <a:prstGeom prst="diamond">
            <a:avLst/>
          </a:prstGeom>
          <a:solidFill>
            <a:srgbClr val="FFFFFF"/>
          </a:solidFill>
          <a:ln w="19050">
            <a:solidFill>
              <a:srgbClr val="1A1A16"/>
            </a:solidFill>
            <a:prstDash val="solid"/>
          </a:ln>
        </p:spPr>
      </p:sp>
      <p:sp>
        <p:nvSpPr>
          <p:cNvPr id="19" name="Text 17"/>
          <p:cNvSpPr txBox="1"/>
          <p:nvPr/>
        </p:nvSpPr>
        <p:spPr>
          <a:xfrm>
            <a:off x="1904952" y="2070048"/>
            <a:ext cx="571485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with everything it passed through</a:t>
            </a:r>
            <a:endParaRPr lang="en-US" sz="1100" dirty="0"/>
          </a:p>
        </p:txBody>
      </p:sp>
      <p:sp>
        <p:nvSpPr>
          <p:cNvPr id="20" name="Text 18"/>
          <p:cNvSpPr txBox="1"/>
          <p:nvPr/>
        </p:nvSpPr>
        <p:spPr>
          <a:xfrm>
            <a:off x="1904952" y="5321167"/>
            <a:ext cx="5714857"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without</a:t>
            </a:r>
            <a:endParaRPr lang="en-US" sz="1100" dirty="0"/>
          </a:p>
        </p:txBody>
      </p:sp>
      <p:sp>
        <p:nvSpPr>
          <p:cNvPr id="21" name="Text 19"/>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THE SAME STATEMENT, TWICE · ONCE WITH ITS INTERMEDIATES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Text 5"/>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ONE PAPER · FROZEN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2438339" y="3174921"/>
            <a:ext cx="266693" cy="0"/>
          </a:xfrm>
          <a:prstGeom prst="line">
            <a:avLst/>
          </a:prstGeom>
          <a:noFill/>
          <a:ln w="12700">
            <a:solidFill>
              <a:srgbClr val="1A1A16"/>
            </a:solidFill>
            <a:prstDash val="solid"/>
            <a:tailEnd type="triangle"/>
          </a:ln>
        </p:spPr>
      </p:sp>
      <p:sp>
        <p:nvSpPr>
          <p:cNvPr id="17" name="Text 15"/>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EVERY STATEMENT BECOMES ONE CLAIM RECORD</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sp>
      <p:sp>
        <p:nvSpPr>
          <p:cNvPr id="17" name="Text 15"/>
          <p:cNvSpPr txBox="1"/>
          <p:nvPr/>
        </p:nvSpPr>
        <p:spPr>
          <a:xfrm>
            <a:off x="5295768"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228594" cy="279393"/>
          </a:xfrm>
          <a:prstGeom prst="line">
            <a:avLst/>
          </a:prstGeom>
          <a:noFill/>
          <a:ln w="10795">
            <a:solidFill>
              <a:srgbClr val="1A1A16"/>
            </a:solidFill>
            <a:prstDash val="solid"/>
          </a:ln>
        </p:spPr>
      </p:sp>
      <p:sp>
        <p:nvSpPr>
          <p:cNvPr id="20" name="Shape 18"/>
          <p:cNvSpPr/>
          <p:nvPr/>
        </p:nvSpPr>
        <p:spPr>
          <a:xfrm>
            <a:off x="5740256" y="3238419"/>
            <a:ext cx="-139697" cy="203195"/>
          </a:xfrm>
          <a:prstGeom prst="line">
            <a:avLst/>
          </a:prstGeom>
          <a:noFill/>
          <a:ln w="10795">
            <a:solidFill>
              <a:srgbClr val="1A1A16"/>
            </a:solidFill>
            <a:prstDash val="solid"/>
          </a:ln>
        </p:spPr>
      </p:sp>
      <p:sp>
        <p:nvSpPr>
          <p:cNvPr id="21" name="Shape 19"/>
          <p:cNvSpPr/>
          <p:nvPr/>
        </p:nvSpPr>
        <p:spPr>
          <a:xfrm>
            <a:off x="5740256" y="3238419"/>
            <a:ext cx="317492" cy="101597"/>
          </a:xfrm>
          <a:prstGeom prst="line">
            <a:avLst/>
          </a:prstGeom>
          <a:noFill/>
          <a:ln w="10795">
            <a:solidFill>
              <a:srgbClr val="1A1A16"/>
            </a:solidFill>
            <a:prstDash val="solid"/>
          </a:ln>
        </p:spPr>
      </p:sp>
      <p:sp>
        <p:nvSpPr>
          <p:cNvPr id="22" name="Shape 20"/>
          <p:cNvSpPr/>
          <p:nvPr/>
        </p:nvSpPr>
        <p:spPr>
          <a:xfrm>
            <a:off x="6057749" y="3340016"/>
            <a:ext cx="165096" cy="279393"/>
          </a:xfrm>
          <a:prstGeom prst="line">
            <a:avLst/>
          </a:prstGeom>
          <a:noFill/>
          <a:ln w="10795">
            <a:solidFill>
              <a:srgbClr val="1A1A16"/>
            </a:solidFill>
            <a:prstDash val="solid"/>
          </a:ln>
        </p:spPr>
      </p:sp>
      <p:sp>
        <p:nvSpPr>
          <p:cNvPr id="23" name="Shape 21"/>
          <p:cNvSpPr/>
          <p:nvPr/>
        </p:nvSpPr>
        <p:spPr>
          <a:xfrm>
            <a:off x="6222844" y="3619410"/>
            <a:ext cx="-380990" cy="126997"/>
          </a:xfrm>
          <a:prstGeom prst="line">
            <a:avLst/>
          </a:prstGeom>
          <a:noFill/>
          <a:ln w="10795">
            <a:solidFill>
              <a:srgbClr val="1A1A16"/>
            </a:solidFill>
            <a:prstDash val="solid"/>
          </a:ln>
        </p:spPr>
      </p:sp>
      <p:sp>
        <p:nvSpPr>
          <p:cNvPr id="24" name="Shape 22"/>
          <p:cNvSpPr/>
          <p:nvPr/>
        </p:nvSpPr>
        <p:spPr>
          <a:xfrm>
            <a:off x="5600560" y="3441614"/>
            <a:ext cx="241294" cy="304792"/>
          </a:xfrm>
          <a:prstGeom prst="line">
            <a:avLst/>
          </a:prstGeom>
          <a:noFill/>
          <a:ln w="10795">
            <a:solidFill>
              <a:srgbClr val="1A1A16"/>
            </a:solidFill>
            <a:prstDash val="solid"/>
          </a:ln>
        </p:spPr>
      </p:sp>
      <p:sp>
        <p:nvSpPr>
          <p:cNvPr id="25" name="Shape 23"/>
          <p:cNvSpPr/>
          <p:nvPr/>
        </p:nvSpPr>
        <p:spPr>
          <a:xfrm>
            <a:off x="6451439" y="3416215"/>
            <a:ext cx="-228594" cy="203195"/>
          </a:xfrm>
          <a:prstGeom prst="line">
            <a:avLst/>
          </a:prstGeom>
          <a:noFill/>
          <a:ln w="10795">
            <a:solidFill>
              <a:srgbClr val="1A1A16"/>
            </a:solidFill>
            <a:prstDash val="solid"/>
          </a:ln>
        </p:spPr>
      </p:sp>
      <p:sp>
        <p:nvSpPr>
          <p:cNvPr id="26" name="Shape 24"/>
          <p:cNvSpPr/>
          <p:nvPr/>
        </p:nvSpPr>
        <p:spPr>
          <a:xfrm>
            <a:off x="6451439" y="3416215"/>
            <a:ext cx="368291" cy="69848"/>
          </a:xfrm>
          <a:prstGeom prst="line">
            <a:avLst/>
          </a:prstGeom>
          <a:noFill/>
          <a:ln w="10795">
            <a:solidFill>
              <a:srgbClr val="1A1A16"/>
            </a:solidFill>
            <a:prstDash val="solid"/>
          </a:ln>
        </p:spPr>
      </p:sp>
      <p:sp>
        <p:nvSpPr>
          <p:cNvPr id="27" name="Shape 25"/>
          <p:cNvSpPr/>
          <p:nvPr/>
        </p:nvSpPr>
        <p:spPr>
          <a:xfrm>
            <a:off x="6222844" y="3619410"/>
            <a:ext cx="406390" cy="114297"/>
          </a:xfrm>
          <a:prstGeom prst="line">
            <a:avLst/>
          </a:prstGeom>
          <a:noFill/>
          <a:ln w="10795">
            <a:solidFill>
              <a:srgbClr val="1A1A16"/>
            </a:solidFill>
            <a:prstDash val="solid"/>
          </a:ln>
        </p:spPr>
      </p:sp>
      <p:sp>
        <p:nvSpPr>
          <p:cNvPr id="28" name="Shape 26"/>
          <p:cNvSpPr/>
          <p:nvPr/>
        </p:nvSpPr>
        <p:spPr>
          <a:xfrm>
            <a:off x="6819730" y="3486063"/>
            <a:ext cx="-190495" cy="247644"/>
          </a:xfrm>
          <a:prstGeom prst="line">
            <a:avLst/>
          </a:prstGeom>
          <a:noFill/>
          <a:ln w="10795">
            <a:solidFill>
              <a:srgbClr val="1A1A16"/>
            </a:solidFill>
            <a:prstDash val="solid"/>
          </a:ln>
        </p:spPr>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sp>
      <p:sp>
        <p:nvSpPr>
          <p:cNvPr id="38" name="Shape 36"/>
          <p:cNvSpPr/>
          <p:nvPr/>
        </p:nvSpPr>
        <p:spPr>
          <a:xfrm>
            <a:off x="2438339" y="3174921"/>
            <a:ext cx="266693" cy="0"/>
          </a:xfrm>
          <a:prstGeom prst="line">
            <a:avLst/>
          </a:prstGeom>
          <a:noFill/>
          <a:ln w="12700">
            <a:solidFill>
              <a:srgbClr val="1A1A16"/>
            </a:solidFill>
            <a:prstDash val="solid"/>
            <a:tailEnd type="triangle"/>
          </a:ln>
        </p:spPr>
      </p:sp>
      <p:sp>
        <p:nvSpPr>
          <p:cNvPr id="39" name="Shape 37"/>
          <p:cNvSpPr/>
          <p:nvPr/>
        </p:nvSpPr>
        <p:spPr>
          <a:xfrm>
            <a:off x="4787780" y="3174921"/>
            <a:ext cx="266693" cy="0"/>
          </a:xfrm>
          <a:prstGeom prst="line">
            <a:avLst/>
          </a:prstGeom>
          <a:noFill/>
          <a:ln w="12700">
            <a:solidFill>
              <a:srgbClr val="1A1A16"/>
            </a:solidFill>
            <a:prstDash val="solid"/>
            <a:tailEnd type="triangle"/>
          </a:ln>
        </p:spPr>
      </p:sp>
      <p:sp>
        <p:nvSpPr>
          <p:cNvPr id="40" name="Text 38"/>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THE CLAIMS POINT AT EACH OTHER · A DEPENDENCY GRAPH</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sp>
      <p:sp>
        <p:nvSpPr>
          <p:cNvPr id="17" name="Text 15"/>
          <p:cNvSpPr txBox="1"/>
          <p:nvPr/>
        </p:nvSpPr>
        <p:spPr>
          <a:xfrm>
            <a:off x="5295768"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228594" cy="279393"/>
          </a:xfrm>
          <a:prstGeom prst="line">
            <a:avLst/>
          </a:prstGeom>
          <a:noFill/>
          <a:ln w="10795">
            <a:solidFill>
              <a:srgbClr val="1A1A16"/>
            </a:solidFill>
            <a:prstDash val="solid"/>
          </a:ln>
        </p:spPr>
      </p:sp>
      <p:sp>
        <p:nvSpPr>
          <p:cNvPr id="20" name="Shape 18"/>
          <p:cNvSpPr/>
          <p:nvPr/>
        </p:nvSpPr>
        <p:spPr>
          <a:xfrm>
            <a:off x="5740256" y="3238419"/>
            <a:ext cx="-139697" cy="203195"/>
          </a:xfrm>
          <a:prstGeom prst="line">
            <a:avLst/>
          </a:prstGeom>
          <a:noFill/>
          <a:ln w="10795">
            <a:solidFill>
              <a:srgbClr val="1A1A16"/>
            </a:solidFill>
            <a:prstDash val="solid"/>
          </a:ln>
        </p:spPr>
      </p:sp>
      <p:sp>
        <p:nvSpPr>
          <p:cNvPr id="21" name="Shape 19"/>
          <p:cNvSpPr/>
          <p:nvPr/>
        </p:nvSpPr>
        <p:spPr>
          <a:xfrm>
            <a:off x="5740256" y="3238419"/>
            <a:ext cx="317492" cy="101597"/>
          </a:xfrm>
          <a:prstGeom prst="line">
            <a:avLst/>
          </a:prstGeom>
          <a:noFill/>
          <a:ln w="10795">
            <a:solidFill>
              <a:srgbClr val="1A1A16"/>
            </a:solidFill>
            <a:prstDash val="solid"/>
          </a:ln>
        </p:spPr>
      </p:sp>
      <p:sp>
        <p:nvSpPr>
          <p:cNvPr id="22" name="Shape 20"/>
          <p:cNvSpPr/>
          <p:nvPr/>
        </p:nvSpPr>
        <p:spPr>
          <a:xfrm>
            <a:off x="6057749" y="3340016"/>
            <a:ext cx="165096" cy="279393"/>
          </a:xfrm>
          <a:prstGeom prst="line">
            <a:avLst/>
          </a:prstGeom>
          <a:noFill/>
          <a:ln w="10795">
            <a:solidFill>
              <a:srgbClr val="1A1A16"/>
            </a:solidFill>
            <a:prstDash val="solid"/>
          </a:ln>
        </p:spPr>
      </p:sp>
      <p:sp>
        <p:nvSpPr>
          <p:cNvPr id="23" name="Shape 21"/>
          <p:cNvSpPr/>
          <p:nvPr/>
        </p:nvSpPr>
        <p:spPr>
          <a:xfrm>
            <a:off x="6222844" y="3619410"/>
            <a:ext cx="-380990" cy="126997"/>
          </a:xfrm>
          <a:prstGeom prst="line">
            <a:avLst/>
          </a:prstGeom>
          <a:noFill/>
          <a:ln w="10795">
            <a:solidFill>
              <a:srgbClr val="1A1A16"/>
            </a:solidFill>
            <a:prstDash val="solid"/>
          </a:ln>
        </p:spPr>
      </p:sp>
      <p:sp>
        <p:nvSpPr>
          <p:cNvPr id="24" name="Shape 22"/>
          <p:cNvSpPr/>
          <p:nvPr/>
        </p:nvSpPr>
        <p:spPr>
          <a:xfrm>
            <a:off x="5600560" y="3441614"/>
            <a:ext cx="241294" cy="304792"/>
          </a:xfrm>
          <a:prstGeom prst="line">
            <a:avLst/>
          </a:prstGeom>
          <a:noFill/>
          <a:ln w="10795">
            <a:solidFill>
              <a:srgbClr val="1A1A16"/>
            </a:solidFill>
            <a:prstDash val="solid"/>
          </a:ln>
        </p:spPr>
      </p:sp>
      <p:sp>
        <p:nvSpPr>
          <p:cNvPr id="25" name="Shape 23"/>
          <p:cNvSpPr/>
          <p:nvPr/>
        </p:nvSpPr>
        <p:spPr>
          <a:xfrm>
            <a:off x="6451439" y="3416215"/>
            <a:ext cx="-228594" cy="203195"/>
          </a:xfrm>
          <a:prstGeom prst="line">
            <a:avLst/>
          </a:prstGeom>
          <a:noFill/>
          <a:ln w="10795">
            <a:solidFill>
              <a:srgbClr val="1A1A16"/>
            </a:solidFill>
            <a:prstDash val="solid"/>
          </a:ln>
        </p:spPr>
      </p:sp>
      <p:sp>
        <p:nvSpPr>
          <p:cNvPr id="26" name="Shape 24"/>
          <p:cNvSpPr/>
          <p:nvPr/>
        </p:nvSpPr>
        <p:spPr>
          <a:xfrm>
            <a:off x="6451439" y="3416215"/>
            <a:ext cx="368291" cy="69848"/>
          </a:xfrm>
          <a:prstGeom prst="line">
            <a:avLst/>
          </a:prstGeom>
          <a:noFill/>
          <a:ln w="10795">
            <a:solidFill>
              <a:srgbClr val="1A1A16"/>
            </a:solidFill>
            <a:prstDash val="solid"/>
          </a:ln>
        </p:spPr>
      </p:sp>
      <p:sp>
        <p:nvSpPr>
          <p:cNvPr id="27" name="Shape 25"/>
          <p:cNvSpPr/>
          <p:nvPr/>
        </p:nvSpPr>
        <p:spPr>
          <a:xfrm>
            <a:off x="6222844" y="3619410"/>
            <a:ext cx="406390" cy="114297"/>
          </a:xfrm>
          <a:prstGeom prst="line">
            <a:avLst/>
          </a:prstGeom>
          <a:noFill/>
          <a:ln w="10795">
            <a:solidFill>
              <a:srgbClr val="1A1A16"/>
            </a:solidFill>
            <a:prstDash val="solid"/>
          </a:ln>
        </p:spPr>
      </p:sp>
      <p:sp>
        <p:nvSpPr>
          <p:cNvPr id="28" name="Shape 26"/>
          <p:cNvSpPr/>
          <p:nvPr/>
        </p:nvSpPr>
        <p:spPr>
          <a:xfrm>
            <a:off x="6819730" y="3486063"/>
            <a:ext cx="-190495" cy="247644"/>
          </a:xfrm>
          <a:prstGeom prst="line">
            <a:avLst/>
          </a:prstGeom>
          <a:noFill/>
          <a:ln w="10795">
            <a:solidFill>
              <a:srgbClr val="1A1A16"/>
            </a:solidFill>
            <a:prstDash val="solid"/>
          </a:ln>
        </p:spPr>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sp>
      <p:sp>
        <p:nvSpPr>
          <p:cNvPr id="38" name="Shape 36"/>
          <p:cNvSpPr/>
          <p:nvPr/>
        </p:nvSpPr>
        <p:spPr>
          <a:xfrm>
            <a:off x="5143371" y="660383"/>
            <a:ext cx="1904952" cy="1015975"/>
          </a:xfrm>
          <a:prstGeom prst="rect">
            <a:avLst/>
          </a:prstGeom>
          <a:ln w="12700">
            <a:solidFill>
              <a:srgbClr val="8C4A2F"/>
            </a:solidFill>
            <a:prstDash val="dash"/>
          </a:ln>
        </p:spPr>
      </p:sp>
      <p:sp>
        <p:nvSpPr>
          <p:cNvPr id="39" name="Text 37"/>
          <p:cNvSpPr txBox="1"/>
          <p:nvPr/>
        </p:nvSpPr>
        <p:spPr>
          <a:xfrm>
            <a:off x="5295768" y="787380"/>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algn="l" indent="0" marL="0">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sp>
      <p:sp>
        <p:nvSpPr>
          <p:cNvPr id="43" name="Shape 41"/>
          <p:cNvSpPr/>
          <p:nvPr/>
        </p:nvSpPr>
        <p:spPr>
          <a:xfrm>
            <a:off x="2438339" y="3174921"/>
            <a:ext cx="266693" cy="0"/>
          </a:xfrm>
          <a:prstGeom prst="line">
            <a:avLst/>
          </a:prstGeom>
          <a:noFill/>
          <a:ln w="12700">
            <a:solidFill>
              <a:srgbClr val="1A1A16"/>
            </a:solidFill>
            <a:prstDash val="solid"/>
            <a:tailEnd type="triangle"/>
          </a:ln>
        </p:spPr>
      </p:sp>
      <p:sp>
        <p:nvSpPr>
          <p:cNvPr id="44" name="Shape 42"/>
          <p:cNvSpPr/>
          <p:nvPr/>
        </p:nvSpPr>
        <p:spPr>
          <a:xfrm>
            <a:off x="4787780" y="3174921"/>
            <a:ext cx="266693" cy="0"/>
          </a:xfrm>
          <a:prstGeom prst="line">
            <a:avLst/>
          </a:prstGeom>
          <a:noFill/>
          <a:ln w="12700">
            <a:solidFill>
              <a:srgbClr val="1A1A16"/>
            </a:solidFill>
            <a:prstDash val="solid"/>
            <a:tailEnd type="triangle"/>
          </a:ln>
        </p:spPr>
      </p:sp>
      <p:sp>
        <p:nvSpPr>
          <p:cNvPr id="45" name="Text 43"/>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8C4A2F"/>
                </a:solidFill>
                <a:latin typeface="Calibri" pitchFamily="34" charset="0"/>
                <a:ea typeface="Calibri" pitchFamily="34" charset="-122"/>
                <a:cs typeface="Calibri" pitchFamily="34" charset="-120"/>
              </a:rPr>
              <a:t>AND SOME POINT OUTSIDE THE PAPER</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sp>
      <p:sp>
        <p:nvSpPr>
          <p:cNvPr id="17" name="Text 15"/>
          <p:cNvSpPr txBox="1"/>
          <p:nvPr/>
        </p:nvSpPr>
        <p:spPr>
          <a:xfrm>
            <a:off x="5295768"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228594" cy="279393"/>
          </a:xfrm>
          <a:prstGeom prst="line">
            <a:avLst/>
          </a:prstGeom>
          <a:noFill/>
          <a:ln w="10795">
            <a:solidFill>
              <a:srgbClr val="1A1A16"/>
            </a:solidFill>
            <a:prstDash val="solid"/>
          </a:ln>
        </p:spPr>
      </p:sp>
      <p:sp>
        <p:nvSpPr>
          <p:cNvPr id="20" name="Shape 18"/>
          <p:cNvSpPr/>
          <p:nvPr/>
        </p:nvSpPr>
        <p:spPr>
          <a:xfrm>
            <a:off x="5740256" y="3238419"/>
            <a:ext cx="-139697" cy="203195"/>
          </a:xfrm>
          <a:prstGeom prst="line">
            <a:avLst/>
          </a:prstGeom>
          <a:noFill/>
          <a:ln w="10795">
            <a:solidFill>
              <a:srgbClr val="1A1A16"/>
            </a:solidFill>
            <a:prstDash val="solid"/>
          </a:ln>
        </p:spPr>
      </p:sp>
      <p:sp>
        <p:nvSpPr>
          <p:cNvPr id="21" name="Shape 19"/>
          <p:cNvSpPr/>
          <p:nvPr/>
        </p:nvSpPr>
        <p:spPr>
          <a:xfrm>
            <a:off x="5740256" y="3238419"/>
            <a:ext cx="317492" cy="101597"/>
          </a:xfrm>
          <a:prstGeom prst="line">
            <a:avLst/>
          </a:prstGeom>
          <a:noFill/>
          <a:ln w="10795">
            <a:solidFill>
              <a:srgbClr val="1A1A16"/>
            </a:solidFill>
            <a:prstDash val="solid"/>
          </a:ln>
        </p:spPr>
      </p:sp>
      <p:sp>
        <p:nvSpPr>
          <p:cNvPr id="22" name="Shape 20"/>
          <p:cNvSpPr/>
          <p:nvPr/>
        </p:nvSpPr>
        <p:spPr>
          <a:xfrm>
            <a:off x="6057749" y="3340016"/>
            <a:ext cx="165096" cy="279393"/>
          </a:xfrm>
          <a:prstGeom prst="line">
            <a:avLst/>
          </a:prstGeom>
          <a:noFill/>
          <a:ln w="10795">
            <a:solidFill>
              <a:srgbClr val="1A1A16"/>
            </a:solidFill>
            <a:prstDash val="solid"/>
          </a:ln>
        </p:spPr>
      </p:sp>
      <p:sp>
        <p:nvSpPr>
          <p:cNvPr id="23" name="Shape 21"/>
          <p:cNvSpPr/>
          <p:nvPr/>
        </p:nvSpPr>
        <p:spPr>
          <a:xfrm>
            <a:off x="6222844" y="3619410"/>
            <a:ext cx="-380990" cy="126997"/>
          </a:xfrm>
          <a:prstGeom prst="line">
            <a:avLst/>
          </a:prstGeom>
          <a:noFill/>
          <a:ln w="10795">
            <a:solidFill>
              <a:srgbClr val="1A1A16"/>
            </a:solidFill>
            <a:prstDash val="solid"/>
          </a:ln>
        </p:spPr>
      </p:sp>
      <p:sp>
        <p:nvSpPr>
          <p:cNvPr id="24" name="Shape 22"/>
          <p:cNvSpPr/>
          <p:nvPr/>
        </p:nvSpPr>
        <p:spPr>
          <a:xfrm>
            <a:off x="5600560" y="3441614"/>
            <a:ext cx="241294" cy="304792"/>
          </a:xfrm>
          <a:prstGeom prst="line">
            <a:avLst/>
          </a:prstGeom>
          <a:noFill/>
          <a:ln w="10795">
            <a:solidFill>
              <a:srgbClr val="1A1A16"/>
            </a:solidFill>
            <a:prstDash val="solid"/>
          </a:ln>
        </p:spPr>
      </p:sp>
      <p:sp>
        <p:nvSpPr>
          <p:cNvPr id="25" name="Shape 23"/>
          <p:cNvSpPr/>
          <p:nvPr/>
        </p:nvSpPr>
        <p:spPr>
          <a:xfrm>
            <a:off x="6451439" y="3416215"/>
            <a:ext cx="-228594" cy="203195"/>
          </a:xfrm>
          <a:prstGeom prst="line">
            <a:avLst/>
          </a:prstGeom>
          <a:noFill/>
          <a:ln w="10795">
            <a:solidFill>
              <a:srgbClr val="1A1A16"/>
            </a:solidFill>
            <a:prstDash val="solid"/>
          </a:ln>
        </p:spPr>
      </p:sp>
      <p:sp>
        <p:nvSpPr>
          <p:cNvPr id="26" name="Shape 24"/>
          <p:cNvSpPr/>
          <p:nvPr/>
        </p:nvSpPr>
        <p:spPr>
          <a:xfrm>
            <a:off x="6451439" y="3416215"/>
            <a:ext cx="368291" cy="69848"/>
          </a:xfrm>
          <a:prstGeom prst="line">
            <a:avLst/>
          </a:prstGeom>
          <a:noFill/>
          <a:ln w="10795">
            <a:solidFill>
              <a:srgbClr val="1A1A16"/>
            </a:solidFill>
            <a:prstDash val="solid"/>
          </a:ln>
        </p:spPr>
      </p:sp>
      <p:sp>
        <p:nvSpPr>
          <p:cNvPr id="27" name="Shape 25"/>
          <p:cNvSpPr/>
          <p:nvPr/>
        </p:nvSpPr>
        <p:spPr>
          <a:xfrm>
            <a:off x="6222844" y="3619410"/>
            <a:ext cx="406390" cy="114297"/>
          </a:xfrm>
          <a:prstGeom prst="line">
            <a:avLst/>
          </a:prstGeom>
          <a:noFill/>
          <a:ln w="10795">
            <a:solidFill>
              <a:srgbClr val="1A1A16"/>
            </a:solidFill>
            <a:prstDash val="solid"/>
          </a:ln>
        </p:spPr>
      </p:sp>
      <p:sp>
        <p:nvSpPr>
          <p:cNvPr id="28" name="Shape 26"/>
          <p:cNvSpPr/>
          <p:nvPr/>
        </p:nvSpPr>
        <p:spPr>
          <a:xfrm>
            <a:off x="6819730" y="3486063"/>
            <a:ext cx="-190495" cy="247644"/>
          </a:xfrm>
          <a:prstGeom prst="line">
            <a:avLst/>
          </a:prstGeom>
          <a:noFill/>
          <a:ln w="10795">
            <a:solidFill>
              <a:srgbClr val="1A1A16"/>
            </a:solidFill>
            <a:prstDash val="solid"/>
          </a:ln>
        </p:spPr>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sp>
      <p:sp>
        <p:nvSpPr>
          <p:cNvPr id="38" name="Shape 36"/>
          <p:cNvSpPr/>
          <p:nvPr/>
        </p:nvSpPr>
        <p:spPr>
          <a:xfrm>
            <a:off x="5143371" y="660383"/>
            <a:ext cx="1904952" cy="1015975"/>
          </a:xfrm>
          <a:prstGeom prst="rect">
            <a:avLst/>
          </a:prstGeom>
          <a:ln w="12700">
            <a:solidFill>
              <a:srgbClr val="8C4A2F"/>
            </a:solidFill>
            <a:prstDash val="dash"/>
          </a:ln>
        </p:spPr>
      </p:sp>
      <p:sp>
        <p:nvSpPr>
          <p:cNvPr id="39" name="Text 37"/>
          <p:cNvSpPr txBox="1"/>
          <p:nvPr/>
        </p:nvSpPr>
        <p:spPr>
          <a:xfrm>
            <a:off x="5295768" y="787380"/>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algn="l" indent="0" marL="0">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sp>
      <p:sp>
        <p:nvSpPr>
          <p:cNvPr id="43" name="Shape 41"/>
          <p:cNvSpPr/>
          <p:nvPr/>
        </p:nvSpPr>
        <p:spPr>
          <a:xfrm>
            <a:off x="7492813" y="2444689"/>
            <a:ext cx="1904952" cy="1460463"/>
          </a:xfrm>
          <a:prstGeom prst="rect">
            <a:avLst/>
          </a:prstGeom>
          <a:ln w="12700">
            <a:solidFill>
              <a:srgbClr val="1A1A16"/>
            </a:solidFill>
            <a:prstDash val="solid"/>
          </a:ln>
        </p:spPr>
      </p:sp>
      <p:sp>
        <p:nvSpPr>
          <p:cNvPr id="44" name="Text 42"/>
          <p:cNvSpPr txBox="1"/>
          <p:nvPr/>
        </p:nvSpPr>
        <p:spPr>
          <a:xfrm>
            <a:off x="7645209"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core claims</a:t>
            </a:r>
            <a:endParaRPr lang="en-US" sz="1500" dirty="0"/>
          </a:p>
        </p:txBody>
      </p:sp>
      <p:sp>
        <p:nvSpPr>
          <p:cNvPr id="45" name="Text 43"/>
          <p:cNvSpPr txBox="1"/>
          <p:nvPr/>
        </p:nvSpPr>
        <p:spPr>
          <a:xfrm>
            <a:off x="7645209"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 dependencies</a:t>
            </a:r>
            <a:endParaRPr lang="en-US" sz="1500" dirty="0"/>
          </a:p>
        </p:txBody>
      </p:sp>
      <p:sp>
        <p:nvSpPr>
          <p:cNvPr id="46" name="Shape 44"/>
          <p:cNvSpPr/>
          <p:nvPr/>
        </p:nvSpPr>
        <p:spPr>
          <a:xfrm>
            <a:off x="7950001" y="3441614"/>
            <a:ext cx="-228594" cy="279393"/>
          </a:xfrm>
          <a:prstGeom prst="line">
            <a:avLst/>
          </a:prstGeom>
          <a:noFill/>
          <a:ln w="8255">
            <a:solidFill>
              <a:srgbClr val="E1E1E1"/>
            </a:solidFill>
            <a:prstDash val="solid"/>
          </a:ln>
        </p:spPr>
      </p:sp>
      <p:sp>
        <p:nvSpPr>
          <p:cNvPr id="47" name="Shape 45"/>
          <p:cNvSpPr/>
          <p:nvPr/>
        </p:nvSpPr>
        <p:spPr>
          <a:xfrm>
            <a:off x="8089698" y="3238419"/>
            <a:ext cx="-139697" cy="203195"/>
          </a:xfrm>
          <a:prstGeom prst="line">
            <a:avLst/>
          </a:prstGeom>
          <a:noFill/>
          <a:ln w="8255">
            <a:solidFill>
              <a:srgbClr val="E1E1E1"/>
            </a:solidFill>
            <a:prstDash val="solid"/>
          </a:ln>
        </p:spPr>
      </p:sp>
      <p:sp>
        <p:nvSpPr>
          <p:cNvPr id="48" name="Shape 46"/>
          <p:cNvSpPr/>
          <p:nvPr/>
        </p:nvSpPr>
        <p:spPr>
          <a:xfrm>
            <a:off x="8089698" y="3238419"/>
            <a:ext cx="317492" cy="101597"/>
          </a:xfrm>
          <a:prstGeom prst="line">
            <a:avLst/>
          </a:prstGeom>
          <a:noFill/>
          <a:ln w="8255">
            <a:solidFill>
              <a:srgbClr val="E1E1E1"/>
            </a:solidFill>
            <a:prstDash val="solid"/>
          </a:ln>
        </p:spPr>
      </p:sp>
      <p:sp>
        <p:nvSpPr>
          <p:cNvPr id="49" name="Shape 47"/>
          <p:cNvSpPr/>
          <p:nvPr/>
        </p:nvSpPr>
        <p:spPr>
          <a:xfrm>
            <a:off x="8407190" y="3340016"/>
            <a:ext cx="165096" cy="279393"/>
          </a:xfrm>
          <a:prstGeom prst="line">
            <a:avLst/>
          </a:prstGeom>
          <a:noFill/>
          <a:ln w="8255">
            <a:solidFill>
              <a:srgbClr val="E1E1E1"/>
            </a:solidFill>
            <a:prstDash val="solid"/>
          </a:ln>
        </p:spPr>
      </p:sp>
      <p:sp>
        <p:nvSpPr>
          <p:cNvPr id="50" name="Shape 48"/>
          <p:cNvSpPr/>
          <p:nvPr/>
        </p:nvSpPr>
        <p:spPr>
          <a:xfrm>
            <a:off x="8572286" y="3619410"/>
            <a:ext cx="-380990" cy="126997"/>
          </a:xfrm>
          <a:prstGeom prst="line">
            <a:avLst/>
          </a:prstGeom>
          <a:noFill/>
          <a:ln w="8255">
            <a:solidFill>
              <a:srgbClr val="E1E1E1"/>
            </a:solidFill>
            <a:prstDash val="solid"/>
          </a:ln>
        </p:spPr>
      </p:sp>
      <p:sp>
        <p:nvSpPr>
          <p:cNvPr id="51" name="Shape 49"/>
          <p:cNvSpPr/>
          <p:nvPr/>
        </p:nvSpPr>
        <p:spPr>
          <a:xfrm>
            <a:off x="7950001" y="3441614"/>
            <a:ext cx="241294" cy="304792"/>
          </a:xfrm>
          <a:prstGeom prst="line">
            <a:avLst/>
          </a:prstGeom>
          <a:noFill/>
          <a:ln w="8255">
            <a:solidFill>
              <a:srgbClr val="E1E1E1"/>
            </a:solidFill>
            <a:prstDash val="solid"/>
          </a:ln>
        </p:spPr>
      </p:sp>
      <p:sp>
        <p:nvSpPr>
          <p:cNvPr id="52" name="Shape 50"/>
          <p:cNvSpPr/>
          <p:nvPr/>
        </p:nvSpPr>
        <p:spPr>
          <a:xfrm>
            <a:off x="7670608" y="3670208"/>
            <a:ext cx="101597" cy="101597"/>
          </a:xfrm>
          <a:prstGeom prst="ellipse">
            <a:avLst/>
          </a:prstGeom>
          <a:solidFill>
            <a:srgbClr val="FFFFFF"/>
          </a:solidFill>
          <a:ln w="10795">
            <a:solidFill>
              <a:srgbClr val="E1E1E1"/>
            </a:solidFill>
            <a:prstDash val="solid"/>
          </a:ln>
        </p:spPr>
      </p:sp>
      <p:sp>
        <p:nvSpPr>
          <p:cNvPr id="53" name="Shape 51"/>
          <p:cNvSpPr/>
          <p:nvPr/>
        </p:nvSpPr>
        <p:spPr>
          <a:xfrm>
            <a:off x="7899203" y="3390815"/>
            <a:ext cx="101597" cy="101597"/>
          </a:xfrm>
          <a:prstGeom prst="ellipse">
            <a:avLst/>
          </a:prstGeom>
          <a:solidFill>
            <a:srgbClr val="FFFFFF"/>
          </a:solidFill>
          <a:ln w="10795">
            <a:solidFill>
              <a:srgbClr val="E1E1E1"/>
            </a:solidFill>
            <a:prstDash val="solid"/>
          </a:ln>
        </p:spPr>
      </p:sp>
      <p:sp>
        <p:nvSpPr>
          <p:cNvPr id="54" name="Shape 52"/>
          <p:cNvSpPr/>
          <p:nvPr/>
        </p:nvSpPr>
        <p:spPr>
          <a:xfrm>
            <a:off x="8140496" y="3695608"/>
            <a:ext cx="101597" cy="101597"/>
          </a:xfrm>
          <a:prstGeom prst="ellipse">
            <a:avLst/>
          </a:prstGeom>
          <a:solidFill>
            <a:srgbClr val="FFFFFF"/>
          </a:solidFill>
          <a:ln w="10795">
            <a:solidFill>
              <a:srgbClr val="E1E1E1"/>
            </a:solidFill>
            <a:prstDash val="solid"/>
          </a:ln>
        </p:spPr>
      </p:sp>
      <p:sp>
        <p:nvSpPr>
          <p:cNvPr id="55" name="Shape 53"/>
          <p:cNvSpPr/>
          <p:nvPr/>
        </p:nvSpPr>
        <p:spPr>
          <a:xfrm>
            <a:off x="8356391" y="3289218"/>
            <a:ext cx="101597" cy="101597"/>
          </a:xfrm>
          <a:prstGeom prst="ellipse">
            <a:avLst/>
          </a:prstGeom>
          <a:solidFill>
            <a:srgbClr val="FFFFFF"/>
          </a:solidFill>
          <a:ln w="10795">
            <a:solidFill>
              <a:srgbClr val="E1E1E1"/>
            </a:solidFill>
            <a:prstDash val="solid"/>
          </a:ln>
        </p:spPr>
      </p:sp>
      <p:sp>
        <p:nvSpPr>
          <p:cNvPr id="56" name="Shape 54"/>
          <p:cNvSpPr/>
          <p:nvPr/>
        </p:nvSpPr>
        <p:spPr>
          <a:xfrm>
            <a:off x="8038899" y="3187620"/>
            <a:ext cx="101597" cy="101597"/>
          </a:xfrm>
          <a:prstGeom prst="ellipse">
            <a:avLst/>
          </a:prstGeom>
          <a:solidFill>
            <a:srgbClr val="FFFFFF"/>
          </a:solidFill>
          <a:ln w="10795">
            <a:solidFill>
              <a:srgbClr val="E1E1E1"/>
            </a:solidFill>
            <a:prstDash val="solid"/>
          </a:ln>
        </p:spPr>
      </p:sp>
      <p:sp>
        <p:nvSpPr>
          <p:cNvPr id="57" name="Shape 55"/>
          <p:cNvSpPr/>
          <p:nvPr/>
        </p:nvSpPr>
        <p:spPr>
          <a:xfrm>
            <a:off x="8800880" y="3416215"/>
            <a:ext cx="-228594" cy="203195"/>
          </a:xfrm>
          <a:prstGeom prst="line">
            <a:avLst/>
          </a:prstGeom>
          <a:noFill/>
          <a:ln w="15240">
            <a:solidFill>
              <a:srgbClr val="1A1A16"/>
            </a:solidFill>
            <a:prstDash val="solid"/>
          </a:ln>
        </p:spPr>
      </p:sp>
      <p:sp>
        <p:nvSpPr>
          <p:cNvPr id="58" name="Shape 56"/>
          <p:cNvSpPr/>
          <p:nvPr/>
        </p:nvSpPr>
        <p:spPr>
          <a:xfrm>
            <a:off x="8800880" y="3416215"/>
            <a:ext cx="368291" cy="69848"/>
          </a:xfrm>
          <a:prstGeom prst="line">
            <a:avLst/>
          </a:prstGeom>
          <a:noFill/>
          <a:ln w="15240">
            <a:solidFill>
              <a:srgbClr val="1A1A16"/>
            </a:solidFill>
            <a:prstDash val="solid"/>
          </a:ln>
        </p:spPr>
      </p:sp>
      <p:sp>
        <p:nvSpPr>
          <p:cNvPr id="59" name="Shape 57"/>
          <p:cNvSpPr/>
          <p:nvPr/>
        </p:nvSpPr>
        <p:spPr>
          <a:xfrm>
            <a:off x="8572286" y="3619410"/>
            <a:ext cx="406390" cy="114297"/>
          </a:xfrm>
          <a:prstGeom prst="line">
            <a:avLst/>
          </a:prstGeom>
          <a:noFill/>
          <a:ln w="15240">
            <a:solidFill>
              <a:srgbClr val="1A1A16"/>
            </a:solidFill>
            <a:prstDash val="solid"/>
          </a:ln>
        </p:spPr>
      </p:sp>
      <p:sp>
        <p:nvSpPr>
          <p:cNvPr id="60" name="Shape 58"/>
          <p:cNvSpPr/>
          <p:nvPr/>
        </p:nvSpPr>
        <p:spPr>
          <a:xfrm>
            <a:off x="9169171" y="3486063"/>
            <a:ext cx="-190495" cy="247644"/>
          </a:xfrm>
          <a:prstGeom prst="line">
            <a:avLst/>
          </a:prstGeom>
          <a:noFill/>
          <a:ln w="15240">
            <a:solidFill>
              <a:srgbClr val="1A1A16"/>
            </a:solidFill>
            <a:prstDash val="solid"/>
          </a:ln>
        </p:spPr>
      </p:sp>
      <p:sp>
        <p:nvSpPr>
          <p:cNvPr id="61" name="Shape 59"/>
          <p:cNvSpPr/>
          <p:nvPr/>
        </p:nvSpPr>
        <p:spPr>
          <a:xfrm>
            <a:off x="8521487" y="3568611"/>
            <a:ext cx="101597" cy="101597"/>
          </a:xfrm>
          <a:prstGeom prst="ellipse">
            <a:avLst/>
          </a:prstGeom>
          <a:solidFill>
            <a:srgbClr val="FFFFFF"/>
          </a:solidFill>
          <a:ln w="17780">
            <a:solidFill>
              <a:srgbClr val="1A1A16"/>
            </a:solidFill>
            <a:prstDash val="solid"/>
          </a:ln>
        </p:spPr>
      </p:sp>
      <p:sp>
        <p:nvSpPr>
          <p:cNvPr id="62" name="Shape 60"/>
          <p:cNvSpPr/>
          <p:nvPr/>
        </p:nvSpPr>
        <p:spPr>
          <a:xfrm>
            <a:off x="8750081" y="3365416"/>
            <a:ext cx="101597" cy="101597"/>
          </a:xfrm>
          <a:prstGeom prst="ellipse">
            <a:avLst/>
          </a:prstGeom>
          <a:solidFill>
            <a:srgbClr val="FFFFFF"/>
          </a:solidFill>
          <a:ln w="17780">
            <a:solidFill>
              <a:srgbClr val="1A1A16"/>
            </a:solidFill>
            <a:prstDash val="solid"/>
          </a:ln>
        </p:spPr>
      </p:sp>
      <p:sp>
        <p:nvSpPr>
          <p:cNvPr id="63" name="Shape 61"/>
          <p:cNvSpPr/>
          <p:nvPr/>
        </p:nvSpPr>
        <p:spPr>
          <a:xfrm>
            <a:off x="8927877" y="3682908"/>
            <a:ext cx="101597" cy="101597"/>
          </a:xfrm>
          <a:prstGeom prst="ellipse">
            <a:avLst/>
          </a:prstGeom>
          <a:solidFill>
            <a:srgbClr val="FFFFFF"/>
          </a:solidFill>
          <a:ln w="17780">
            <a:solidFill>
              <a:srgbClr val="1A1A16"/>
            </a:solidFill>
            <a:prstDash val="solid"/>
          </a:ln>
        </p:spPr>
      </p:sp>
      <p:sp>
        <p:nvSpPr>
          <p:cNvPr id="64" name="Shape 62"/>
          <p:cNvSpPr/>
          <p:nvPr/>
        </p:nvSpPr>
        <p:spPr>
          <a:xfrm>
            <a:off x="9092973" y="3409865"/>
            <a:ext cx="152396" cy="152396"/>
          </a:xfrm>
          <a:prstGeom prst="ellipse">
            <a:avLst/>
          </a:prstGeom>
          <a:solidFill>
            <a:srgbClr val="FFFFFF"/>
          </a:solidFill>
          <a:ln w="17780">
            <a:solidFill>
              <a:srgbClr val="1A1A16"/>
            </a:solidFill>
            <a:prstDash val="solid"/>
          </a:ln>
        </p:spPr>
      </p:sp>
      <p:sp>
        <p:nvSpPr>
          <p:cNvPr id="65" name="Shape 63"/>
          <p:cNvSpPr/>
          <p:nvPr/>
        </p:nvSpPr>
        <p:spPr>
          <a:xfrm>
            <a:off x="2438339" y="3174921"/>
            <a:ext cx="266693" cy="0"/>
          </a:xfrm>
          <a:prstGeom prst="line">
            <a:avLst/>
          </a:prstGeom>
          <a:noFill/>
          <a:ln w="12700">
            <a:solidFill>
              <a:srgbClr val="1A1A16"/>
            </a:solidFill>
            <a:prstDash val="solid"/>
            <a:tailEnd type="triangle"/>
          </a:ln>
        </p:spPr>
      </p:sp>
      <p:sp>
        <p:nvSpPr>
          <p:cNvPr id="66" name="Shape 64"/>
          <p:cNvSpPr/>
          <p:nvPr/>
        </p:nvSpPr>
        <p:spPr>
          <a:xfrm>
            <a:off x="4787780" y="3174921"/>
            <a:ext cx="266693" cy="0"/>
          </a:xfrm>
          <a:prstGeom prst="line">
            <a:avLst/>
          </a:prstGeom>
          <a:noFill/>
          <a:ln w="12700">
            <a:solidFill>
              <a:srgbClr val="1A1A16"/>
            </a:solidFill>
            <a:prstDash val="solid"/>
            <a:tailEnd type="triangle"/>
          </a:ln>
        </p:spPr>
      </p:sp>
      <p:sp>
        <p:nvSpPr>
          <p:cNvPr id="67" name="Shape 65"/>
          <p:cNvSpPr/>
          <p:nvPr/>
        </p:nvSpPr>
        <p:spPr>
          <a:xfrm>
            <a:off x="7137222" y="3174921"/>
            <a:ext cx="266693" cy="0"/>
          </a:xfrm>
          <a:prstGeom prst="line">
            <a:avLst/>
          </a:prstGeom>
          <a:noFill/>
          <a:ln w="12700">
            <a:solidFill>
              <a:srgbClr val="1A1A16"/>
            </a:solidFill>
            <a:prstDash val="solid"/>
            <a:tailEnd type="triangle"/>
          </a:ln>
        </p:spPr>
      </p:sp>
      <p:sp>
        <p:nvSpPr>
          <p:cNvPr id="68" name="Text 66"/>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THE CORE CLAIMS · ONLY WHAT THE RESULT RESTS ON</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sp>
      <p:sp>
        <p:nvSpPr>
          <p:cNvPr id="17" name="Text 15"/>
          <p:cNvSpPr txBox="1"/>
          <p:nvPr/>
        </p:nvSpPr>
        <p:spPr>
          <a:xfrm>
            <a:off x="5295768"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228594" cy="279393"/>
          </a:xfrm>
          <a:prstGeom prst="line">
            <a:avLst/>
          </a:prstGeom>
          <a:noFill/>
          <a:ln w="10795">
            <a:solidFill>
              <a:srgbClr val="1A1A16"/>
            </a:solidFill>
            <a:prstDash val="solid"/>
          </a:ln>
        </p:spPr>
      </p:sp>
      <p:sp>
        <p:nvSpPr>
          <p:cNvPr id="20" name="Shape 18"/>
          <p:cNvSpPr/>
          <p:nvPr/>
        </p:nvSpPr>
        <p:spPr>
          <a:xfrm>
            <a:off x="5740256" y="3238419"/>
            <a:ext cx="-139697" cy="203195"/>
          </a:xfrm>
          <a:prstGeom prst="line">
            <a:avLst/>
          </a:prstGeom>
          <a:noFill/>
          <a:ln w="10795">
            <a:solidFill>
              <a:srgbClr val="1A1A16"/>
            </a:solidFill>
            <a:prstDash val="solid"/>
          </a:ln>
        </p:spPr>
      </p:sp>
      <p:sp>
        <p:nvSpPr>
          <p:cNvPr id="21" name="Shape 19"/>
          <p:cNvSpPr/>
          <p:nvPr/>
        </p:nvSpPr>
        <p:spPr>
          <a:xfrm>
            <a:off x="5740256" y="3238419"/>
            <a:ext cx="317492" cy="101597"/>
          </a:xfrm>
          <a:prstGeom prst="line">
            <a:avLst/>
          </a:prstGeom>
          <a:noFill/>
          <a:ln w="10795">
            <a:solidFill>
              <a:srgbClr val="1A1A16"/>
            </a:solidFill>
            <a:prstDash val="solid"/>
          </a:ln>
        </p:spPr>
      </p:sp>
      <p:sp>
        <p:nvSpPr>
          <p:cNvPr id="22" name="Shape 20"/>
          <p:cNvSpPr/>
          <p:nvPr/>
        </p:nvSpPr>
        <p:spPr>
          <a:xfrm>
            <a:off x="6057749" y="3340016"/>
            <a:ext cx="165096" cy="279393"/>
          </a:xfrm>
          <a:prstGeom prst="line">
            <a:avLst/>
          </a:prstGeom>
          <a:noFill/>
          <a:ln w="10795">
            <a:solidFill>
              <a:srgbClr val="1A1A16"/>
            </a:solidFill>
            <a:prstDash val="solid"/>
          </a:ln>
        </p:spPr>
      </p:sp>
      <p:sp>
        <p:nvSpPr>
          <p:cNvPr id="23" name="Shape 21"/>
          <p:cNvSpPr/>
          <p:nvPr/>
        </p:nvSpPr>
        <p:spPr>
          <a:xfrm>
            <a:off x="6222844" y="3619410"/>
            <a:ext cx="-380990" cy="126997"/>
          </a:xfrm>
          <a:prstGeom prst="line">
            <a:avLst/>
          </a:prstGeom>
          <a:noFill/>
          <a:ln w="10795">
            <a:solidFill>
              <a:srgbClr val="1A1A16"/>
            </a:solidFill>
            <a:prstDash val="solid"/>
          </a:ln>
        </p:spPr>
      </p:sp>
      <p:sp>
        <p:nvSpPr>
          <p:cNvPr id="24" name="Shape 22"/>
          <p:cNvSpPr/>
          <p:nvPr/>
        </p:nvSpPr>
        <p:spPr>
          <a:xfrm>
            <a:off x="5600560" y="3441614"/>
            <a:ext cx="241294" cy="304792"/>
          </a:xfrm>
          <a:prstGeom prst="line">
            <a:avLst/>
          </a:prstGeom>
          <a:noFill/>
          <a:ln w="10795">
            <a:solidFill>
              <a:srgbClr val="1A1A16"/>
            </a:solidFill>
            <a:prstDash val="solid"/>
          </a:ln>
        </p:spPr>
      </p:sp>
      <p:sp>
        <p:nvSpPr>
          <p:cNvPr id="25" name="Shape 23"/>
          <p:cNvSpPr/>
          <p:nvPr/>
        </p:nvSpPr>
        <p:spPr>
          <a:xfrm>
            <a:off x="6451439" y="3416215"/>
            <a:ext cx="-228594" cy="203195"/>
          </a:xfrm>
          <a:prstGeom prst="line">
            <a:avLst/>
          </a:prstGeom>
          <a:noFill/>
          <a:ln w="10795">
            <a:solidFill>
              <a:srgbClr val="1A1A16"/>
            </a:solidFill>
            <a:prstDash val="solid"/>
          </a:ln>
        </p:spPr>
      </p:sp>
      <p:sp>
        <p:nvSpPr>
          <p:cNvPr id="26" name="Shape 24"/>
          <p:cNvSpPr/>
          <p:nvPr/>
        </p:nvSpPr>
        <p:spPr>
          <a:xfrm>
            <a:off x="6451439" y="3416215"/>
            <a:ext cx="368291" cy="69848"/>
          </a:xfrm>
          <a:prstGeom prst="line">
            <a:avLst/>
          </a:prstGeom>
          <a:noFill/>
          <a:ln w="10795">
            <a:solidFill>
              <a:srgbClr val="1A1A16"/>
            </a:solidFill>
            <a:prstDash val="solid"/>
          </a:ln>
        </p:spPr>
      </p:sp>
      <p:sp>
        <p:nvSpPr>
          <p:cNvPr id="27" name="Shape 25"/>
          <p:cNvSpPr/>
          <p:nvPr/>
        </p:nvSpPr>
        <p:spPr>
          <a:xfrm>
            <a:off x="6222844" y="3619410"/>
            <a:ext cx="406390" cy="114297"/>
          </a:xfrm>
          <a:prstGeom prst="line">
            <a:avLst/>
          </a:prstGeom>
          <a:noFill/>
          <a:ln w="10795">
            <a:solidFill>
              <a:srgbClr val="1A1A16"/>
            </a:solidFill>
            <a:prstDash val="solid"/>
          </a:ln>
        </p:spPr>
      </p:sp>
      <p:sp>
        <p:nvSpPr>
          <p:cNvPr id="28" name="Shape 26"/>
          <p:cNvSpPr/>
          <p:nvPr/>
        </p:nvSpPr>
        <p:spPr>
          <a:xfrm>
            <a:off x="6819730" y="3486063"/>
            <a:ext cx="-190495" cy="247644"/>
          </a:xfrm>
          <a:prstGeom prst="line">
            <a:avLst/>
          </a:prstGeom>
          <a:noFill/>
          <a:ln w="10795">
            <a:solidFill>
              <a:srgbClr val="1A1A16"/>
            </a:solidFill>
            <a:prstDash val="solid"/>
          </a:ln>
        </p:spPr>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sp>
      <p:sp>
        <p:nvSpPr>
          <p:cNvPr id="38" name="Shape 36"/>
          <p:cNvSpPr/>
          <p:nvPr/>
        </p:nvSpPr>
        <p:spPr>
          <a:xfrm>
            <a:off x="5143371" y="660383"/>
            <a:ext cx="1904952" cy="1015975"/>
          </a:xfrm>
          <a:prstGeom prst="rect">
            <a:avLst/>
          </a:prstGeom>
          <a:ln w="12700">
            <a:solidFill>
              <a:srgbClr val="8C4A2F"/>
            </a:solidFill>
            <a:prstDash val="dash"/>
          </a:ln>
        </p:spPr>
      </p:sp>
      <p:sp>
        <p:nvSpPr>
          <p:cNvPr id="39" name="Text 37"/>
          <p:cNvSpPr txBox="1"/>
          <p:nvPr/>
        </p:nvSpPr>
        <p:spPr>
          <a:xfrm>
            <a:off x="5295768" y="787380"/>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algn="l" indent="0" marL="0">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sp>
      <p:sp>
        <p:nvSpPr>
          <p:cNvPr id="43" name="Shape 41"/>
          <p:cNvSpPr/>
          <p:nvPr/>
        </p:nvSpPr>
        <p:spPr>
          <a:xfrm>
            <a:off x="7492813" y="2444689"/>
            <a:ext cx="1904952" cy="1460463"/>
          </a:xfrm>
          <a:prstGeom prst="rect">
            <a:avLst/>
          </a:prstGeom>
          <a:ln w="12700">
            <a:solidFill>
              <a:srgbClr val="1A1A16"/>
            </a:solidFill>
            <a:prstDash val="solid"/>
          </a:ln>
        </p:spPr>
      </p:sp>
      <p:sp>
        <p:nvSpPr>
          <p:cNvPr id="44" name="Text 42"/>
          <p:cNvSpPr txBox="1"/>
          <p:nvPr/>
        </p:nvSpPr>
        <p:spPr>
          <a:xfrm>
            <a:off x="7645209"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core claims</a:t>
            </a:r>
            <a:endParaRPr lang="en-US" sz="1500" dirty="0"/>
          </a:p>
        </p:txBody>
      </p:sp>
      <p:sp>
        <p:nvSpPr>
          <p:cNvPr id="45" name="Text 43"/>
          <p:cNvSpPr txBox="1"/>
          <p:nvPr/>
        </p:nvSpPr>
        <p:spPr>
          <a:xfrm>
            <a:off x="7645209"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 dependencies</a:t>
            </a:r>
            <a:endParaRPr lang="en-US" sz="1500" dirty="0"/>
          </a:p>
        </p:txBody>
      </p:sp>
      <p:sp>
        <p:nvSpPr>
          <p:cNvPr id="46" name="Shape 44"/>
          <p:cNvSpPr/>
          <p:nvPr/>
        </p:nvSpPr>
        <p:spPr>
          <a:xfrm>
            <a:off x="7950001" y="3441614"/>
            <a:ext cx="-228594" cy="279393"/>
          </a:xfrm>
          <a:prstGeom prst="line">
            <a:avLst/>
          </a:prstGeom>
          <a:noFill/>
          <a:ln w="8255">
            <a:solidFill>
              <a:srgbClr val="E1E1E1"/>
            </a:solidFill>
            <a:prstDash val="solid"/>
          </a:ln>
        </p:spPr>
      </p:sp>
      <p:sp>
        <p:nvSpPr>
          <p:cNvPr id="47" name="Shape 45"/>
          <p:cNvSpPr/>
          <p:nvPr/>
        </p:nvSpPr>
        <p:spPr>
          <a:xfrm>
            <a:off x="8089698" y="3238419"/>
            <a:ext cx="-139697" cy="203195"/>
          </a:xfrm>
          <a:prstGeom prst="line">
            <a:avLst/>
          </a:prstGeom>
          <a:noFill/>
          <a:ln w="8255">
            <a:solidFill>
              <a:srgbClr val="E1E1E1"/>
            </a:solidFill>
            <a:prstDash val="solid"/>
          </a:ln>
        </p:spPr>
      </p:sp>
      <p:sp>
        <p:nvSpPr>
          <p:cNvPr id="48" name="Shape 46"/>
          <p:cNvSpPr/>
          <p:nvPr/>
        </p:nvSpPr>
        <p:spPr>
          <a:xfrm>
            <a:off x="8089698" y="3238419"/>
            <a:ext cx="317492" cy="101597"/>
          </a:xfrm>
          <a:prstGeom prst="line">
            <a:avLst/>
          </a:prstGeom>
          <a:noFill/>
          <a:ln w="8255">
            <a:solidFill>
              <a:srgbClr val="E1E1E1"/>
            </a:solidFill>
            <a:prstDash val="solid"/>
          </a:ln>
        </p:spPr>
      </p:sp>
      <p:sp>
        <p:nvSpPr>
          <p:cNvPr id="49" name="Shape 47"/>
          <p:cNvSpPr/>
          <p:nvPr/>
        </p:nvSpPr>
        <p:spPr>
          <a:xfrm>
            <a:off x="8407190" y="3340016"/>
            <a:ext cx="165096" cy="279393"/>
          </a:xfrm>
          <a:prstGeom prst="line">
            <a:avLst/>
          </a:prstGeom>
          <a:noFill/>
          <a:ln w="8255">
            <a:solidFill>
              <a:srgbClr val="E1E1E1"/>
            </a:solidFill>
            <a:prstDash val="solid"/>
          </a:ln>
        </p:spPr>
      </p:sp>
      <p:sp>
        <p:nvSpPr>
          <p:cNvPr id="50" name="Shape 48"/>
          <p:cNvSpPr/>
          <p:nvPr/>
        </p:nvSpPr>
        <p:spPr>
          <a:xfrm>
            <a:off x="8572286" y="3619410"/>
            <a:ext cx="-380990" cy="126997"/>
          </a:xfrm>
          <a:prstGeom prst="line">
            <a:avLst/>
          </a:prstGeom>
          <a:noFill/>
          <a:ln w="8255">
            <a:solidFill>
              <a:srgbClr val="E1E1E1"/>
            </a:solidFill>
            <a:prstDash val="solid"/>
          </a:ln>
        </p:spPr>
      </p:sp>
      <p:sp>
        <p:nvSpPr>
          <p:cNvPr id="51" name="Shape 49"/>
          <p:cNvSpPr/>
          <p:nvPr/>
        </p:nvSpPr>
        <p:spPr>
          <a:xfrm>
            <a:off x="7950001" y="3441614"/>
            <a:ext cx="241294" cy="304792"/>
          </a:xfrm>
          <a:prstGeom prst="line">
            <a:avLst/>
          </a:prstGeom>
          <a:noFill/>
          <a:ln w="8255">
            <a:solidFill>
              <a:srgbClr val="E1E1E1"/>
            </a:solidFill>
            <a:prstDash val="solid"/>
          </a:ln>
        </p:spPr>
      </p:sp>
      <p:sp>
        <p:nvSpPr>
          <p:cNvPr id="52" name="Shape 50"/>
          <p:cNvSpPr/>
          <p:nvPr/>
        </p:nvSpPr>
        <p:spPr>
          <a:xfrm>
            <a:off x="7670608" y="3670208"/>
            <a:ext cx="101597" cy="101597"/>
          </a:xfrm>
          <a:prstGeom prst="ellipse">
            <a:avLst/>
          </a:prstGeom>
          <a:solidFill>
            <a:srgbClr val="FFFFFF"/>
          </a:solidFill>
          <a:ln w="10795">
            <a:solidFill>
              <a:srgbClr val="E1E1E1"/>
            </a:solidFill>
            <a:prstDash val="solid"/>
          </a:ln>
        </p:spPr>
      </p:sp>
      <p:sp>
        <p:nvSpPr>
          <p:cNvPr id="53" name="Shape 51"/>
          <p:cNvSpPr/>
          <p:nvPr/>
        </p:nvSpPr>
        <p:spPr>
          <a:xfrm>
            <a:off x="7899203" y="3390815"/>
            <a:ext cx="101597" cy="101597"/>
          </a:xfrm>
          <a:prstGeom prst="ellipse">
            <a:avLst/>
          </a:prstGeom>
          <a:solidFill>
            <a:srgbClr val="FFFFFF"/>
          </a:solidFill>
          <a:ln w="10795">
            <a:solidFill>
              <a:srgbClr val="E1E1E1"/>
            </a:solidFill>
            <a:prstDash val="solid"/>
          </a:ln>
        </p:spPr>
      </p:sp>
      <p:sp>
        <p:nvSpPr>
          <p:cNvPr id="54" name="Shape 52"/>
          <p:cNvSpPr/>
          <p:nvPr/>
        </p:nvSpPr>
        <p:spPr>
          <a:xfrm>
            <a:off x="8140496" y="3695608"/>
            <a:ext cx="101597" cy="101597"/>
          </a:xfrm>
          <a:prstGeom prst="ellipse">
            <a:avLst/>
          </a:prstGeom>
          <a:solidFill>
            <a:srgbClr val="FFFFFF"/>
          </a:solidFill>
          <a:ln w="10795">
            <a:solidFill>
              <a:srgbClr val="E1E1E1"/>
            </a:solidFill>
            <a:prstDash val="solid"/>
          </a:ln>
        </p:spPr>
      </p:sp>
      <p:sp>
        <p:nvSpPr>
          <p:cNvPr id="55" name="Shape 53"/>
          <p:cNvSpPr/>
          <p:nvPr/>
        </p:nvSpPr>
        <p:spPr>
          <a:xfrm>
            <a:off x="8356391" y="3289218"/>
            <a:ext cx="101597" cy="101597"/>
          </a:xfrm>
          <a:prstGeom prst="ellipse">
            <a:avLst/>
          </a:prstGeom>
          <a:solidFill>
            <a:srgbClr val="FFFFFF"/>
          </a:solidFill>
          <a:ln w="10795">
            <a:solidFill>
              <a:srgbClr val="E1E1E1"/>
            </a:solidFill>
            <a:prstDash val="solid"/>
          </a:ln>
        </p:spPr>
      </p:sp>
      <p:sp>
        <p:nvSpPr>
          <p:cNvPr id="56" name="Shape 54"/>
          <p:cNvSpPr/>
          <p:nvPr/>
        </p:nvSpPr>
        <p:spPr>
          <a:xfrm>
            <a:off x="8038899" y="3187620"/>
            <a:ext cx="101597" cy="101597"/>
          </a:xfrm>
          <a:prstGeom prst="ellipse">
            <a:avLst/>
          </a:prstGeom>
          <a:solidFill>
            <a:srgbClr val="FFFFFF"/>
          </a:solidFill>
          <a:ln w="10795">
            <a:solidFill>
              <a:srgbClr val="E1E1E1"/>
            </a:solidFill>
            <a:prstDash val="solid"/>
          </a:ln>
        </p:spPr>
      </p:sp>
      <p:sp>
        <p:nvSpPr>
          <p:cNvPr id="57" name="Shape 55"/>
          <p:cNvSpPr/>
          <p:nvPr/>
        </p:nvSpPr>
        <p:spPr>
          <a:xfrm>
            <a:off x="8800880" y="3416215"/>
            <a:ext cx="-228594" cy="203195"/>
          </a:xfrm>
          <a:prstGeom prst="line">
            <a:avLst/>
          </a:prstGeom>
          <a:noFill/>
          <a:ln w="15240">
            <a:solidFill>
              <a:srgbClr val="1A1A16"/>
            </a:solidFill>
            <a:prstDash val="solid"/>
          </a:ln>
        </p:spPr>
      </p:sp>
      <p:sp>
        <p:nvSpPr>
          <p:cNvPr id="58" name="Shape 56"/>
          <p:cNvSpPr/>
          <p:nvPr/>
        </p:nvSpPr>
        <p:spPr>
          <a:xfrm>
            <a:off x="8800880" y="3416215"/>
            <a:ext cx="368291" cy="69848"/>
          </a:xfrm>
          <a:prstGeom prst="line">
            <a:avLst/>
          </a:prstGeom>
          <a:noFill/>
          <a:ln w="15240">
            <a:solidFill>
              <a:srgbClr val="1A1A16"/>
            </a:solidFill>
            <a:prstDash val="solid"/>
          </a:ln>
        </p:spPr>
      </p:sp>
      <p:sp>
        <p:nvSpPr>
          <p:cNvPr id="59" name="Shape 57"/>
          <p:cNvSpPr/>
          <p:nvPr/>
        </p:nvSpPr>
        <p:spPr>
          <a:xfrm>
            <a:off x="8572286" y="3619410"/>
            <a:ext cx="406390" cy="114297"/>
          </a:xfrm>
          <a:prstGeom prst="line">
            <a:avLst/>
          </a:prstGeom>
          <a:noFill/>
          <a:ln w="15240">
            <a:solidFill>
              <a:srgbClr val="1A1A16"/>
            </a:solidFill>
            <a:prstDash val="solid"/>
          </a:ln>
        </p:spPr>
      </p:sp>
      <p:sp>
        <p:nvSpPr>
          <p:cNvPr id="60" name="Shape 58"/>
          <p:cNvSpPr/>
          <p:nvPr/>
        </p:nvSpPr>
        <p:spPr>
          <a:xfrm>
            <a:off x="9169171" y="3486063"/>
            <a:ext cx="-190495" cy="247644"/>
          </a:xfrm>
          <a:prstGeom prst="line">
            <a:avLst/>
          </a:prstGeom>
          <a:noFill/>
          <a:ln w="15240">
            <a:solidFill>
              <a:srgbClr val="1A1A16"/>
            </a:solidFill>
            <a:prstDash val="solid"/>
          </a:ln>
        </p:spPr>
      </p:sp>
      <p:sp>
        <p:nvSpPr>
          <p:cNvPr id="61" name="Shape 59"/>
          <p:cNvSpPr/>
          <p:nvPr/>
        </p:nvSpPr>
        <p:spPr>
          <a:xfrm>
            <a:off x="8521487" y="3568611"/>
            <a:ext cx="101597" cy="101597"/>
          </a:xfrm>
          <a:prstGeom prst="ellipse">
            <a:avLst/>
          </a:prstGeom>
          <a:solidFill>
            <a:srgbClr val="FFFFFF"/>
          </a:solidFill>
          <a:ln w="17780">
            <a:solidFill>
              <a:srgbClr val="1A1A16"/>
            </a:solidFill>
            <a:prstDash val="solid"/>
          </a:ln>
        </p:spPr>
      </p:sp>
      <p:sp>
        <p:nvSpPr>
          <p:cNvPr id="62" name="Shape 60"/>
          <p:cNvSpPr/>
          <p:nvPr/>
        </p:nvSpPr>
        <p:spPr>
          <a:xfrm>
            <a:off x="8750081" y="3365416"/>
            <a:ext cx="101597" cy="101597"/>
          </a:xfrm>
          <a:prstGeom prst="ellipse">
            <a:avLst/>
          </a:prstGeom>
          <a:solidFill>
            <a:srgbClr val="FFFFFF"/>
          </a:solidFill>
          <a:ln w="17780">
            <a:solidFill>
              <a:srgbClr val="1A1A16"/>
            </a:solidFill>
            <a:prstDash val="solid"/>
          </a:ln>
        </p:spPr>
      </p:sp>
      <p:sp>
        <p:nvSpPr>
          <p:cNvPr id="63" name="Shape 61"/>
          <p:cNvSpPr/>
          <p:nvPr/>
        </p:nvSpPr>
        <p:spPr>
          <a:xfrm>
            <a:off x="8927877" y="3682908"/>
            <a:ext cx="101597" cy="101597"/>
          </a:xfrm>
          <a:prstGeom prst="ellipse">
            <a:avLst/>
          </a:prstGeom>
          <a:solidFill>
            <a:srgbClr val="FFFFFF"/>
          </a:solidFill>
          <a:ln w="17780">
            <a:solidFill>
              <a:srgbClr val="1A1A16"/>
            </a:solidFill>
            <a:prstDash val="solid"/>
          </a:ln>
        </p:spPr>
      </p:sp>
      <p:sp>
        <p:nvSpPr>
          <p:cNvPr id="64" name="Shape 62"/>
          <p:cNvSpPr/>
          <p:nvPr/>
        </p:nvSpPr>
        <p:spPr>
          <a:xfrm>
            <a:off x="9092973" y="3409865"/>
            <a:ext cx="152396" cy="152396"/>
          </a:xfrm>
          <a:prstGeom prst="ellipse">
            <a:avLst/>
          </a:prstGeom>
          <a:solidFill>
            <a:srgbClr val="FFFFFF"/>
          </a:solidFill>
          <a:ln w="17780">
            <a:solidFill>
              <a:srgbClr val="1A1A16"/>
            </a:solidFill>
            <a:prstDash val="solid"/>
          </a:ln>
        </p:spPr>
      </p:sp>
      <p:sp>
        <p:nvSpPr>
          <p:cNvPr id="65" name="Shape 63"/>
          <p:cNvSpPr/>
          <p:nvPr/>
        </p:nvSpPr>
        <p:spPr>
          <a:xfrm>
            <a:off x="9842254" y="2444689"/>
            <a:ext cx="1904952" cy="1460463"/>
          </a:xfrm>
          <a:prstGeom prst="rect">
            <a:avLst/>
          </a:prstGeom>
          <a:ln w="12700">
            <a:solidFill>
              <a:srgbClr val="1A1A16"/>
            </a:solidFill>
            <a:prstDash val="solid"/>
          </a:ln>
        </p:spPr>
      </p:sp>
      <p:sp>
        <p:nvSpPr>
          <p:cNvPr id="66" name="Text 64"/>
          <p:cNvSpPr txBox="1"/>
          <p:nvPr/>
        </p:nvSpPr>
        <p:spPr>
          <a:xfrm>
            <a:off x="9994650"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auto-</a:t>
            </a:r>
            <a:endParaRPr lang="en-US" sz="1500" dirty="0"/>
          </a:p>
        </p:txBody>
      </p:sp>
      <p:sp>
        <p:nvSpPr>
          <p:cNvPr id="67" name="Text 65"/>
          <p:cNvSpPr txBox="1"/>
          <p:nvPr/>
        </p:nvSpPr>
        <p:spPr>
          <a:xfrm>
            <a:off x="9994650"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formalization</a:t>
            </a:r>
            <a:endParaRPr lang="en-US" sz="1500" dirty="0"/>
          </a:p>
        </p:txBody>
      </p:sp>
      <p:sp>
        <p:nvSpPr>
          <p:cNvPr id="68" name="Text 66"/>
          <p:cNvSpPr txBox="1"/>
          <p:nvPr/>
        </p:nvSpPr>
        <p:spPr>
          <a:xfrm>
            <a:off x="9994650"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kernel does not</a:t>
            </a:r>
            <a:endParaRPr lang="en-US" sz="1050" dirty="0"/>
          </a:p>
        </p:txBody>
      </p:sp>
      <p:sp>
        <p:nvSpPr>
          <p:cNvPr id="69" name="Text 67"/>
          <p:cNvSpPr txBox="1"/>
          <p:nvPr/>
        </p:nvSpPr>
        <p:spPr>
          <a:xfrm>
            <a:off x="9994650"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negotiate, and it</a:t>
            </a:r>
            <a:endParaRPr lang="en-US" sz="1050" dirty="0"/>
          </a:p>
        </p:txBody>
      </p:sp>
      <p:sp>
        <p:nvSpPr>
          <p:cNvPr id="70" name="Text 68"/>
          <p:cNvSpPr txBox="1"/>
          <p:nvPr/>
        </p:nvSpPr>
        <p:spPr>
          <a:xfrm>
            <a:off x="9994650"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does not tire.</a:t>
            </a:r>
            <a:endParaRPr lang="en-US" sz="1050" dirty="0"/>
          </a:p>
        </p:txBody>
      </p:sp>
      <p:sp>
        <p:nvSpPr>
          <p:cNvPr id="71" name="Shape 69"/>
          <p:cNvSpPr/>
          <p:nvPr/>
        </p:nvSpPr>
        <p:spPr>
          <a:xfrm>
            <a:off x="2438339" y="3174921"/>
            <a:ext cx="266693" cy="0"/>
          </a:xfrm>
          <a:prstGeom prst="line">
            <a:avLst/>
          </a:prstGeom>
          <a:noFill/>
          <a:ln w="12700">
            <a:solidFill>
              <a:srgbClr val="1A1A16"/>
            </a:solidFill>
            <a:prstDash val="solid"/>
            <a:tailEnd type="triangle"/>
          </a:ln>
        </p:spPr>
      </p:sp>
      <p:sp>
        <p:nvSpPr>
          <p:cNvPr id="72" name="Shape 70"/>
          <p:cNvSpPr/>
          <p:nvPr/>
        </p:nvSpPr>
        <p:spPr>
          <a:xfrm>
            <a:off x="4787780" y="3174921"/>
            <a:ext cx="266693" cy="0"/>
          </a:xfrm>
          <a:prstGeom prst="line">
            <a:avLst/>
          </a:prstGeom>
          <a:noFill/>
          <a:ln w="12700">
            <a:solidFill>
              <a:srgbClr val="1A1A16"/>
            </a:solidFill>
            <a:prstDash val="solid"/>
            <a:tailEnd type="triangle"/>
          </a:ln>
        </p:spPr>
      </p:sp>
      <p:sp>
        <p:nvSpPr>
          <p:cNvPr id="73" name="Shape 71"/>
          <p:cNvSpPr/>
          <p:nvPr/>
        </p:nvSpPr>
        <p:spPr>
          <a:xfrm>
            <a:off x="7137222" y="3174921"/>
            <a:ext cx="266693" cy="0"/>
          </a:xfrm>
          <a:prstGeom prst="line">
            <a:avLst/>
          </a:prstGeom>
          <a:noFill/>
          <a:ln w="12700">
            <a:solidFill>
              <a:srgbClr val="1A1A16"/>
            </a:solidFill>
            <a:prstDash val="solid"/>
            <a:tailEnd type="triangle"/>
          </a:ln>
        </p:spPr>
      </p:sp>
      <p:sp>
        <p:nvSpPr>
          <p:cNvPr id="74" name="Shape 72"/>
          <p:cNvSpPr/>
          <p:nvPr/>
        </p:nvSpPr>
        <p:spPr>
          <a:xfrm>
            <a:off x="9486663" y="3174921"/>
            <a:ext cx="266693" cy="0"/>
          </a:xfrm>
          <a:prstGeom prst="line">
            <a:avLst/>
          </a:prstGeom>
          <a:noFill/>
          <a:ln w="12700">
            <a:solidFill>
              <a:srgbClr val="1A1A16"/>
            </a:solidFill>
            <a:prstDash val="solid"/>
            <a:tailEnd type="triangle"/>
          </a:ln>
        </p:spPr>
      </p:sp>
      <p:sp>
        <p:nvSpPr>
          <p:cNvPr id="75" name="Text 73"/>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EVERY REMAINING STEP GOES TO AUTO-FORMALIZATION</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44489" y="2444689"/>
            <a:ext cx="1904952" cy="1460463"/>
          </a:xfrm>
          <a:prstGeom prst="rect">
            <a:avLst/>
          </a:prstGeom>
          <a:ln w="12700">
            <a:solidFill>
              <a:srgbClr val="1A1A16"/>
            </a:solidFill>
            <a:prstDash val="solid"/>
          </a:ln>
        </p:spPr>
      </p:sp>
      <p:sp>
        <p:nvSpPr>
          <p:cNvPr id="3" name="Text 1"/>
          <p:cNvSpPr txBox="1"/>
          <p:nvPr/>
        </p:nvSpPr>
        <p:spPr>
          <a:xfrm>
            <a:off x="596885"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 paper</a:t>
            </a:r>
            <a:endParaRPr lang="en-US" sz="1500" dirty="0"/>
          </a:p>
        </p:txBody>
      </p:sp>
      <p:sp>
        <p:nvSpPr>
          <p:cNvPr id="4" name="Text 2"/>
          <p:cNvSpPr txBox="1"/>
          <p:nvPr/>
        </p:nvSpPr>
        <p:spPr>
          <a:xfrm>
            <a:off x="596885"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frozen.</a:t>
            </a:r>
            <a:endParaRPr lang="en-US" sz="1050" dirty="0"/>
          </a:p>
        </p:txBody>
      </p:sp>
      <p:sp>
        <p:nvSpPr>
          <p:cNvPr id="5" name="Text 3"/>
          <p:cNvSpPr txBox="1"/>
          <p:nvPr/>
        </p:nvSpPr>
        <p:spPr>
          <a:xfrm>
            <a:off x="596885"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every byte fixed,</a:t>
            </a:r>
            <a:endParaRPr lang="en-US" sz="1050" dirty="0"/>
          </a:p>
        </p:txBody>
      </p:sp>
      <p:sp>
        <p:nvSpPr>
          <p:cNvPr id="6" name="Text 4"/>
          <p:cNvSpPr txBox="1"/>
          <p:nvPr/>
        </p:nvSpPr>
        <p:spPr>
          <a:xfrm>
            <a:off x="596885"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so pointers hold.</a:t>
            </a:r>
            <a:endParaRPr lang="en-US" sz="1050" dirty="0"/>
          </a:p>
        </p:txBody>
      </p:sp>
      <p:sp>
        <p:nvSpPr>
          <p:cNvPr id="7" name="Shape 5"/>
          <p:cNvSpPr/>
          <p:nvPr/>
        </p:nvSpPr>
        <p:spPr>
          <a:xfrm>
            <a:off x="2793930" y="2444689"/>
            <a:ext cx="1904952" cy="1460463"/>
          </a:xfrm>
          <a:prstGeom prst="rect">
            <a:avLst/>
          </a:prstGeom>
          <a:ln w="12700">
            <a:solidFill>
              <a:srgbClr val="1A1A16"/>
            </a:solidFill>
            <a:prstDash val="solid"/>
          </a:ln>
        </p:spPr>
      </p:sp>
      <p:sp>
        <p:nvSpPr>
          <p:cNvPr id="8" name="Text 6"/>
          <p:cNvSpPr txBox="1"/>
          <p:nvPr/>
        </p:nvSpPr>
        <p:spPr>
          <a:xfrm>
            <a:off x="2946326"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extract</a:t>
            </a:r>
            <a:endParaRPr lang="en-US" sz="1500" dirty="0"/>
          </a:p>
        </p:txBody>
      </p:sp>
      <p:sp>
        <p:nvSpPr>
          <p:cNvPr id="9" name="Text 7"/>
          <p:cNvSpPr txBox="1"/>
          <p:nvPr/>
        </p:nvSpPr>
        <p:spPr>
          <a:xfrm>
            <a:off x="2946326"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the claims</a:t>
            </a:r>
            <a:endParaRPr lang="en-US" sz="1500" dirty="0"/>
          </a:p>
        </p:txBody>
      </p:sp>
      <p:sp>
        <p:nvSpPr>
          <p:cNvPr id="10" name="Shape 8"/>
          <p:cNvSpPr/>
          <p:nvPr/>
        </p:nvSpPr>
        <p:spPr>
          <a:xfrm>
            <a:off x="2946326" y="3251119"/>
            <a:ext cx="82548" cy="0"/>
          </a:xfrm>
          <a:prstGeom prst="line">
            <a:avLst/>
          </a:prstGeom>
          <a:noFill/>
          <a:ln w="10160">
            <a:solidFill>
              <a:srgbClr val="8A8A80"/>
            </a:solidFill>
            <a:prstDash val="solid"/>
          </a:ln>
        </p:spPr>
      </p:sp>
      <p:sp>
        <p:nvSpPr>
          <p:cNvPr id="11" name="Text 9"/>
          <p:cNvSpPr txBox="1"/>
          <p:nvPr/>
        </p:nvSpPr>
        <p:spPr>
          <a:xfrm>
            <a:off x="3086023" y="3181270"/>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what it says</a:t>
            </a:r>
            <a:endParaRPr lang="en-US" sz="1050" dirty="0"/>
          </a:p>
        </p:txBody>
      </p:sp>
      <p:sp>
        <p:nvSpPr>
          <p:cNvPr id="12" name="Shape 10"/>
          <p:cNvSpPr/>
          <p:nvPr/>
        </p:nvSpPr>
        <p:spPr>
          <a:xfrm>
            <a:off x="2946326" y="3441614"/>
            <a:ext cx="82548" cy="0"/>
          </a:xfrm>
          <a:prstGeom prst="line">
            <a:avLst/>
          </a:prstGeom>
          <a:noFill/>
          <a:ln w="10160">
            <a:solidFill>
              <a:srgbClr val="8A8A80"/>
            </a:solidFill>
            <a:prstDash val="solid"/>
          </a:ln>
        </p:spPr>
      </p:sp>
      <p:sp>
        <p:nvSpPr>
          <p:cNvPr id="13" name="Text 11"/>
          <p:cNvSpPr txBox="1"/>
          <p:nvPr/>
        </p:nvSpPr>
        <p:spPr>
          <a:xfrm>
            <a:off x="3086023" y="3371766"/>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where it came from</a:t>
            </a:r>
            <a:endParaRPr lang="en-US" sz="1050" dirty="0"/>
          </a:p>
        </p:txBody>
      </p:sp>
      <p:sp>
        <p:nvSpPr>
          <p:cNvPr id="14" name="Shape 12"/>
          <p:cNvSpPr/>
          <p:nvPr/>
        </p:nvSpPr>
        <p:spPr>
          <a:xfrm>
            <a:off x="2946326" y="3632109"/>
            <a:ext cx="82548" cy="0"/>
          </a:xfrm>
          <a:prstGeom prst="line">
            <a:avLst/>
          </a:prstGeom>
          <a:noFill/>
          <a:ln w="10160">
            <a:solidFill>
              <a:srgbClr val="8A8A80"/>
            </a:solidFill>
            <a:prstDash val="solid"/>
          </a:ln>
        </p:spPr>
      </p:sp>
      <p:sp>
        <p:nvSpPr>
          <p:cNvPr id="15" name="Text 13"/>
          <p:cNvSpPr txBox="1"/>
          <p:nvPr/>
        </p:nvSpPr>
        <p:spPr>
          <a:xfrm>
            <a:off x="3086023" y="3562261"/>
            <a:ext cx="1460463"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fingerprint</a:t>
            </a:r>
            <a:endParaRPr lang="en-US" sz="1050" dirty="0"/>
          </a:p>
        </p:txBody>
      </p:sp>
      <p:sp>
        <p:nvSpPr>
          <p:cNvPr id="16" name="Shape 14"/>
          <p:cNvSpPr/>
          <p:nvPr/>
        </p:nvSpPr>
        <p:spPr>
          <a:xfrm>
            <a:off x="5143371" y="2444689"/>
            <a:ext cx="1904952" cy="1460463"/>
          </a:xfrm>
          <a:prstGeom prst="rect">
            <a:avLst/>
          </a:prstGeom>
          <a:ln w="12700">
            <a:solidFill>
              <a:srgbClr val="1A1A16"/>
            </a:solidFill>
            <a:prstDash val="solid"/>
          </a:ln>
        </p:spPr>
      </p:sp>
      <p:sp>
        <p:nvSpPr>
          <p:cNvPr id="17" name="Text 15"/>
          <p:cNvSpPr txBox="1"/>
          <p:nvPr/>
        </p:nvSpPr>
        <p:spPr>
          <a:xfrm>
            <a:off x="5295768"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dependency</a:t>
            </a:r>
            <a:endParaRPr lang="en-US" sz="1500" dirty="0"/>
          </a:p>
        </p:txBody>
      </p:sp>
      <p:sp>
        <p:nvSpPr>
          <p:cNvPr id="18" name="Text 16"/>
          <p:cNvSpPr txBox="1"/>
          <p:nvPr/>
        </p:nvSpPr>
        <p:spPr>
          <a:xfrm>
            <a:off x="5295768"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graph</a:t>
            </a:r>
            <a:endParaRPr lang="en-US" sz="1500" dirty="0"/>
          </a:p>
        </p:txBody>
      </p:sp>
      <p:sp>
        <p:nvSpPr>
          <p:cNvPr id="19" name="Shape 17"/>
          <p:cNvSpPr/>
          <p:nvPr/>
        </p:nvSpPr>
        <p:spPr>
          <a:xfrm>
            <a:off x="5600560" y="3441614"/>
            <a:ext cx="-228594" cy="279393"/>
          </a:xfrm>
          <a:prstGeom prst="line">
            <a:avLst/>
          </a:prstGeom>
          <a:noFill/>
          <a:ln w="10795">
            <a:solidFill>
              <a:srgbClr val="1A1A16"/>
            </a:solidFill>
            <a:prstDash val="solid"/>
          </a:ln>
        </p:spPr>
      </p:sp>
      <p:sp>
        <p:nvSpPr>
          <p:cNvPr id="20" name="Shape 18"/>
          <p:cNvSpPr/>
          <p:nvPr/>
        </p:nvSpPr>
        <p:spPr>
          <a:xfrm>
            <a:off x="5740256" y="3238419"/>
            <a:ext cx="-139697" cy="203195"/>
          </a:xfrm>
          <a:prstGeom prst="line">
            <a:avLst/>
          </a:prstGeom>
          <a:noFill/>
          <a:ln w="10795">
            <a:solidFill>
              <a:srgbClr val="1A1A16"/>
            </a:solidFill>
            <a:prstDash val="solid"/>
          </a:ln>
        </p:spPr>
      </p:sp>
      <p:sp>
        <p:nvSpPr>
          <p:cNvPr id="21" name="Shape 19"/>
          <p:cNvSpPr/>
          <p:nvPr/>
        </p:nvSpPr>
        <p:spPr>
          <a:xfrm>
            <a:off x="5740256" y="3238419"/>
            <a:ext cx="317492" cy="101597"/>
          </a:xfrm>
          <a:prstGeom prst="line">
            <a:avLst/>
          </a:prstGeom>
          <a:noFill/>
          <a:ln w="10795">
            <a:solidFill>
              <a:srgbClr val="1A1A16"/>
            </a:solidFill>
            <a:prstDash val="solid"/>
          </a:ln>
        </p:spPr>
      </p:sp>
      <p:sp>
        <p:nvSpPr>
          <p:cNvPr id="22" name="Shape 20"/>
          <p:cNvSpPr/>
          <p:nvPr/>
        </p:nvSpPr>
        <p:spPr>
          <a:xfrm>
            <a:off x="6057749" y="3340016"/>
            <a:ext cx="165096" cy="279393"/>
          </a:xfrm>
          <a:prstGeom prst="line">
            <a:avLst/>
          </a:prstGeom>
          <a:noFill/>
          <a:ln w="10795">
            <a:solidFill>
              <a:srgbClr val="1A1A16"/>
            </a:solidFill>
            <a:prstDash val="solid"/>
          </a:ln>
        </p:spPr>
      </p:sp>
      <p:sp>
        <p:nvSpPr>
          <p:cNvPr id="23" name="Shape 21"/>
          <p:cNvSpPr/>
          <p:nvPr/>
        </p:nvSpPr>
        <p:spPr>
          <a:xfrm>
            <a:off x="6222844" y="3619410"/>
            <a:ext cx="-380990" cy="126997"/>
          </a:xfrm>
          <a:prstGeom prst="line">
            <a:avLst/>
          </a:prstGeom>
          <a:noFill/>
          <a:ln w="10795">
            <a:solidFill>
              <a:srgbClr val="1A1A16"/>
            </a:solidFill>
            <a:prstDash val="solid"/>
          </a:ln>
        </p:spPr>
      </p:sp>
      <p:sp>
        <p:nvSpPr>
          <p:cNvPr id="24" name="Shape 22"/>
          <p:cNvSpPr/>
          <p:nvPr/>
        </p:nvSpPr>
        <p:spPr>
          <a:xfrm>
            <a:off x="5600560" y="3441614"/>
            <a:ext cx="241294" cy="304792"/>
          </a:xfrm>
          <a:prstGeom prst="line">
            <a:avLst/>
          </a:prstGeom>
          <a:noFill/>
          <a:ln w="10795">
            <a:solidFill>
              <a:srgbClr val="1A1A16"/>
            </a:solidFill>
            <a:prstDash val="solid"/>
          </a:ln>
        </p:spPr>
      </p:sp>
      <p:sp>
        <p:nvSpPr>
          <p:cNvPr id="25" name="Shape 23"/>
          <p:cNvSpPr/>
          <p:nvPr/>
        </p:nvSpPr>
        <p:spPr>
          <a:xfrm>
            <a:off x="6451439" y="3416215"/>
            <a:ext cx="-228594" cy="203195"/>
          </a:xfrm>
          <a:prstGeom prst="line">
            <a:avLst/>
          </a:prstGeom>
          <a:noFill/>
          <a:ln w="10795">
            <a:solidFill>
              <a:srgbClr val="1A1A16"/>
            </a:solidFill>
            <a:prstDash val="solid"/>
          </a:ln>
        </p:spPr>
      </p:sp>
      <p:sp>
        <p:nvSpPr>
          <p:cNvPr id="26" name="Shape 24"/>
          <p:cNvSpPr/>
          <p:nvPr/>
        </p:nvSpPr>
        <p:spPr>
          <a:xfrm>
            <a:off x="6451439" y="3416215"/>
            <a:ext cx="368291" cy="69848"/>
          </a:xfrm>
          <a:prstGeom prst="line">
            <a:avLst/>
          </a:prstGeom>
          <a:noFill/>
          <a:ln w="10795">
            <a:solidFill>
              <a:srgbClr val="1A1A16"/>
            </a:solidFill>
            <a:prstDash val="solid"/>
          </a:ln>
        </p:spPr>
      </p:sp>
      <p:sp>
        <p:nvSpPr>
          <p:cNvPr id="27" name="Shape 25"/>
          <p:cNvSpPr/>
          <p:nvPr/>
        </p:nvSpPr>
        <p:spPr>
          <a:xfrm>
            <a:off x="6222844" y="3619410"/>
            <a:ext cx="406390" cy="114297"/>
          </a:xfrm>
          <a:prstGeom prst="line">
            <a:avLst/>
          </a:prstGeom>
          <a:noFill/>
          <a:ln w="10795">
            <a:solidFill>
              <a:srgbClr val="1A1A16"/>
            </a:solidFill>
            <a:prstDash val="solid"/>
          </a:ln>
        </p:spPr>
      </p:sp>
      <p:sp>
        <p:nvSpPr>
          <p:cNvPr id="28" name="Shape 26"/>
          <p:cNvSpPr/>
          <p:nvPr/>
        </p:nvSpPr>
        <p:spPr>
          <a:xfrm>
            <a:off x="6819730" y="3486063"/>
            <a:ext cx="-190495" cy="247644"/>
          </a:xfrm>
          <a:prstGeom prst="line">
            <a:avLst/>
          </a:prstGeom>
          <a:noFill/>
          <a:ln w="10795">
            <a:solidFill>
              <a:srgbClr val="1A1A16"/>
            </a:solidFill>
            <a:prstDash val="solid"/>
          </a:ln>
        </p:spPr>
      </p:sp>
      <p:sp>
        <p:nvSpPr>
          <p:cNvPr id="29" name="Shape 27"/>
          <p:cNvSpPr/>
          <p:nvPr/>
        </p:nvSpPr>
        <p:spPr>
          <a:xfrm>
            <a:off x="5321167" y="3670208"/>
            <a:ext cx="101597" cy="101597"/>
          </a:xfrm>
          <a:prstGeom prst="ellipse">
            <a:avLst/>
          </a:prstGeom>
          <a:solidFill>
            <a:srgbClr val="FFFFFF"/>
          </a:solidFill>
          <a:ln w="13335">
            <a:solidFill>
              <a:srgbClr val="1A1A16"/>
            </a:solidFill>
            <a:prstDash val="solid"/>
          </a:ln>
        </p:spPr>
      </p:sp>
      <p:sp>
        <p:nvSpPr>
          <p:cNvPr id="30" name="Shape 28"/>
          <p:cNvSpPr/>
          <p:nvPr/>
        </p:nvSpPr>
        <p:spPr>
          <a:xfrm>
            <a:off x="5549761" y="3390815"/>
            <a:ext cx="101597" cy="101597"/>
          </a:xfrm>
          <a:prstGeom prst="ellipse">
            <a:avLst/>
          </a:prstGeom>
          <a:solidFill>
            <a:srgbClr val="FFFFFF"/>
          </a:solidFill>
          <a:ln w="13335">
            <a:solidFill>
              <a:srgbClr val="1A1A16"/>
            </a:solidFill>
            <a:prstDash val="solid"/>
          </a:ln>
        </p:spPr>
      </p:sp>
      <p:sp>
        <p:nvSpPr>
          <p:cNvPr id="31" name="Shape 29"/>
          <p:cNvSpPr/>
          <p:nvPr/>
        </p:nvSpPr>
        <p:spPr>
          <a:xfrm>
            <a:off x="5791055" y="3695608"/>
            <a:ext cx="101597" cy="101597"/>
          </a:xfrm>
          <a:prstGeom prst="ellipse">
            <a:avLst/>
          </a:prstGeom>
          <a:solidFill>
            <a:srgbClr val="FFFFFF"/>
          </a:solidFill>
          <a:ln w="13335">
            <a:solidFill>
              <a:srgbClr val="1A1A16"/>
            </a:solidFill>
            <a:prstDash val="solid"/>
          </a:ln>
        </p:spPr>
      </p:sp>
      <p:sp>
        <p:nvSpPr>
          <p:cNvPr id="32" name="Shape 30"/>
          <p:cNvSpPr/>
          <p:nvPr/>
        </p:nvSpPr>
        <p:spPr>
          <a:xfrm>
            <a:off x="6006950" y="3289218"/>
            <a:ext cx="101597" cy="101597"/>
          </a:xfrm>
          <a:prstGeom prst="ellipse">
            <a:avLst/>
          </a:prstGeom>
          <a:solidFill>
            <a:srgbClr val="FFFFFF"/>
          </a:solidFill>
          <a:ln w="13335">
            <a:solidFill>
              <a:srgbClr val="1A1A16"/>
            </a:solidFill>
            <a:prstDash val="solid"/>
          </a:ln>
        </p:spPr>
      </p:sp>
      <p:sp>
        <p:nvSpPr>
          <p:cNvPr id="33" name="Shape 31"/>
          <p:cNvSpPr/>
          <p:nvPr/>
        </p:nvSpPr>
        <p:spPr>
          <a:xfrm>
            <a:off x="6172046" y="3568611"/>
            <a:ext cx="101597" cy="101597"/>
          </a:xfrm>
          <a:prstGeom prst="ellipse">
            <a:avLst/>
          </a:prstGeom>
          <a:solidFill>
            <a:srgbClr val="FFFFFF"/>
          </a:solidFill>
          <a:ln w="13335">
            <a:solidFill>
              <a:srgbClr val="1A1A16"/>
            </a:solidFill>
            <a:prstDash val="solid"/>
          </a:ln>
        </p:spPr>
      </p:sp>
      <p:sp>
        <p:nvSpPr>
          <p:cNvPr id="34" name="Shape 32"/>
          <p:cNvSpPr/>
          <p:nvPr/>
        </p:nvSpPr>
        <p:spPr>
          <a:xfrm>
            <a:off x="6400640" y="3365416"/>
            <a:ext cx="101597" cy="101597"/>
          </a:xfrm>
          <a:prstGeom prst="ellipse">
            <a:avLst/>
          </a:prstGeom>
          <a:solidFill>
            <a:srgbClr val="FFFFFF"/>
          </a:solidFill>
          <a:ln w="13335">
            <a:solidFill>
              <a:srgbClr val="1A1A16"/>
            </a:solidFill>
            <a:prstDash val="solid"/>
          </a:ln>
        </p:spPr>
      </p:sp>
      <p:sp>
        <p:nvSpPr>
          <p:cNvPr id="35" name="Shape 33"/>
          <p:cNvSpPr/>
          <p:nvPr/>
        </p:nvSpPr>
        <p:spPr>
          <a:xfrm>
            <a:off x="6578436" y="3682908"/>
            <a:ext cx="101597" cy="101597"/>
          </a:xfrm>
          <a:prstGeom prst="ellipse">
            <a:avLst/>
          </a:prstGeom>
          <a:solidFill>
            <a:srgbClr val="FFFFFF"/>
          </a:solidFill>
          <a:ln w="13335">
            <a:solidFill>
              <a:srgbClr val="1A1A16"/>
            </a:solidFill>
            <a:prstDash val="solid"/>
          </a:ln>
        </p:spPr>
      </p:sp>
      <p:sp>
        <p:nvSpPr>
          <p:cNvPr id="36" name="Shape 34"/>
          <p:cNvSpPr/>
          <p:nvPr/>
        </p:nvSpPr>
        <p:spPr>
          <a:xfrm>
            <a:off x="6768931" y="3435264"/>
            <a:ext cx="101597" cy="101597"/>
          </a:xfrm>
          <a:prstGeom prst="ellipse">
            <a:avLst/>
          </a:prstGeom>
          <a:solidFill>
            <a:srgbClr val="FFFFFF"/>
          </a:solidFill>
          <a:ln w="13335">
            <a:solidFill>
              <a:srgbClr val="1A1A16"/>
            </a:solidFill>
            <a:prstDash val="solid"/>
          </a:ln>
        </p:spPr>
      </p:sp>
      <p:sp>
        <p:nvSpPr>
          <p:cNvPr id="37" name="Shape 35"/>
          <p:cNvSpPr/>
          <p:nvPr/>
        </p:nvSpPr>
        <p:spPr>
          <a:xfrm>
            <a:off x="5689458" y="3187620"/>
            <a:ext cx="101597" cy="101597"/>
          </a:xfrm>
          <a:prstGeom prst="ellipse">
            <a:avLst/>
          </a:prstGeom>
          <a:solidFill>
            <a:srgbClr val="FFFFFF"/>
          </a:solidFill>
          <a:ln w="13335">
            <a:solidFill>
              <a:srgbClr val="1A1A16"/>
            </a:solidFill>
            <a:prstDash val="solid"/>
          </a:ln>
        </p:spPr>
      </p:sp>
      <p:sp>
        <p:nvSpPr>
          <p:cNvPr id="38" name="Shape 36"/>
          <p:cNvSpPr/>
          <p:nvPr/>
        </p:nvSpPr>
        <p:spPr>
          <a:xfrm>
            <a:off x="5143371" y="660383"/>
            <a:ext cx="1904952" cy="1015975"/>
          </a:xfrm>
          <a:prstGeom prst="rect">
            <a:avLst/>
          </a:prstGeom>
          <a:ln w="12700">
            <a:solidFill>
              <a:srgbClr val="8C4A2F"/>
            </a:solidFill>
            <a:prstDash val="dash"/>
          </a:ln>
        </p:spPr>
      </p:sp>
      <p:sp>
        <p:nvSpPr>
          <p:cNvPr id="39" name="Text 37"/>
          <p:cNvSpPr txBox="1"/>
          <p:nvPr/>
        </p:nvSpPr>
        <p:spPr>
          <a:xfrm>
            <a:off x="5295768" y="787380"/>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outside</a:t>
            </a:r>
            <a:endParaRPr lang="en-US" sz="1500" dirty="0"/>
          </a:p>
        </p:txBody>
      </p:sp>
      <p:sp>
        <p:nvSpPr>
          <p:cNvPr id="40" name="Text 38"/>
          <p:cNvSpPr txBox="1"/>
          <p:nvPr/>
        </p:nvSpPr>
        <p:spPr>
          <a:xfrm>
            <a:off x="5295768" y="1015975"/>
            <a:ext cx="1600160" cy="323842"/>
          </a:xfrm>
          <a:prstGeom prst="rect">
            <a:avLst/>
          </a:prstGeom>
          <a:noFill/>
          <a:ln/>
        </p:spPr>
        <p:txBody>
          <a:bodyPr wrap="square" lIns="0" tIns="0" rIns="0" bIns="0" rtlCol="0" anchor="t"/>
          <a:lstStyle/>
          <a:p>
            <a:pPr algn="l" indent="0" marL="0">
              <a:buNone/>
            </a:pPr>
            <a:r>
              <a:rPr lang="en-US" sz="1500" dirty="0">
                <a:solidFill>
                  <a:srgbClr val="8C4A2F"/>
                </a:solidFill>
                <a:latin typeface="Calibri" pitchFamily="34" charset="0"/>
                <a:ea typeface="Calibri" pitchFamily="34" charset="-122"/>
                <a:cs typeface="Calibri" pitchFamily="34" charset="-120"/>
              </a:rPr>
              <a:t>dependency</a:t>
            </a:r>
            <a:endParaRPr lang="en-US" sz="1500" dirty="0"/>
          </a:p>
        </p:txBody>
      </p:sp>
      <p:sp>
        <p:nvSpPr>
          <p:cNvPr id="41" name="Text 39"/>
          <p:cNvSpPr txBox="1"/>
          <p:nvPr/>
        </p:nvSpPr>
        <p:spPr>
          <a:xfrm>
            <a:off x="5295768" y="1320767"/>
            <a:ext cx="1600160" cy="226689"/>
          </a:xfrm>
          <a:prstGeom prst="rect">
            <a:avLst/>
          </a:prstGeom>
          <a:noFill/>
          <a:ln/>
        </p:spPr>
        <p:txBody>
          <a:bodyPr wrap="square" lIns="0" tIns="0" rIns="0" bIns="0" rtlCol="0" anchor="t"/>
          <a:lstStyle/>
          <a:p>
            <a:pPr algn="l" indent="0" marL="0">
              <a:buNone/>
            </a:pPr>
            <a:r>
              <a:rPr lang="en-US" sz="1050" dirty="0">
                <a:solidFill>
                  <a:srgbClr val="8C4A2F"/>
                </a:solidFill>
                <a:latin typeface="Calibri" pitchFamily="34" charset="0"/>
                <a:ea typeface="Calibri" pitchFamily="34" charset="-122"/>
                <a:cs typeface="Calibri" pitchFamily="34" charset="-120"/>
              </a:rPr>
              <a:t>nobody has fetched it</a:t>
            </a:r>
            <a:endParaRPr lang="en-US" sz="1050" dirty="0"/>
          </a:p>
        </p:txBody>
      </p:sp>
      <p:sp>
        <p:nvSpPr>
          <p:cNvPr id="42" name="Shape 40"/>
          <p:cNvSpPr/>
          <p:nvPr/>
        </p:nvSpPr>
        <p:spPr>
          <a:xfrm>
            <a:off x="6095848" y="1765256"/>
            <a:ext cx="0" cy="628634"/>
          </a:xfrm>
          <a:prstGeom prst="line">
            <a:avLst/>
          </a:prstGeom>
          <a:noFill/>
          <a:ln w="12700">
            <a:solidFill>
              <a:srgbClr val="8C4A2F"/>
            </a:solidFill>
            <a:prstDash val="dash"/>
            <a:headEnd type="triangle"/>
          </a:ln>
        </p:spPr>
      </p:sp>
      <p:sp>
        <p:nvSpPr>
          <p:cNvPr id="43" name="Shape 41"/>
          <p:cNvSpPr/>
          <p:nvPr/>
        </p:nvSpPr>
        <p:spPr>
          <a:xfrm>
            <a:off x="7492813" y="2444689"/>
            <a:ext cx="1904952" cy="1460463"/>
          </a:xfrm>
          <a:prstGeom prst="rect">
            <a:avLst/>
          </a:prstGeom>
          <a:ln w="12700">
            <a:solidFill>
              <a:srgbClr val="1A1A16"/>
            </a:solidFill>
            <a:prstDash val="solid"/>
          </a:ln>
        </p:spPr>
      </p:sp>
      <p:sp>
        <p:nvSpPr>
          <p:cNvPr id="44" name="Text 42"/>
          <p:cNvSpPr txBox="1"/>
          <p:nvPr/>
        </p:nvSpPr>
        <p:spPr>
          <a:xfrm>
            <a:off x="7645209"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core claims</a:t>
            </a:r>
            <a:endParaRPr lang="en-US" sz="1500" dirty="0"/>
          </a:p>
        </p:txBody>
      </p:sp>
      <p:sp>
        <p:nvSpPr>
          <p:cNvPr id="45" name="Text 43"/>
          <p:cNvSpPr txBox="1"/>
          <p:nvPr/>
        </p:nvSpPr>
        <p:spPr>
          <a:xfrm>
            <a:off x="7645209"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 dependencies</a:t>
            </a:r>
            <a:endParaRPr lang="en-US" sz="1500" dirty="0"/>
          </a:p>
        </p:txBody>
      </p:sp>
      <p:sp>
        <p:nvSpPr>
          <p:cNvPr id="46" name="Shape 44"/>
          <p:cNvSpPr/>
          <p:nvPr/>
        </p:nvSpPr>
        <p:spPr>
          <a:xfrm>
            <a:off x="7950001" y="3441614"/>
            <a:ext cx="-228594" cy="279393"/>
          </a:xfrm>
          <a:prstGeom prst="line">
            <a:avLst/>
          </a:prstGeom>
          <a:noFill/>
          <a:ln w="8255">
            <a:solidFill>
              <a:srgbClr val="E1E1E1"/>
            </a:solidFill>
            <a:prstDash val="solid"/>
          </a:ln>
        </p:spPr>
      </p:sp>
      <p:sp>
        <p:nvSpPr>
          <p:cNvPr id="47" name="Shape 45"/>
          <p:cNvSpPr/>
          <p:nvPr/>
        </p:nvSpPr>
        <p:spPr>
          <a:xfrm>
            <a:off x="8089698" y="3238419"/>
            <a:ext cx="-139697" cy="203195"/>
          </a:xfrm>
          <a:prstGeom prst="line">
            <a:avLst/>
          </a:prstGeom>
          <a:noFill/>
          <a:ln w="8255">
            <a:solidFill>
              <a:srgbClr val="E1E1E1"/>
            </a:solidFill>
            <a:prstDash val="solid"/>
          </a:ln>
        </p:spPr>
      </p:sp>
      <p:sp>
        <p:nvSpPr>
          <p:cNvPr id="48" name="Shape 46"/>
          <p:cNvSpPr/>
          <p:nvPr/>
        </p:nvSpPr>
        <p:spPr>
          <a:xfrm>
            <a:off x="8089698" y="3238419"/>
            <a:ext cx="317492" cy="101597"/>
          </a:xfrm>
          <a:prstGeom prst="line">
            <a:avLst/>
          </a:prstGeom>
          <a:noFill/>
          <a:ln w="8255">
            <a:solidFill>
              <a:srgbClr val="E1E1E1"/>
            </a:solidFill>
            <a:prstDash val="solid"/>
          </a:ln>
        </p:spPr>
      </p:sp>
      <p:sp>
        <p:nvSpPr>
          <p:cNvPr id="49" name="Shape 47"/>
          <p:cNvSpPr/>
          <p:nvPr/>
        </p:nvSpPr>
        <p:spPr>
          <a:xfrm>
            <a:off x="8407190" y="3340016"/>
            <a:ext cx="165096" cy="279393"/>
          </a:xfrm>
          <a:prstGeom prst="line">
            <a:avLst/>
          </a:prstGeom>
          <a:noFill/>
          <a:ln w="8255">
            <a:solidFill>
              <a:srgbClr val="E1E1E1"/>
            </a:solidFill>
            <a:prstDash val="solid"/>
          </a:ln>
        </p:spPr>
      </p:sp>
      <p:sp>
        <p:nvSpPr>
          <p:cNvPr id="50" name="Shape 48"/>
          <p:cNvSpPr/>
          <p:nvPr/>
        </p:nvSpPr>
        <p:spPr>
          <a:xfrm>
            <a:off x="8572286" y="3619410"/>
            <a:ext cx="-380990" cy="126997"/>
          </a:xfrm>
          <a:prstGeom prst="line">
            <a:avLst/>
          </a:prstGeom>
          <a:noFill/>
          <a:ln w="8255">
            <a:solidFill>
              <a:srgbClr val="E1E1E1"/>
            </a:solidFill>
            <a:prstDash val="solid"/>
          </a:ln>
        </p:spPr>
      </p:sp>
      <p:sp>
        <p:nvSpPr>
          <p:cNvPr id="51" name="Shape 49"/>
          <p:cNvSpPr/>
          <p:nvPr/>
        </p:nvSpPr>
        <p:spPr>
          <a:xfrm>
            <a:off x="7950001" y="3441614"/>
            <a:ext cx="241294" cy="304792"/>
          </a:xfrm>
          <a:prstGeom prst="line">
            <a:avLst/>
          </a:prstGeom>
          <a:noFill/>
          <a:ln w="8255">
            <a:solidFill>
              <a:srgbClr val="E1E1E1"/>
            </a:solidFill>
            <a:prstDash val="solid"/>
          </a:ln>
        </p:spPr>
      </p:sp>
      <p:sp>
        <p:nvSpPr>
          <p:cNvPr id="52" name="Shape 50"/>
          <p:cNvSpPr/>
          <p:nvPr/>
        </p:nvSpPr>
        <p:spPr>
          <a:xfrm>
            <a:off x="7670608" y="3670208"/>
            <a:ext cx="101597" cy="101597"/>
          </a:xfrm>
          <a:prstGeom prst="ellipse">
            <a:avLst/>
          </a:prstGeom>
          <a:solidFill>
            <a:srgbClr val="FFFFFF"/>
          </a:solidFill>
          <a:ln w="10795">
            <a:solidFill>
              <a:srgbClr val="E1E1E1"/>
            </a:solidFill>
            <a:prstDash val="solid"/>
          </a:ln>
        </p:spPr>
      </p:sp>
      <p:sp>
        <p:nvSpPr>
          <p:cNvPr id="53" name="Shape 51"/>
          <p:cNvSpPr/>
          <p:nvPr/>
        </p:nvSpPr>
        <p:spPr>
          <a:xfrm>
            <a:off x="7899203" y="3390815"/>
            <a:ext cx="101597" cy="101597"/>
          </a:xfrm>
          <a:prstGeom prst="ellipse">
            <a:avLst/>
          </a:prstGeom>
          <a:solidFill>
            <a:srgbClr val="FFFFFF"/>
          </a:solidFill>
          <a:ln w="10795">
            <a:solidFill>
              <a:srgbClr val="E1E1E1"/>
            </a:solidFill>
            <a:prstDash val="solid"/>
          </a:ln>
        </p:spPr>
      </p:sp>
      <p:sp>
        <p:nvSpPr>
          <p:cNvPr id="54" name="Shape 52"/>
          <p:cNvSpPr/>
          <p:nvPr/>
        </p:nvSpPr>
        <p:spPr>
          <a:xfrm>
            <a:off x="8140496" y="3695608"/>
            <a:ext cx="101597" cy="101597"/>
          </a:xfrm>
          <a:prstGeom prst="ellipse">
            <a:avLst/>
          </a:prstGeom>
          <a:solidFill>
            <a:srgbClr val="FFFFFF"/>
          </a:solidFill>
          <a:ln w="10795">
            <a:solidFill>
              <a:srgbClr val="E1E1E1"/>
            </a:solidFill>
            <a:prstDash val="solid"/>
          </a:ln>
        </p:spPr>
      </p:sp>
      <p:sp>
        <p:nvSpPr>
          <p:cNvPr id="55" name="Shape 53"/>
          <p:cNvSpPr/>
          <p:nvPr/>
        </p:nvSpPr>
        <p:spPr>
          <a:xfrm>
            <a:off x="8356391" y="3289218"/>
            <a:ext cx="101597" cy="101597"/>
          </a:xfrm>
          <a:prstGeom prst="ellipse">
            <a:avLst/>
          </a:prstGeom>
          <a:solidFill>
            <a:srgbClr val="FFFFFF"/>
          </a:solidFill>
          <a:ln w="10795">
            <a:solidFill>
              <a:srgbClr val="E1E1E1"/>
            </a:solidFill>
            <a:prstDash val="solid"/>
          </a:ln>
        </p:spPr>
      </p:sp>
      <p:sp>
        <p:nvSpPr>
          <p:cNvPr id="56" name="Shape 54"/>
          <p:cNvSpPr/>
          <p:nvPr/>
        </p:nvSpPr>
        <p:spPr>
          <a:xfrm>
            <a:off x="8038899" y="3187620"/>
            <a:ext cx="101597" cy="101597"/>
          </a:xfrm>
          <a:prstGeom prst="ellipse">
            <a:avLst/>
          </a:prstGeom>
          <a:solidFill>
            <a:srgbClr val="FFFFFF"/>
          </a:solidFill>
          <a:ln w="10795">
            <a:solidFill>
              <a:srgbClr val="E1E1E1"/>
            </a:solidFill>
            <a:prstDash val="solid"/>
          </a:ln>
        </p:spPr>
      </p:sp>
      <p:sp>
        <p:nvSpPr>
          <p:cNvPr id="57" name="Shape 55"/>
          <p:cNvSpPr/>
          <p:nvPr/>
        </p:nvSpPr>
        <p:spPr>
          <a:xfrm>
            <a:off x="8800880" y="3416215"/>
            <a:ext cx="-228594" cy="203195"/>
          </a:xfrm>
          <a:prstGeom prst="line">
            <a:avLst/>
          </a:prstGeom>
          <a:noFill/>
          <a:ln w="15240">
            <a:solidFill>
              <a:srgbClr val="1A1A16"/>
            </a:solidFill>
            <a:prstDash val="solid"/>
          </a:ln>
        </p:spPr>
      </p:sp>
      <p:sp>
        <p:nvSpPr>
          <p:cNvPr id="58" name="Shape 56"/>
          <p:cNvSpPr/>
          <p:nvPr/>
        </p:nvSpPr>
        <p:spPr>
          <a:xfrm>
            <a:off x="8800880" y="3416215"/>
            <a:ext cx="368291" cy="69848"/>
          </a:xfrm>
          <a:prstGeom prst="line">
            <a:avLst/>
          </a:prstGeom>
          <a:noFill/>
          <a:ln w="15240">
            <a:solidFill>
              <a:srgbClr val="1A1A16"/>
            </a:solidFill>
            <a:prstDash val="solid"/>
          </a:ln>
        </p:spPr>
      </p:sp>
      <p:sp>
        <p:nvSpPr>
          <p:cNvPr id="59" name="Shape 57"/>
          <p:cNvSpPr/>
          <p:nvPr/>
        </p:nvSpPr>
        <p:spPr>
          <a:xfrm>
            <a:off x="8572286" y="3619410"/>
            <a:ext cx="406390" cy="114297"/>
          </a:xfrm>
          <a:prstGeom prst="line">
            <a:avLst/>
          </a:prstGeom>
          <a:noFill/>
          <a:ln w="15240">
            <a:solidFill>
              <a:srgbClr val="1A1A16"/>
            </a:solidFill>
            <a:prstDash val="solid"/>
          </a:ln>
        </p:spPr>
      </p:sp>
      <p:sp>
        <p:nvSpPr>
          <p:cNvPr id="60" name="Shape 58"/>
          <p:cNvSpPr/>
          <p:nvPr/>
        </p:nvSpPr>
        <p:spPr>
          <a:xfrm>
            <a:off x="9169171" y="3486063"/>
            <a:ext cx="-190495" cy="247644"/>
          </a:xfrm>
          <a:prstGeom prst="line">
            <a:avLst/>
          </a:prstGeom>
          <a:noFill/>
          <a:ln w="15240">
            <a:solidFill>
              <a:srgbClr val="1A1A16"/>
            </a:solidFill>
            <a:prstDash val="solid"/>
          </a:ln>
        </p:spPr>
      </p:sp>
      <p:sp>
        <p:nvSpPr>
          <p:cNvPr id="61" name="Shape 59"/>
          <p:cNvSpPr/>
          <p:nvPr/>
        </p:nvSpPr>
        <p:spPr>
          <a:xfrm>
            <a:off x="8521487" y="3568611"/>
            <a:ext cx="101597" cy="101597"/>
          </a:xfrm>
          <a:prstGeom prst="ellipse">
            <a:avLst/>
          </a:prstGeom>
          <a:solidFill>
            <a:srgbClr val="FFFFFF"/>
          </a:solidFill>
          <a:ln w="17780">
            <a:solidFill>
              <a:srgbClr val="1A1A16"/>
            </a:solidFill>
            <a:prstDash val="solid"/>
          </a:ln>
        </p:spPr>
      </p:sp>
      <p:sp>
        <p:nvSpPr>
          <p:cNvPr id="62" name="Shape 60"/>
          <p:cNvSpPr/>
          <p:nvPr/>
        </p:nvSpPr>
        <p:spPr>
          <a:xfrm>
            <a:off x="8750081" y="3365416"/>
            <a:ext cx="101597" cy="101597"/>
          </a:xfrm>
          <a:prstGeom prst="ellipse">
            <a:avLst/>
          </a:prstGeom>
          <a:solidFill>
            <a:srgbClr val="FFFFFF"/>
          </a:solidFill>
          <a:ln w="17780">
            <a:solidFill>
              <a:srgbClr val="1A1A16"/>
            </a:solidFill>
            <a:prstDash val="solid"/>
          </a:ln>
        </p:spPr>
      </p:sp>
      <p:sp>
        <p:nvSpPr>
          <p:cNvPr id="63" name="Shape 61"/>
          <p:cNvSpPr/>
          <p:nvPr/>
        </p:nvSpPr>
        <p:spPr>
          <a:xfrm>
            <a:off x="8927877" y="3682908"/>
            <a:ext cx="101597" cy="101597"/>
          </a:xfrm>
          <a:prstGeom prst="ellipse">
            <a:avLst/>
          </a:prstGeom>
          <a:solidFill>
            <a:srgbClr val="FFFFFF"/>
          </a:solidFill>
          <a:ln w="17780">
            <a:solidFill>
              <a:srgbClr val="1A1A16"/>
            </a:solidFill>
            <a:prstDash val="solid"/>
          </a:ln>
        </p:spPr>
      </p:sp>
      <p:sp>
        <p:nvSpPr>
          <p:cNvPr id="64" name="Shape 62"/>
          <p:cNvSpPr/>
          <p:nvPr/>
        </p:nvSpPr>
        <p:spPr>
          <a:xfrm>
            <a:off x="9092973" y="3409865"/>
            <a:ext cx="152396" cy="152396"/>
          </a:xfrm>
          <a:prstGeom prst="ellipse">
            <a:avLst/>
          </a:prstGeom>
          <a:solidFill>
            <a:srgbClr val="FFFFFF"/>
          </a:solidFill>
          <a:ln w="17780">
            <a:solidFill>
              <a:srgbClr val="1A1A16"/>
            </a:solidFill>
            <a:prstDash val="solid"/>
          </a:ln>
        </p:spPr>
      </p:sp>
      <p:sp>
        <p:nvSpPr>
          <p:cNvPr id="65" name="Shape 63"/>
          <p:cNvSpPr/>
          <p:nvPr/>
        </p:nvSpPr>
        <p:spPr>
          <a:xfrm>
            <a:off x="9842254" y="2444689"/>
            <a:ext cx="1904952" cy="1460463"/>
          </a:xfrm>
          <a:prstGeom prst="rect">
            <a:avLst/>
          </a:prstGeom>
          <a:ln w="12700">
            <a:solidFill>
              <a:srgbClr val="1A1A16"/>
            </a:solidFill>
            <a:prstDash val="solid"/>
          </a:ln>
        </p:spPr>
      </p:sp>
      <p:sp>
        <p:nvSpPr>
          <p:cNvPr id="66" name="Text 64"/>
          <p:cNvSpPr txBox="1"/>
          <p:nvPr/>
        </p:nvSpPr>
        <p:spPr>
          <a:xfrm>
            <a:off x="9994650" y="2609785"/>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auto-</a:t>
            </a:r>
            <a:endParaRPr lang="en-US" sz="1500" dirty="0"/>
          </a:p>
        </p:txBody>
      </p:sp>
      <p:sp>
        <p:nvSpPr>
          <p:cNvPr id="67" name="Text 65"/>
          <p:cNvSpPr txBox="1"/>
          <p:nvPr/>
        </p:nvSpPr>
        <p:spPr>
          <a:xfrm>
            <a:off x="9994650" y="2851079"/>
            <a:ext cx="1600160"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formalization</a:t>
            </a:r>
            <a:endParaRPr lang="en-US" sz="1500" dirty="0"/>
          </a:p>
        </p:txBody>
      </p:sp>
      <p:sp>
        <p:nvSpPr>
          <p:cNvPr id="68" name="Text 66"/>
          <p:cNvSpPr txBox="1"/>
          <p:nvPr/>
        </p:nvSpPr>
        <p:spPr>
          <a:xfrm>
            <a:off x="9994650" y="3143171"/>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a kernel does not</a:t>
            </a:r>
            <a:endParaRPr lang="en-US" sz="1050" dirty="0"/>
          </a:p>
        </p:txBody>
      </p:sp>
      <p:sp>
        <p:nvSpPr>
          <p:cNvPr id="69" name="Text 67"/>
          <p:cNvSpPr txBox="1"/>
          <p:nvPr/>
        </p:nvSpPr>
        <p:spPr>
          <a:xfrm>
            <a:off x="9994650" y="3333667"/>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negotiate, and it</a:t>
            </a:r>
            <a:endParaRPr lang="en-US" sz="1050" dirty="0"/>
          </a:p>
        </p:txBody>
      </p:sp>
      <p:sp>
        <p:nvSpPr>
          <p:cNvPr id="70" name="Text 68"/>
          <p:cNvSpPr txBox="1"/>
          <p:nvPr/>
        </p:nvSpPr>
        <p:spPr>
          <a:xfrm>
            <a:off x="9994650" y="3524162"/>
            <a:ext cx="1600160" cy="226689"/>
          </a:xfrm>
          <a:prstGeom prst="rect">
            <a:avLst/>
          </a:prstGeom>
          <a:noFill/>
          <a:ln/>
        </p:spPr>
        <p:txBody>
          <a:bodyPr wrap="square" lIns="0" tIns="0" rIns="0" bIns="0" rtlCol="0" anchor="t"/>
          <a:lstStyle/>
          <a:p>
            <a:pPr algn="l" indent="0" marL="0">
              <a:buNone/>
            </a:pPr>
            <a:r>
              <a:rPr lang="en-US" sz="1050" dirty="0">
                <a:solidFill>
                  <a:srgbClr val="8A8A80"/>
                </a:solidFill>
                <a:latin typeface="Calibri" pitchFamily="34" charset="0"/>
                <a:ea typeface="Calibri" pitchFamily="34" charset="-122"/>
                <a:cs typeface="Calibri" pitchFamily="34" charset="-120"/>
              </a:rPr>
              <a:t>does not tire.</a:t>
            </a:r>
            <a:endParaRPr lang="en-US" sz="1050" dirty="0"/>
          </a:p>
        </p:txBody>
      </p:sp>
      <p:sp>
        <p:nvSpPr>
          <p:cNvPr id="71" name="Shape 69"/>
          <p:cNvSpPr/>
          <p:nvPr/>
        </p:nvSpPr>
        <p:spPr>
          <a:xfrm>
            <a:off x="2438339" y="3174921"/>
            <a:ext cx="266693" cy="0"/>
          </a:xfrm>
          <a:prstGeom prst="line">
            <a:avLst/>
          </a:prstGeom>
          <a:noFill/>
          <a:ln w="12700">
            <a:solidFill>
              <a:srgbClr val="1A1A16"/>
            </a:solidFill>
            <a:prstDash val="solid"/>
            <a:tailEnd type="triangle"/>
          </a:ln>
        </p:spPr>
      </p:sp>
      <p:sp>
        <p:nvSpPr>
          <p:cNvPr id="72" name="Shape 70"/>
          <p:cNvSpPr/>
          <p:nvPr/>
        </p:nvSpPr>
        <p:spPr>
          <a:xfrm>
            <a:off x="4787780" y="3174921"/>
            <a:ext cx="266693" cy="0"/>
          </a:xfrm>
          <a:prstGeom prst="line">
            <a:avLst/>
          </a:prstGeom>
          <a:noFill/>
          <a:ln w="12700">
            <a:solidFill>
              <a:srgbClr val="1A1A16"/>
            </a:solidFill>
            <a:prstDash val="solid"/>
            <a:tailEnd type="triangle"/>
          </a:ln>
        </p:spPr>
      </p:sp>
      <p:sp>
        <p:nvSpPr>
          <p:cNvPr id="73" name="Shape 71"/>
          <p:cNvSpPr/>
          <p:nvPr/>
        </p:nvSpPr>
        <p:spPr>
          <a:xfrm>
            <a:off x="7137222" y="3174921"/>
            <a:ext cx="266693" cy="0"/>
          </a:xfrm>
          <a:prstGeom prst="line">
            <a:avLst/>
          </a:prstGeom>
          <a:noFill/>
          <a:ln w="12700">
            <a:solidFill>
              <a:srgbClr val="1A1A16"/>
            </a:solidFill>
            <a:prstDash val="solid"/>
            <a:tailEnd type="triangle"/>
          </a:ln>
        </p:spPr>
      </p:sp>
      <p:sp>
        <p:nvSpPr>
          <p:cNvPr id="74" name="Shape 72"/>
          <p:cNvSpPr/>
          <p:nvPr/>
        </p:nvSpPr>
        <p:spPr>
          <a:xfrm>
            <a:off x="9486663" y="3174921"/>
            <a:ext cx="266693" cy="0"/>
          </a:xfrm>
          <a:prstGeom prst="line">
            <a:avLst/>
          </a:prstGeom>
          <a:noFill/>
          <a:ln w="12700">
            <a:solidFill>
              <a:srgbClr val="1A1A16"/>
            </a:solidFill>
            <a:prstDash val="solid"/>
            <a:tailEnd type="triangle"/>
          </a:ln>
        </p:spPr>
      </p:sp>
      <p:sp>
        <p:nvSpPr>
          <p:cNvPr id="75" name="Shape 73"/>
          <p:cNvSpPr/>
          <p:nvPr/>
        </p:nvSpPr>
        <p:spPr>
          <a:xfrm>
            <a:off x="10794730" y="3905152"/>
            <a:ext cx="0" cy="387340"/>
          </a:xfrm>
          <a:prstGeom prst="line">
            <a:avLst/>
          </a:prstGeom>
          <a:noFill/>
          <a:ln w="12700">
            <a:solidFill>
              <a:srgbClr val="1A1A16"/>
            </a:solidFill>
            <a:prstDash val="solid"/>
          </a:ln>
        </p:spPr>
      </p:sp>
      <p:sp>
        <p:nvSpPr>
          <p:cNvPr id="76" name="Shape 74"/>
          <p:cNvSpPr/>
          <p:nvPr/>
        </p:nvSpPr>
        <p:spPr>
          <a:xfrm>
            <a:off x="8778656" y="4292493"/>
            <a:ext cx="2063698" cy="0"/>
          </a:xfrm>
          <a:prstGeom prst="line">
            <a:avLst/>
          </a:prstGeom>
          <a:noFill/>
          <a:ln w="12700">
            <a:solidFill>
              <a:srgbClr val="1A1A16"/>
            </a:solidFill>
            <a:prstDash val="solid"/>
          </a:ln>
        </p:spPr>
      </p:sp>
      <p:sp>
        <p:nvSpPr>
          <p:cNvPr id="77" name="Shape 75"/>
          <p:cNvSpPr/>
          <p:nvPr/>
        </p:nvSpPr>
        <p:spPr>
          <a:xfrm>
            <a:off x="8778656" y="4292493"/>
            <a:ext cx="0" cy="222244"/>
          </a:xfrm>
          <a:prstGeom prst="line">
            <a:avLst/>
          </a:prstGeom>
          <a:noFill/>
          <a:ln w="12700">
            <a:solidFill>
              <a:srgbClr val="1A1A16"/>
            </a:solidFill>
            <a:prstDash val="solid"/>
            <a:tailEnd type="triangle"/>
          </a:ln>
        </p:spPr>
      </p:sp>
      <p:sp>
        <p:nvSpPr>
          <p:cNvPr id="78" name="Shape 76"/>
          <p:cNvSpPr/>
          <p:nvPr/>
        </p:nvSpPr>
        <p:spPr>
          <a:xfrm>
            <a:off x="10842354" y="4292493"/>
            <a:ext cx="0" cy="222244"/>
          </a:xfrm>
          <a:prstGeom prst="line">
            <a:avLst/>
          </a:prstGeom>
          <a:noFill/>
          <a:ln w="12700">
            <a:solidFill>
              <a:srgbClr val="1A1A16"/>
            </a:solidFill>
            <a:prstDash val="solid"/>
            <a:tailEnd type="triangle"/>
          </a:ln>
        </p:spPr>
      </p:sp>
      <p:sp>
        <p:nvSpPr>
          <p:cNvPr id="79" name="Shape 77"/>
          <p:cNvSpPr/>
          <p:nvPr/>
        </p:nvSpPr>
        <p:spPr>
          <a:xfrm>
            <a:off x="7937302" y="4603635"/>
            <a:ext cx="1682708" cy="952476"/>
          </a:xfrm>
          <a:prstGeom prst="rect">
            <a:avLst/>
          </a:prstGeom>
          <a:ln w="12700">
            <a:solidFill>
              <a:srgbClr val="1A1A16"/>
            </a:solidFill>
            <a:prstDash val="solid"/>
          </a:ln>
        </p:spPr>
      </p:sp>
      <p:sp>
        <p:nvSpPr>
          <p:cNvPr id="80" name="Text 78"/>
          <p:cNvSpPr txBox="1"/>
          <p:nvPr/>
        </p:nvSpPr>
        <p:spPr>
          <a:xfrm>
            <a:off x="8076998" y="4781430"/>
            <a:ext cx="1403315" cy="323842"/>
          </a:xfrm>
          <a:prstGeom prst="rect">
            <a:avLst/>
          </a:prstGeom>
          <a:noFill/>
          <a:ln/>
        </p:spPr>
        <p:txBody>
          <a:bodyPr wrap="square" lIns="0" tIns="0" rIns="0" bIns="0" rtlCol="0" anchor="t"/>
          <a:lstStyle/>
          <a:p>
            <a:pPr algn="l" indent="0" marL="0">
              <a:buNone/>
            </a:pPr>
            <a:r>
              <a:rPr lang="en-US" sz="1500" dirty="0">
                <a:solidFill>
                  <a:srgbClr val="1A1A16"/>
                </a:solidFill>
                <a:latin typeface="Calibri" pitchFamily="34" charset="0"/>
                <a:ea typeface="Calibri" pitchFamily="34" charset="-122"/>
                <a:cs typeface="Calibri" pitchFamily="34" charset="-120"/>
              </a:rPr>
              <a:t>it holds</a:t>
            </a:r>
            <a:endParaRPr lang="en-US" sz="1500" dirty="0"/>
          </a:p>
        </p:txBody>
      </p:sp>
      <p:sp>
        <p:nvSpPr>
          <p:cNvPr id="81" name="Text 79"/>
          <p:cNvSpPr txBox="1"/>
          <p:nvPr/>
        </p:nvSpPr>
        <p:spPr>
          <a:xfrm>
            <a:off x="8076998" y="5098923"/>
            <a:ext cx="1403315"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every step</a:t>
            </a:r>
            <a:endParaRPr lang="en-US" sz="1000" dirty="0"/>
          </a:p>
        </p:txBody>
      </p:sp>
      <p:sp>
        <p:nvSpPr>
          <p:cNvPr id="82" name="Text 80"/>
          <p:cNvSpPr txBox="1"/>
          <p:nvPr/>
        </p:nvSpPr>
        <p:spPr>
          <a:xfrm>
            <a:off x="8076998" y="5276718"/>
            <a:ext cx="1403315"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was accepted</a:t>
            </a:r>
            <a:endParaRPr lang="en-US" sz="1000" dirty="0"/>
          </a:p>
        </p:txBody>
      </p:sp>
      <p:sp>
        <p:nvSpPr>
          <p:cNvPr id="83" name="Shape 81"/>
          <p:cNvSpPr/>
          <p:nvPr/>
        </p:nvSpPr>
        <p:spPr>
          <a:xfrm>
            <a:off x="9937502" y="4603635"/>
            <a:ext cx="1809705" cy="952476"/>
          </a:xfrm>
          <a:prstGeom prst="rect">
            <a:avLst/>
          </a:prstGeom>
          <a:ln w="22859">
            <a:solidFill>
              <a:srgbClr val="1A1A16"/>
            </a:solidFill>
            <a:prstDash val="solid"/>
          </a:ln>
        </p:spPr>
      </p:sp>
      <p:sp>
        <p:nvSpPr>
          <p:cNvPr id="84" name="Text 82"/>
          <p:cNvSpPr txBox="1"/>
          <p:nvPr/>
        </p:nvSpPr>
        <p:spPr>
          <a:xfrm>
            <a:off x="10077198" y="4781430"/>
            <a:ext cx="1530312" cy="323842"/>
          </a:xfrm>
          <a:prstGeom prst="rect">
            <a:avLst/>
          </a:prstGeom>
          <a:noFill/>
          <a:ln/>
        </p:spPr>
        <p:txBody>
          <a:bodyPr wrap="square" lIns="0" tIns="0" rIns="0" bIns="0" rtlCol="0" anchor="t"/>
          <a:lstStyle/>
          <a:p>
            <a:pPr algn="l" indent="0" marL="0">
              <a:buNone/>
            </a:pPr>
            <a:r>
              <a:rPr lang="en-US" sz="1500" b="1" dirty="0">
                <a:solidFill>
                  <a:srgbClr val="1A1A16"/>
                </a:solidFill>
                <a:latin typeface="Calibri" pitchFamily="34" charset="0"/>
                <a:ea typeface="Calibri" pitchFamily="34" charset="-122"/>
                <a:cs typeface="Calibri" pitchFamily="34" charset="-120"/>
              </a:rPr>
              <a:t>it does not</a:t>
            </a:r>
            <a:endParaRPr lang="en-US" sz="1500" dirty="0"/>
          </a:p>
        </p:txBody>
      </p:sp>
      <p:sp>
        <p:nvSpPr>
          <p:cNvPr id="85" name="Text 83"/>
          <p:cNvSpPr txBox="1"/>
          <p:nvPr/>
        </p:nvSpPr>
        <p:spPr>
          <a:xfrm>
            <a:off x="10077198" y="5098923"/>
            <a:ext cx="1530312"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and it names</a:t>
            </a:r>
            <a:endParaRPr lang="en-US" sz="1000" dirty="0"/>
          </a:p>
        </p:txBody>
      </p:sp>
      <p:sp>
        <p:nvSpPr>
          <p:cNvPr id="86" name="Text 84"/>
          <p:cNvSpPr txBox="1"/>
          <p:nvPr/>
        </p:nvSpPr>
        <p:spPr>
          <a:xfrm>
            <a:off x="10077198" y="5276718"/>
            <a:ext cx="1530312"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what is missing</a:t>
            </a:r>
            <a:endParaRPr lang="en-US" sz="1000" dirty="0"/>
          </a:p>
        </p:txBody>
      </p:sp>
      <p:sp>
        <p:nvSpPr>
          <p:cNvPr id="87" name="Shape 85"/>
          <p:cNvSpPr/>
          <p:nvPr/>
        </p:nvSpPr>
        <p:spPr>
          <a:xfrm>
            <a:off x="10842354" y="5556111"/>
            <a:ext cx="0" cy="527037"/>
          </a:xfrm>
          <a:prstGeom prst="line">
            <a:avLst/>
          </a:prstGeom>
          <a:noFill/>
          <a:ln w="12700">
            <a:solidFill>
              <a:srgbClr val="1A1A16"/>
            </a:solidFill>
            <a:prstDash val="solid"/>
          </a:ln>
        </p:spPr>
      </p:sp>
      <p:sp>
        <p:nvSpPr>
          <p:cNvPr id="88" name="Shape 86"/>
          <p:cNvSpPr/>
          <p:nvPr/>
        </p:nvSpPr>
        <p:spPr>
          <a:xfrm>
            <a:off x="3746406" y="6083148"/>
            <a:ext cx="7095948" cy="0"/>
          </a:xfrm>
          <a:prstGeom prst="line">
            <a:avLst/>
          </a:prstGeom>
          <a:noFill/>
          <a:ln w="12700">
            <a:solidFill>
              <a:srgbClr val="1A1A16"/>
            </a:solidFill>
            <a:prstDash val="solid"/>
          </a:ln>
        </p:spPr>
      </p:sp>
      <p:sp>
        <p:nvSpPr>
          <p:cNvPr id="89" name="Shape 87"/>
          <p:cNvSpPr/>
          <p:nvPr/>
        </p:nvSpPr>
        <p:spPr>
          <a:xfrm>
            <a:off x="3746406" y="3994050"/>
            <a:ext cx="0" cy="2089098"/>
          </a:xfrm>
          <a:prstGeom prst="line">
            <a:avLst/>
          </a:prstGeom>
          <a:noFill/>
          <a:ln w="12700">
            <a:solidFill>
              <a:srgbClr val="1A1A16"/>
            </a:solidFill>
            <a:prstDash val="solid"/>
            <a:headEnd type="triangle"/>
          </a:ln>
        </p:spPr>
      </p:sp>
      <p:sp>
        <p:nvSpPr>
          <p:cNvPr id="90" name="Text 88"/>
          <p:cNvSpPr txBox="1"/>
          <p:nvPr/>
        </p:nvSpPr>
        <p:spPr>
          <a:xfrm>
            <a:off x="3911502" y="5867253"/>
            <a:ext cx="3555911"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what is missing goes back in</a:t>
            </a:r>
            <a:endParaRPr lang="en-US" sz="1000" dirty="0"/>
          </a:p>
        </p:txBody>
      </p:sp>
      <p:sp>
        <p:nvSpPr>
          <p:cNvPr id="91" name="Text 89"/>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IT HOLDS · OR WHAT IS MISSING GOES BACK IN</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322539" y="605416"/>
            <a:ext cx="9543171"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math-claim-ir  ·  the theorem this chain ends at</a:t>
            </a:r>
            <a:endParaRPr lang="en-US" sz="1160" dirty="0"/>
          </a:p>
        </p:txBody>
      </p:sp>
      <p:sp>
        <p:nvSpPr>
          <p:cNvPr id="3" name="Text 1"/>
          <p:cNvSpPr txBox="1"/>
          <p:nvPr/>
        </p:nvSpPr>
        <p:spPr>
          <a:xfrm>
            <a:off x="1322539" y="924995"/>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claim.id</a:t>
            </a:r>
            <a:endParaRPr lang="en-US" sz="1160" dirty="0"/>
          </a:p>
        </p:txBody>
      </p:sp>
      <p:sp>
        <p:nvSpPr>
          <p:cNvPr id="4" name="Text 2"/>
          <p:cNvSpPr txBox="1"/>
          <p:nvPr/>
        </p:nvSpPr>
        <p:spPr>
          <a:xfrm>
            <a:off x="3914511" y="924995"/>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closed-form-equality</a:t>
            </a:r>
            <a:endParaRPr lang="en-US" sz="1160" dirty="0"/>
          </a:p>
        </p:txBody>
      </p:sp>
      <p:sp>
        <p:nvSpPr>
          <p:cNvPr id="5" name="Text 3"/>
          <p:cNvSpPr txBox="1"/>
          <p:nvPr/>
        </p:nvSpPr>
        <p:spPr>
          <a:xfrm>
            <a:off x="1322539" y="1131174"/>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statement_kind</a:t>
            </a:r>
            <a:endParaRPr lang="en-US" sz="1160" dirty="0"/>
          </a:p>
        </p:txBody>
      </p:sp>
      <p:sp>
        <p:nvSpPr>
          <p:cNvPr id="6" name="Text 4"/>
          <p:cNvSpPr txBox="1"/>
          <p:nvPr/>
        </p:nvSpPr>
        <p:spPr>
          <a:xfrm>
            <a:off x="3914511" y="1131174"/>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theorem</a:t>
            </a:r>
            <a:endParaRPr lang="en-US" sz="1160" dirty="0"/>
          </a:p>
        </p:txBody>
      </p:sp>
      <p:sp>
        <p:nvSpPr>
          <p:cNvPr id="7" name="Text 5"/>
          <p:cNvSpPr txBox="1"/>
          <p:nvPr/>
        </p:nvSpPr>
        <p:spPr>
          <a:xfrm>
            <a:off x="1322539" y="1337354"/>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source.occurrence_work</a:t>
            </a:r>
            <a:endParaRPr lang="en-US" sz="1160" dirty="0"/>
          </a:p>
        </p:txBody>
      </p:sp>
      <p:sp>
        <p:nvSpPr>
          <p:cNvPr id="8" name="Text 6"/>
          <p:cNvSpPr txBox="1"/>
          <p:nvPr/>
        </p:nvSpPr>
        <p:spPr>
          <a:xfrm>
            <a:off x="3914511" y="1337354"/>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arxiv:2607.26154v1</a:t>
            </a:r>
            <a:endParaRPr lang="en-US" sz="1160" dirty="0"/>
          </a:p>
        </p:txBody>
      </p:sp>
      <p:sp>
        <p:nvSpPr>
          <p:cNvPr id="9" name="Text 7"/>
          <p:cNvSpPr txBox="1"/>
          <p:nvPr/>
        </p:nvSpPr>
        <p:spPr>
          <a:xfrm>
            <a:off x="1322539" y="1656932"/>
            <a:ext cx="9543171"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as the paper states it</a:t>
            </a:r>
            <a:endParaRPr lang="en-US" sz="1160" dirty="0"/>
          </a:p>
        </p:txBody>
      </p:sp>
      <p:sp>
        <p:nvSpPr>
          <p:cNvPr id="10" name="Text 8"/>
          <p:cNvSpPr txBox="1"/>
          <p:nvPr/>
        </p:nvSpPr>
        <p:spPr>
          <a:xfrm>
            <a:off x="1422212" y="1863112"/>
            <a:ext cx="9543171"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RoM_M(rho) = max( 1, max_Q sum_{P in Q} |tr(P rho)| )</a:t>
            </a:r>
            <a:endParaRPr lang="en-US" sz="1160" dirty="0"/>
          </a:p>
        </p:txBody>
      </p:sp>
      <p:sp>
        <p:nvSpPr>
          <p:cNvPr id="11" name="Shape 9"/>
          <p:cNvSpPr/>
          <p:nvPr/>
        </p:nvSpPr>
        <p:spPr>
          <a:xfrm>
            <a:off x="1322539" y="2246017"/>
            <a:ext cx="9543171" cy="0"/>
          </a:xfrm>
          <a:prstGeom prst="line">
            <a:avLst/>
          </a:prstGeom>
          <a:noFill/>
          <a:ln w="7069">
            <a:solidFill>
              <a:srgbClr val="1A1A16"/>
            </a:solidFill>
            <a:prstDash val="solid"/>
          </a:ln>
        </p:spPr>
      </p:sp>
      <p:sp>
        <p:nvSpPr>
          <p:cNvPr id="12" name="Text 10"/>
          <p:cNvSpPr txBox="1"/>
          <p:nvPr/>
        </p:nvSpPr>
        <p:spPr>
          <a:xfrm>
            <a:off x="1322539" y="2288726"/>
            <a:ext cx="9543171"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structured_statement  —  what that one sentence actually contains</a:t>
            </a:r>
            <a:endParaRPr lang="en-US" sz="1160" dirty="0"/>
          </a:p>
        </p:txBody>
      </p:sp>
      <p:sp>
        <p:nvSpPr>
          <p:cNvPr id="13" name="Text 11"/>
          <p:cNvSpPr txBox="1"/>
          <p:nvPr/>
        </p:nvSpPr>
        <p:spPr>
          <a:xfrm>
            <a:off x="1322539" y="2608304"/>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assumptions.explicit</a:t>
            </a:r>
            <a:endParaRPr lang="en-US" sz="1160" dirty="0"/>
          </a:p>
        </p:txBody>
      </p:sp>
      <p:sp>
        <p:nvSpPr>
          <p:cNvPr id="14" name="Text 12"/>
          <p:cNvSpPr txBox="1"/>
          <p:nvPr/>
        </p:nvSpPr>
        <p:spPr>
          <a:xfrm>
            <a:off x="3914511" y="2608304"/>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M has no active dependencies</a:t>
            </a:r>
            <a:endParaRPr lang="en-US" sz="1160" dirty="0"/>
          </a:p>
        </p:txBody>
      </p:sp>
      <p:sp>
        <p:nvSpPr>
          <p:cNvPr id="15" name="Text 13"/>
          <p:cNvSpPr txBox="1"/>
          <p:nvPr/>
        </p:nvSpPr>
        <p:spPr>
          <a:xfrm>
            <a:off x="3914511" y="2814484"/>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G_M is perfect</a:t>
            </a:r>
            <a:endParaRPr lang="en-US" sz="1160" dirty="0"/>
          </a:p>
        </p:txBody>
      </p:sp>
      <p:sp>
        <p:nvSpPr>
          <p:cNvPr id="16" name="Text 14"/>
          <p:cNvSpPr txBox="1"/>
          <p:nvPr/>
        </p:nvSpPr>
        <p:spPr>
          <a:xfrm>
            <a:off x="1322539" y="3020663"/>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assumptions.source_implicit</a:t>
            </a:r>
            <a:endParaRPr lang="en-US" sz="1160" dirty="0"/>
          </a:p>
        </p:txBody>
      </p:sp>
      <p:sp>
        <p:nvSpPr>
          <p:cNvPr id="17" name="Text 15"/>
          <p:cNvSpPr txBox="1"/>
          <p:nvPr/>
        </p:nvSpPr>
        <p:spPr>
          <a:xfrm>
            <a:off x="3914511" y="3020663"/>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m &gt;= 1     found in the PROOF, not the statement</a:t>
            </a:r>
            <a:endParaRPr lang="en-US" sz="1160" dirty="0"/>
          </a:p>
        </p:txBody>
      </p:sp>
      <p:sp>
        <p:nvSpPr>
          <p:cNvPr id="18" name="Text 16"/>
          <p:cNvSpPr txBox="1"/>
          <p:nvPr/>
        </p:nvSpPr>
        <p:spPr>
          <a:xfrm>
            <a:off x="1322539" y="3226843"/>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quantifiers</a:t>
            </a:r>
            <a:endParaRPr lang="en-US" sz="1160" dirty="0"/>
          </a:p>
        </p:txBody>
      </p:sp>
      <p:sp>
        <p:nvSpPr>
          <p:cNvPr id="19" name="Text 17"/>
          <p:cNvSpPr txBox="1"/>
          <p:nvPr/>
        </p:nvSpPr>
        <p:spPr>
          <a:xfrm>
            <a:off x="3914511" y="3226843"/>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4  —  3 SOURCE_IMPLICIT (n, m, M),  1 SOURCE_EXPLICIT (rho)</a:t>
            </a:r>
            <a:endParaRPr lang="en-US" sz="1160" dirty="0"/>
          </a:p>
        </p:txBody>
      </p:sp>
      <p:sp>
        <p:nvSpPr>
          <p:cNvPr id="20" name="Text 18"/>
          <p:cNvSpPr txBox="1"/>
          <p:nvPr/>
        </p:nvSpPr>
        <p:spPr>
          <a:xfrm>
            <a:off x="1322539" y="3433022"/>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local_binders</a:t>
            </a:r>
            <a:endParaRPr lang="en-US" sz="1160" dirty="0"/>
          </a:p>
        </p:txBody>
      </p:sp>
      <p:sp>
        <p:nvSpPr>
          <p:cNvPr id="21" name="Text 19"/>
          <p:cNvSpPr txBox="1"/>
          <p:nvPr/>
        </p:nvSpPr>
        <p:spPr>
          <a:xfrm>
            <a:off x="3914511" y="3433022"/>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Q over Cliques(G_M)</a:t>
            </a:r>
            <a:endParaRPr lang="en-US" sz="1160" dirty="0"/>
          </a:p>
        </p:txBody>
      </p:sp>
      <p:sp>
        <p:nvSpPr>
          <p:cNvPr id="22" name="Text 20"/>
          <p:cNvSpPr txBox="1"/>
          <p:nvPr/>
        </p:nvSpPr>
        <p:spPr>
          <a:xfrm>
            <a:off x="1322539" y="3639202"/>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conventions</a:t>
            </a:r>
            <a:endParaRPr lang="en-US" sz="1160" dirty="0"/>
          </a:p>
        </p:txBody>
      </p:sp>
      <p:sp>
        <p:nvSpPr>
          <p:cNvPr id="23" name="Text 21"/>
          <p:cNvSpPr txBox="1"/>
          <p:nvPr/>
        </p:nvSpPr>
        <p:spPr>
          <a:xfrm>
            <a:off x="3914511" y="3639202"/>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The empty clique is allowed and contributes 0.</a:t>
            </a:r>
            <a:endParaRPr lang="en-US" sz="1160" dirty="0"/>
          </a:p>
        </p:txBody>
      </p:sp>
      <p:sp>
        <p:nvSpPr>
          <p:cNvPr id="24" name="Text 22"/>
          <p:cNvSpPr txBox="1"/>
          <p:nvPr/>
        </p:nvSpPr>
        <p:spPr>
          <a:xfrm>
            <a:off x="1322539" y="3845382"/>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conclusion</a:t>
            </a:r>
            <a:endParaRPr lang="en-US" sz="1160" dirty="0"/>
          </a:p>
        </p:txBody>
      </p:sp>
      <p:sp>
        <p:nvSpPr>
          <p:cNvPr id="25" name="Text 23"/>
          <p:cNvSpPr txBox="1"/>
          <p:nvPr/>
        </p:nvSpPr>
        <p:spPr>
          <a:xfrm>
            <a:off x="3914511" y="3845382"/>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RoM_M(rho) = max{ 1, max_{Q in Cliques(G_M)} sum_{P in Q} |tr(P rho)| }</a:t>
            </a:r>
            <a:endParaRPr lang="en-US" sz="1160" dirty="0"/>
          </a:p>
        </p:txBody>
      </p:sp>
      <p:sp>
        <p:nvSpPr>
          <p:cNvPr id="26" name="Shape 24"/>
          <p:cNvSpPr/>
          <p:nvPr/>
        </p:nvSpPr>
        <p:spPr>
          <a:xfrm>
            <a:off x="1322539" y="4228287"/>
            <a:ext cx="9543171" cy="0"/>
          </a:xfrm>
          <a:prstGeom prst="line">
            <a:avLst/>
          </a:prstGeom>
          <a:noFill/>
          <a:ln w="7069">
            <a:solidFill>
              <a:srgbClr val="1A1A16"/>
            </a:solidFill>
            <a:prstDash val="solid"/>
          </a:ln>
        </p:spPr>
      </p:sp>
      <p:sp>
        <p:nvSpPr>
          <p:cNvPr id="27" name="Text 25"/>
          <p:cNvSpPr txBox="1"/>
          <p:nvPr/>
        </p:nvSpPr>
        <p:spPr>
          <a:xfrm>
            <a:off x="1322539" y="4270995"/>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normalization.relation_to_source</a:t>
            </a:r>
            <a:endParaRPr lang="en-US" sz="1160" dirty="0"/>
          </a:p>
        </p:txBody>
      </p:sp>
      <p:sp>
        <p:nvSpPr>
          <p:cNvPr id="28" name="Text 26"/>
          <p:cNvSpPr txBox="1"/>
          <p:nvPr/>
        </p:nvSpPr>
        <p:spPr>
          <a:xfrm>
            <a:off x="3914511" y="4270995"/>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LOGICAL_FORM_EXPANDED</a:t>
            </a:r>
            <a:endParaRPr lang="en-US" sz="1160" dirty="0"/>
          </a:p>
        </p:txBody>
      </p:sp>
      <p:sp>
        <p:nvSpPr>
          <p:cNvPr id="29" name="Text 27"/>
          <p:cNvSpPr txBox="1"/>
          <p:nvPr/>
        </p:nvSpPr>
        <p:spPr>
          <a:xfrm>
            <a:off x="1322539" y="4477175"/>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normalization.unresolved_symbols</a:t>
            </a:r>
            <a:endParaRPr lang="en-US" sz="1160" dirty="0"/>
          </a:p>
        </p:txBody>
      </p:sp>
      <p:sp>
        <p:nvSpPr>
          <p:cNvPr id="30" name="Text 28"/>
          <p:cNvSpPr txBox="1"/>
          <p:nvPr/>
        </p:nvSpPr>
        <p:spPr>
          <a:xfrm>
            <a:off x="3914511" y="4477175"/>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 ]     nothing left unresolved</a:t>
            </a:r>
            <a:endParaRPr lang="en-US" sz="1160" dirty="0"/>
          </a:p>
        </p:txBody>
      </p:sp>
      <p:sp>
        <p:nvSpPr>
          <p:cNvPr id="31" name="Text 29"/>
          <p:cNvSpPr txBox="1"/>
          <p:nvPr/>
        </p:nvSpPr>
        <p:spPr>
          <a:xfrm>
            <a:off x="1322539" y="4796753"/>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claim.content_hash</a:t>
            </a:r>
            <a:endParaRPr lang="en-US" sz="1160" dirty="0"/>
          </a:p>
        </p:txBody>
      </p:sp>
      <p:sp>
        <p:nvSpPr>
          <p:cNvPr id="32" name="Text 30"/>
          <p:cNvSpPr txBox="1"/>
          <p:nvPr/>
        </p:nvSpPr>
        <p:spPr>
          <a:xfrm>
            <a:off x="3914511" y="4796753"/>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sha256:9168a6687534c0387f16decb4e334d18b…</a:t>
            </a:r>
            <a:endParaRPr lang="en-US" sz="1160" dirty="0"/>
          </a:p>
        </p:txBody>
      </p:sp>
      <p:sp>
        <p:nvSpPr>
          <p:cNvPr id="33" name="Text 31"/>
          <p:cNvSpPr txBox="1"/>
          <p:nvPr/>
        </p:nvSpPr>
        <p:spPr>
          <a:xfrm>
            <a:off x="1322539" y="5002933"/>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semantic_content_hash</a:t>
            </a:r>
            <a:endParaRPr lang="en-US" sz="1160" dirty="0"/>
          </a:p>
        </p:txBody>
      </p:sp>
      <p:sp>
        <p:nvSpPr>
          <p:cNvPr id="34" name="Text 32"/>
          <p:cNvSpPr txBox="1"/>
          <p:nvPr/>
        </p:nvSpPr>
        <p:spPr>
          <a:xfrm>
            <a:off x="3914511" y="5002933"/>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sha256:bfd91f0b1a13fec71d05f5e4e5f0e890c…</a:t>
            </a:r>
            <a:endParaRPr lang="en-US" sz="1160" dirty="0"/>
          </a:p>
        </p:txBody>
      </p:sp>
      <p:sp>
        <p:nvSpPr>
          <p:cNvPr id="35" name="Text 33"/>
          <p:cNvSpPr txBox="1"/>
          <p:nvPr/>
        </p:nvSpPr>
        <p:spPr>
          <a:xfrm>
            <a:off x="1322539" y="5209113"/>
            <a:ext cx="2533064" cy="250361"/>
          </a:xfrm>
          <a:prstGeom prst="rect">
            <a:avLst/>
          </a:prstGeom>
          <a:noFill/>
          <a:ln/>
        </p:spPr>
        <p:txBody>
          <a:bodyPr wrap="square" lIns="0" tIns="0" rIns="0" bIns="0" rtlCol="0" anchor="t"/>
          <a:lstStyle/>
          <a:p>
            <a:pPr algn="l" indent="0" marL="0">
              <a:buNone/>
            </a:pPr>
            <a:r>
              <a:rPr lang="en-US" sz="1160" dirty="0">
                <a:solidFill>
                  <a:srgbClr val="8A8A80"/>
                </a:solidFill>
                <a:latin typeface="Calibri" pitchFamily="34" charset="0"/>
                <a:ea typeface="Calibri" pitchFamily="34" charset="-122"/>
                <a:cs typeface="Calibri" pitchFamily="34" charset="-120"/>
              </a:rPr>
              <a:t>artifact.artifact_hash</a:t>
            </a:r>
            <a:endParaRPr lang="en-US" sz="1160" dirty="0"/>
          </a:p>
        </p:txBody>
      </p:sp>
      <p:sp>
        <p:nvSpPr>
          <p:cNvPr id="36" name="Text 34"/>
          <p:cNvSpPr txBox="1"/>
          <p:nvPr/>
        </p:nvSpPr>
        <p:spPr>
          <a:xfrm>
            <a:off x="3914511" y="5209113"/>
            <a:ext cx="7363558" cy="250361"/>
          </a:xfrm>
          <a:prstGeom prst="rect">
            <a:avLst/>
          </a:prstGeom>
          <a:noFill/>
          <a:ln/>
        </p:spPr>
        <p:txBody>
          <a:bodyPr wrap="square" lIns="0" tIns="0" rIns="0" bIns="0" rtlCol="0" anchor="t"/>
          <a:lstStyle/>
          <a:p>
            <a:pPr algn="l" indent="0" marL="0">
              <a:buNone/>
            </a:pPr>
            <a:r>
              <a:rPr lang="en-US" sz="1160" dirty="0">
                <a:solidFill>
                  <a:srgbClr val="1A1A16"/>
                </a:solidFill>
                <a:latin typeface="Calibri" pitchFamily="34" charset="0"/>
                <a:ea typeface="Calibri" pitchFamily="34" charset="-122"/>
                <a:cs typeface="Calibri" pitchFamily="34" charset="-120"/>
              </a:rPr>
              <a:t>sha256:46b60671563656ba0e1e919f833599a84…</a:t>
            </a:r>
            <a:endParaRPr lang="en-US" sz="1160" dirty="0"/>
          </a:p>
        </p:txBody>
      </p:sp>
      <p:sp>
        <p:nvSpPr>
          <p:cNvPr id="37" name="Shape 35"/>
          <p:cNvSpPr/>
          <p:nvPr/>
        </p:nvSpPr>
        <p:spPr>
          <a:xfrm>
            <a:off x="1322539" y="5592018"/>
            <a:ext cx="9543171" cy="0"/>
          </a:xfrm>
          <a:prstGeom prst="line">
            <a:avLst/>
          </a:prstGeom>
          <a:noFill/>
          <a:ln w="7069">
            <a:solidFill>
              <a:srgbClr val="1A1A16"/>
            </a:solidFill>
            <a:prstDash val="solid"/>
          </a:ln>
        </p:spPr>
      </p:sp>
      <p:sp>
        <p:nvSpPr>
          <p:cNvPr id="38" name="Text 36"/>
          <p:cNvSpPr txBox="1"/>
          <p:nvPr/>
        </p:nvSpPr>
        <p:spPr>
          <a:xfrm>
            <a:off x="1322539" y="5634726"/>
            <a:ext cx="9543171" cy="250361"/>
          </a:xfrm>
          <a:prstGeom prst="rect">
            <a:avLst/>
          </a:prstGeom>
          <a:noFill/>
          <a:ln/>
        </p:spPr>
        <p:txBody>
          <a:bodyPr wrap="square" lIns="0" tIns="0" rIns="0" bIns="0" rtlCol="0" anchor="t"/>
          <a:lstStyle/>
          <a:p>
            <a:pPr algn="l" indent="0" marL="0">
              <a:buNone/>
            </a:pPr>
            <a:r>
              <a:rPr lang="en-US" sz="1160" b="1" dirty="0">
                <a:solidFill>
                  <a:srgbClr val="1A1A16"/>
                </a:solidFill>
                <a:latin typeface="Calibri" pitchFamily="34" charset="0"/>
                <a:ea typeface="Calibri" pitchFamily="34" charset="-122"/>
                <a:cs typeface="Calibri" pitchFamily="34" charset="-120"/>
              </a:rPr>
              <a:t>one sentence in the paper. four quantifiers, three assumptions and a convention in the record.</a:t>
            </a:r>
            <a:endParaRPr lang="en-US" sz="1160" dirty="0"/>
          </a:p>
        </p:txBody>
      </p:sp>
      <p:sp>
        <p:nvSpPr>
          <p:cNvPr id="39" name="Text 37"/>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ONE MATH CLAIM  ·  NORMALIZED, HASHED, ANCHORED</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322539" y="616138"/>
            <a:ext cx="9543171"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lamport.json  ·  the structured proof the model returned</a:t>
            </a:r>
            <a:endParaRPr lang="en-US" sz="1067" dirty="0"/>
          </a:p>
        </p:txBody>
      </p:sp>
      <p:sp>
        <p:nvSpPr>
          <p:cNvPr id="3" name="Text 1"/>
          <p:cNvSpPr txBox="1"/>
          <p:nvPr/>
        </p:nvSpPr>
        <p:spPr>
          <a:xfrm>
            <a:off x="1383672" y="899193"/>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1. Fix a finite index type ι and coefficients x : ι → ℝ satisfying ∑ i, x i</a:t>
            </a:r>
            <a:endParaRPr lang="en-US" sz="1067" dirty="0"/>
          </a:p>
        </p:txBody>
      </p:sp>
      <p:sp>
        <p:nvSpPr>
          <p:cNvPr id="4" name="Text 2"/>
          <p:cNvSpPr txBox="1"/>
          <p:nvPr/>
        </p:nvSpPr>
        <p:spPr>
          <a:xfrm>
            <a:off x="1475371" y="1081809"/>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 1.</a:t>
            </a:r>
            <a:endParaRPr lang="en-US" sz="1067" dirty="0"/>
          </a:p>
        </p:txBody>
      </p:sp>
      <p:sp>
        <p:nvSpPr>
          <p:cNvPr id="5" name="Text 3"/>
          <p:cNvSpPr txBox="1"/>
          <p:nvPr/>
        </p:nvSpPr>
        <p:spPr>
          <a:xfrm>
            <a:off x="1383672" y="1264425"/>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2. Apply AgtXIv.RoM.normalized_l1 to x and the normalization hypothesis;</a:t>
            </a:r>
            <a:endParaRPr lang="en-US" sz="1067" dirty="0"/>
          </a:p>
        </p:txBody>
      </p:sp>
      <p:sp>
        <p:nvSpPr>
          <p:cNvPr id="6" name="Text 4"/>
          <p:cNvSpPr txBox="1"/>
          <p:nvPr/>
        </p:nvSpPr>
        <p:spPr>
          <a:xfrm>
            <a:off x="1475371" y="1447042"/>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project its first conjunct to obtain 1 ≤ AgtXIv.RoM.l1Cost x.</a:t>
            </a:r>
            <a:endParaRPr lang="en-US" sz="1067" dirty="0"/>
          </a:p>
        </p:txBody>
      </p:sp>
      <p:sp>
        <p:nvSpPr>
          <p:cNvPr id="7" name="Text 5"/>
          <p:cNvSpPr txBox="1"/>
          <p:nvPr/>
        </p:nvSpPr>
        <p:spPr>
          <a:xfrm>
            <a:off x="1383672" y="1629658"/>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3. Unfold l1Cost to express the bound as 1 ≤ ∑ i, |x i|.</a:t>
            </a:r>
            <a:endParaRPr lang="en-US" sz="1067" dirty="0"/>
          </a:p>
        </p:txBody>
      </p:sp>
      <p:sp>
        <p:nvSpPr>
          <p:cNvPr id="8" name="Shape 6"/>
          <p:cNvSpPr/>
          <p:nvPr/>
        </p:nvSpPr>
        <p:spPr>
          <a:xfrm>
            <a:off x="1322539" y="1965318"/>
            <a:ext cx="9543171" cy="0"/>
          </a:xfrm>
          <a:prstGeom prst="line">
            <a:avLst/>
          </a:prstGeom>
          <a:noFill/>
          <a:ln w="7069">
            <a:solidFill>
              <a:srgbClr val="1A1A16"/>
            </a:solidFill>
            <a:prstDash val="solid"/>
          </a:ln>
        </p:spPr>
      </p:sp>
      <p:sp>
        <p:nvSpPr>
          <p:cNvPr id="9" name="Text 7"/>
          <p:cNvSpPr txBox="1"/>
          <p:nvPr/>
        </p:nvSpPr>
        <p:spPr>
          <a:xfrm>
            <a:off x="1322539" y="2018748"/>
            <a:ext cx="9543171"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alignment_notes</a:t>
            </a:r>
            <a:endParaRPr lang="en-US" sz="1067" dirty="0"/>
          </a:p>
        </p:txBody>
      </p:sp>
      <p:sp>
        <p:nvSpPr>
          <p:cNvPr id="10" name="Text 8"/>
          <p:cNvSpPr txBox="1"/>
          <p:nvPr/>
        </p:nvSpPr>
        <p:spPr>
          <a:xfrm>
            <a:off x="1383672" y="2201364"/>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 Fintype represents the finite index type; x has real coefficients and the</a:t>
            </a:r>
            <a:endParaRPr lang="en-US" sz="1067" dirty="0"/>
          </a:p>
        </p:txBody>
      </p:sp>
      <p:sp>
        <p:nvSpPr>
          <p:cNvPr id="11" name="Text 9"/>
          <p:cNvSpPr txBox="1"/>
          <p:nvPr/>
        </p:nvSpPr>
        <p:spPr>
          <a:xfrm>
            <a:off x="1444805" y="2383981"/>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hypothesis preserves their sum being one. No nonnegativity or nonempty-</a:t>
            </a:r>
            <a:endParaRPr lang="en-US" sz="1067" dirty="0"/>
          </a:p>
        </p:txBody>
      </p:sp>
      <p:sp>
        <p:nvSpPr>
          <p:cNvPr id="12" name="Text 10"/>
          <p:cNvSpPr txBox="1"/>
          <p:nvPr/>
        </p:nvSpPr>
        <p:spPr>
          <a:xfrm>
            <a:off x="1444805" y="2566597"/>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index assumption is added.</a:t>
            </a:r>
            <a:endParaRPr lang="en-US" sz="1067" dirty="0"/>
          </a:p>
        </p:txBody>
      </p:sp>
      <p:sp>
        <p:nvSpPr>
          <p:cNvPr id="13" name="Text 11"/>
          <p:cNvSpPr txBox="1"/>
          <p:nvPr/>
        </p:nvSpPr>
        <p:spPr>
          <a:xfrm>
            <a:off x="1383672" y="2749213"/>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 The explicit sum of absolute values represents the source's coefficient</a:t>
            </a:r>
            <a:endParaRPr lang="en-US" sz="1067" dirty="0"/>
          </a:p>
        </p:txBody>
      </p:sp>
      <p:sp>
        <p:nvSpPr>
          <p:cNvPr id="14" name="Text 12"/>
          <p:cNvSpPr txBox="1"/>
          <p:nvPr/>
        </p:nvSpPr>
        <p:spPr>
          <a:xfrm>
            <a:off x="1444805" y="2931829"/>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cost. Only the lower-bound conjunct of normalized_l1 is used.</a:t>
            </a:r>
            <a:endParaRPr lang="en-US" sz="1067" dirty="0"/>
          </a:p>
        </p:txBody>
      </p:sp>
      <p:sp>
        <p:nvSpPr>
          <p:cNvPr id="15" name="Text 13"/>
          <p:cNvSpPr txBox="1"/>
          <p:nvPr/>
        </p:nvSpPr>
        <p:spPr>
          <a:xfrm>
            <a:off x="1383672" y="3114446"/>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 This statement concerns the coefficient bound alone; it does not assert</a:t>
            </a:r>
            <a:endParaRPr lang="en-US" sz="1067" dirty="0"/>
          </a:p>
        </p:txBody>
      </p:sp>
      <p:sp>
        <p:nvSpPr>
          <p:cNvPr id="16" name="Text 14"/>
          <p:cNvSpPr txBox="1"/>
          <p:nvPr/>
        </p:nvSpPr>
        <p:spPr>
          <a:xfrm>
            <a:off x="1444805" y="3297062"/>
            <a:ext cx="9543171"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primal feasibility or strong duality.</a:t>
            </a:r>
            <a:endParaRPr lang="en-US" sz="1067" dirty="0"/>
          </a:p>
        </p:txBody>
      </p:sp>
      <p:sp>
        <p:nvSpPr>
          <p:cNvPr id="17" name="Text 15"/>
          <p:cNvSpPr txBox="1"/>
          <p:nvPr/>
        </p:nvSpPr>
        <p:spPr>
          <a:xfrm>
            <a:off x="1322539" y="3580117"/>
            <a:ext cx="9543171"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remaining_obligations</a:t>
            </a:r>
            <a:endParaRPr lang="en-US" sz="1067" dirty="0"/>
          </a:p>
        </p:txBody>
      </p:sp>
      <p:sp>
        <p:nvSpPr>
          <p:cNvPr id="18" name="Text 16"/>
          <p:cNvSpPr txBox="1"/>
          <p:nvPr/>
        </p:nvSpPr>
        <p:spPr>
          <a:xfrm>
            <a:off x="1383672" y="3762733"/>
            <a:ext cx="9543171" cy="230332"/>
          </a:xfrm>
          <a:prstGeom prst="rect">
            <a:avLst/>
          </a:prstGeom>
          <a:noFill/>
          <a:ln/>
        </p:spPr>
        <p:txBody>
          <a:bodyPr wrap="square" lIns="0" tIns="0" rIns="0" bIns="0" rtlCol="0" anchor="t"/>
          <a:lstStyle/>
          <a:p>
            <a:pPr algn="l" indent="0" marL="0">
              <a:buNone/>
            </a:pPr>
            <a:r>
              <a:rPr lang="en-US" sz="1067" b="1" dirty="0">
                <a:solidFill>
                  <a:srgbClr val="1A1A16"/>
                </a:solidFill>
                <a:latin typeface="Calibri" pitchFamily="34" charset="0"/>
                <a:ea typeface="Calibri" pitchFamily="34" charset="-122"/>
                <a:cs typeface="Calibri" pitchFamily="34" charset="-120"/>
              </a:rPr>
              <a:t>· Host elaboration of the proposed terms remains pending; no Lean execution</a:t>
            </a:r>
            <a:endParaRPr lang="en-US" sz="1067" dirty="0"/>
          </a:p>
        </p:txBody>
      </p:sp>
      <p:sp>
        <p:nvSpPr>
          <p:cNvPr id="19" name="Text 17"/>
          <p:cNvSpPr txBox="1"/>
          <p:nvPr/>
        </p:nvSpPr>
        <p:spPr>
          <a:xfrm>
            <a:off x="1444805" y="3945349"/>
            <a:ext cx="9543171" cy="230332"/>
          </a:xfrm>
          <a:prstGeom prst="rect">
            <a:avLst/>
          </a:prstGeom>
          <a:noFill/>
          <a:ln/>
        </p:spPr>
        <p:txBody>
          <a:bodyPr wrap="square" lIns="0" tIns="0" rIns="0" bIns="0" rtlCol="0" anchor="t"/>
          <a:lstStyle/>
          <a:p>
            <a:pPr algn="l" indent="0" marL="0">
              <a:buNone/>
            </a:pPr>
            <a:r>
              <a:rPr lang="en-US" sz="1067" b="1" dirty="0">
                <a:solidFill>
                  <a:srgbClr val="1A1A16"/>
                </a:solidFill>
                <a:latin typeface="Calibri" pitchFamily="34" charset="0"/>
                <a:ea typeface="Calibri" pitchFamily="34" charset="-122"/>
                <a:cs typeface="Calibri" pitchFamily="34" charset="-120"/>
              </a:rPr>
              <a:t>was performed.</a:t>
            </a:r>
            <a:endParaRPr lang="en-US" sz="1067" dirty="0"/>
          </a:p>
        </p:txBody>
      </p:sp>
      <p:sp>
        <p:nvSpPr>
          <p:cNvPr id="20" name="Shape 18"/>
          <p:cNvSpPr/>
          <p:nvPr/>
        </p:nvSpPr>
        <p:spPr>
          <a:xfrm>
            <a:off x="1322539" y="4281010"/>
            <a:ext cx="9543171" cy="0"/>
          </a:xfrm>
          <a:prstGeom prst="line">
            <a:avLst/>
          </a:prstGeom>
          <a:noFill/>
          <a:ln w="7069">
            <a:solidFill>
              <a:srgbClr val="1A1A16"/>
            </a:solidFill>
            <a:prstDash val="solid"/>
          </a:ln>
        </p:spPr>
      </p:sp>
      <p:sp>
        <p:nvSpPr>
          <p:cNvPr id="21" name="Text 19"/>
          <p:cNvSpPr txBox="1"/>
          <p:nvPr/>
        </p:nvSpPr>
        <p:spPr>
          <a:xfrm>
            <a:off x="1322539" y="4334440"/>
            <a:ext cx="9543171"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ledger.json  ·  and what the host did next</a:t>
            </a:r>
            <a:endParaRPr lang="en-US" sz="1067" dirty="0"/>
          </a:p>
        </p:txBody>
      </p:sp>
      <p:sp>
        <p:nvSpPr>
          <p:cNvPr id="22" name="Text 20"/>
          <p:cNvSpPr txBox="1"/>
          <p:nvPr/>
        </p:nvSpPr>
        <p:spPr>
          <a:xfrm>
            <a:off x="1322539" y="4617495"/>
            <a:ext cx="2533064"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result.kernel_checked</a:t>
            </a:r>
            <a:endParaRPr lang="en-US" sz="1067" dirty="0"/>
          </a:p>
        </p:txBody>
      </p:sp>
      <p:sp>
        <p:nvSpPr>
          <p:cNvPr id="23" name="Text 21"/>
          <p:cNvSpPr txBox="1"/>
          <p:nvPr/>
        </p:nvSpPr>
        <p:spPr>
          <a:xfrm>
            <a:off x="3914511" y="4617495"/>
            <a:ext cx="7363558"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true</a:t>
            </a:r>
            <a:endParaRPr lang="en-US" sz="1067" dirty="0"/>
          </a:p>
        </p:txBody>
      </p:sp>
      <p:sp>
        <p:nvSpPr>
          <p:cNvPr id="24" name="Text 22"/>
          <p:cNvSpPr txBox="1"/>
          <p:nvPr/>
        </p:nvSpPr>
        <p:spPr>
          <a:xfrm>
            <a:off x="1322539" y="4800111"/>
            <a:ext cx="2533064"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audit_record.declaration</a:t>
            </a:r>
            <a:endParaRPr lang="en-US" sz="1067" dirty="0"/>
          </a:p>
        </p:txBody>
      </p:sp>
      <p:sp>
        <p:nvSpPr>
          <p:cNvPr id="25" name="Text 23"/>
          <p:cNvSpPr txBox="1"/>
          <p:nvPr/>
        </p:nvSpPr>
        <p:spPr>
          <a:xfrm>
            <a:off x="3914511" y="4800111"/>
            <a:ext cx="7363558"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AgtXIv.Generated.Proof_a29f133fb6f82da97507</a:t>
            </a:r>
            <a:endParaRPr lang="en-US" sz="1067" dirty="0"/>
          </a:p>
        </p:txBody>
      </p:sp>
      <p:sp>
        <p:nvSpPr>
          <p:cNvPr id="26" name="Text 24"/>
          <p:cNvSpPr txBox="1"/>
          <p:nvPr/>
        </p:nvSpPr>
        <p:spPr>
          <a:xfrm>
            <a:off x="1322539" y="4982727"/>
            <a:ext cx="2533064"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audit_record.axioms</a:t>
            </a:r>
            <a:endParaRPr lang="en-US" sz="1067" dirty="0"/>
          </a:p>
        </p:txBody>
      </p:sp>
      <p:sp>
        <p:nvSpPr>
          <p:cNvPr id="27" name="Text 25"/>
          <p:cNvSpPr txBox="1"/>
          <p:nvPr/>
        </p:nvSpPr>
        <p:spPr>
          <a:xfrm>
            <a:off x="3914511" y="4982727"/>
            <a:ext cx="7363558"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propext, Classical.choice, Quot.sound</a:t>
            </a:r>
            <a:endParaRPr lang="en-US" sz="1067" dirty="0"/>
          </a:p>
        </p:txBody>
      </p:sp>
      <p:sp>
        <p:nvSpPr>
          <p:cNvPr id="28" name="Text 26"/>
          <p:cNvSpPr txBox="1"/>
          <p:nvPr/>
        </p:nvSpPr>
        <p:spPr>
          <a:xfrm>
            <a:off x="1322539" y="5165344"/>
            <a:ext cx="2533064" cy="230332"/>
          </a:xfrm>
          <a:prstGeom prst="rect">
            <a:avLst/>
          </a:prstGeom>
          <a:noFill/>
          <a:ln/>
        </p:spPr>
        <p:txBody>
          <a:bodyPr wrap="square" lIns="0" tIns="0" rIns="0" bIns="0" rtlCol="0" anchor="t"/>
          <a:lstStyle/>
          <a:p>
            <a:pPr algn="l" indent="0" marL="0">
              <a:buNone/>
            </a:pPr>
            <a:r>
              <a:rPr lang="en-US" sz="1067" dirty="0">
                <a:solidFill>
                  <a:srgbClr val="8A8A80"/>
                </a:solidFill>
                <a:latin typeface="Calibri" pitchFamily="34" charset="0"/>
                <a:ea typeface="Calibri" pitchFamily="34" charset="-122"/>
                <a:cs typeface="Calibri" pitchFamily="34" charset="-120"/>
              </a:rPr>
              <a:t>result.lean_source</a:t>
            </a:r>
            <a:endParaRPr lang="en-US" sz="1067" dirty="0"/>
          </a:p>
        </p:txBody>
      </p:sp>
      <p:sp>
        <p:nvSpPr>
          <p:cNvPr id="29" name="Text 27"/>
          <p:cNvSpPr txBox="1"/>
          <p:nvPr/>
        </p:nvSpPr>
        <p:spPr>
          <a:xfrm>
            <a:off x="3914511" y="5165344"/>
            <a:ext cx="7363558" cy="230332"/>
          </a:xfrm>
          <a:prstGeom prst="rect">
            <a:avLst/>
          </a:prstGeom>
          <a:noFill/>
          <a:ln/>
        </p:spPr>
        <p:txBody>
          <a:bodyPr wrap="square" lIns="0" tIns="0" rIns="0" bIns="0" rtlCol="0" anchor="t"/>
          <a:lstStyle/>
          <a:p>
            <a:pPr algn="l" indent="0" marL="0">
              <a:buNone/>
            </a:pPr>
            <a:r>
              <a:rPr lang="en-US" sz="1067" dirty="0">
                <a:solidFill>
                  <a:srgbClr val="1A1A16"/>
                </a:solidFill>
                <a:latin typeface="Calibri" pitchFamily="34" charset="0"/>
                <a:ea typeface="Calibri" pitchFamily="34" charset="-122"/>
                <a:cs typeface="Calibri" pitchFamily="34" charset="-120"/>
              </a:rPr>
              <a:t>488 bytes</a:t>
            </a:r>
            <a:endParaRPr lang="en-US" sz="1067" dirty="0"/>
          </a:p>
        </p:txBody>
      </p:sp>
      <p:sp>
        <p:nvSpPr>
          <p:cNvPr id="30" name="Text 28"/>
          <p:cNvSpPr txBox="1"/>
          <p:nvPr/>
        </p:nvSpPr>
        <p:spPr>
          <a:xfrm>
            <a:off x="1322539" y="5448399"/>
            <a:ext cx="9543171" cy="230332"/>
          </a:xfrm>
          <a:prstGeom prst="rect">
            <a:avLst/>
          </a:prstGeom>
          <a:noFill/>
          <a:ln/>
        </p:spPr>
        <p:txBody>
          <a:bodyPr wrap="square" lIns="0" tIns="0" rIns="0" bIns="0" rtlCol="0" anchor="t"/>
          <a:lstStyle/>
          <a:p>
            <a:pPr algn="l" indent="0" marL="0">
              <a:buNone/>
            </a:pPr>
            <a:r>
              <a:rPr lang="en-US" sz="1067" b="1" dirty="0">
                <a:solidFill>
                  <a:srgbClr val="1A1A16"/>
                </a:solidFill>
                <a:latin typeface="Calibri" pitchFamily="34" charset="0"/>
                <a:ea typeface="Calibri" pitchFamily="34" charset="-122"/>
                <a:cs typeface="Calibri" pitchFamily="34" charset="-120"/>
              </a:rPr>
              <a:t>the obligation above was outstanding when the model wrote it.</a:t>
            </a:r>
            <a:endParaRPr lang="en-US" sz="1067" dirty="0"/>
          </a:p>
        </p:txBody>
      </p:sp>
      <p:sp>
        <p:nvSpPr>
          <p:cNvPr id="31" name="Text 29"/>
          <p:cNvSpPr txBox="1"/>
          <p:nvPr/>
        </p:nvSpPr>
        <p:spPr>
          <a:xfrm>
            <a:off x="1322539" y="5631015"/>
            <a:ext cx="9543171" cy="230332"/>
          </a:xfrm>
          <a:prstGeom prst="rect">
            <a:avLst/>
          </a:prstGeom>
          <a:noFill/>
          <a:ln/>
        </p:spPr>
        <p:txBody>
          <a:bodyPr wrap="square" lIns="0" tIns="0" rIns="0" bIns="0" rtlCol="0" anchor="t"/>
          <a:lstStyle/>
          <a:p>
            <a:pPr algn="l" indent="0" marL="0">
              <a:buNone/>
            </a:pPr>
            <a:r>
              <a:rPr lang="en-US" sz="1067" b="1" dirty="0">
                <a:solidFill>
                  <a:srgbClr val="1A1A16"/>
                </a:solidFill>
                <a:latin typeface="Calibri" pitchFamily="34" charset="0"/>
                <a:ea typeface="Calibri" pitchFamily="34" charset="-122"/>
                <a:cs typeface="Calibri" pitchFamily="34" charset="-120"/>
              </a:rPr>
              <a:t>the host then elaborated the terms and the kernel accepted them.</a:t>
            </a:r>
            <a:endParaRPr lang="en-US" sz="1067" dirty="0"/>
          </a:p>
        </p:txBody>
      </p:sp>
      <p:sp>
        <p:nvSpPr>
          <p:cNvPr id="32" name="Text 30"/>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ONE LAMPORT PROOF  ·  WHAT THE MODEL RETURNED, THEN WHAT THE HOST DID</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frames/open00.png">    </p:cNvPr>
          <p:cNvPicPr>
            <a:picLocks noChangeAspect="1"/>
          </p:cNvPicPr>
          <p:nvPr/>
        </p:nvPicPr>
        <p:blipFill>
          <a:blip r:embed="rId1"/>
          <a:stretch>
            <a:fillRect/>
          </a:stretch>
        </p:blipFill>
        <p:spPr>
          <a:xfrm>
            <a:off x="484373" y="146304"/>
            <a:ext cx="11222950" cy="6071616"/>
          </a:xfrm>
          <a:prstGeom prst="rect">
            <a:avLst/>
          </a:prstGeom>
        </p:spPr>
      </p:pic>
      <p:sp>
        <p:nvSpPr>
          <p:cNvPr id="3" name="Text 0"/>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613 NODES  ·  634 DEPENDENCIES  ·  ONE PASS OVER ONE PAPER</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frames/open01.png">    </p:cNvPr>
          <p:cNvPicPr>
            <a:picLocks noChangeAspect="1"/>
          </p:cNvPicPr>
          <p:nvPr/>
        </p:nvPicPr>
        <p:blipFill>
          <a:blip r:embed="rId1"/>
          <a:stretch>
            <a:fillRect/>
          </a:stretch>
        </p:blipFill>
        <p:spPr>
          <a:xfrm>
            <a:off x="484373" y="146304"/>
            <a:ext cx="11222950" cy="6071616"/>
          </a:xfrm>
          <a:prstGeom prst="rect">
            <a:avLst/>
          </a:prstGeom>
        </p:spPr>
      </p:pic>
      <p:sp>
        <p:nvSpPr>
          <p:cNvPr id="3" name="Text 0"/>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8C4A2F"/>
                </a:solidFill>
                <a:latin typeface="Calibri" pitchFamily="34" charset="0"/>
                <a:ea typeface="Calibri" pitchFamily="34" charset="-122"/>
                <a:cs typeface="Calibri" pitchFamily="34" charset="-120"/>
              </a:rPr>
              <a:t>240 FROM THE TARGET PAPER  ·  373 EVERYTHING ELSE</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070676" y="2035419"/>
            <a:ext cx="135489" cy="2533064"/>
          </a:xfrm>
          <a:custGeom>
            <a:avLst/>
            <a:gdLst/>
            <a:ahLst/>
            <a:cxnLst/>
            <a:rect l="l" t="t" r="r" b="b"/>
            <a:pathLst>
              <a:path w="135489" h="2533064">
                <a:moveTo>
                  <a:pt x="0" y="0"/>
                </a:moveTo>
                <a:cubicBezTo>
                  <a:pt x="0" y="1354895"/>
                  <a:pt x="135489" y="1354895"/>
                  <a:pt x="135489" y="2533064"/>
                </a:cubicBezTo>
              </a:path>
            </a:pathLst>
          </a:custGeom>
          <a:ln w="7069">
            <a:solidFill>
              <a:srgbClr val="C5C5C0"/>
            </a:solidFill>
            <a:prstDash val="dash"/>
          </a:ln>
        </p:spPr>
      </p:sp>
      <p:sp>
        <p:nvSpPr>
          <p:cNvPr id="3" name="Shape 1"/>
          <p:cNvSpPr/>
          <p:nvPr/>
        </p:nvSpPr>
        <p:spPr>
          <a:xfrm>
            <a:off x="5453495"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4" name="Shape 2"/>
          <p:cNvSpPr/>
          <p:nvPr/>
        </p:nvSpPr>
        <p:spPr>
          <a:xfrm>
            <a:off x="9512288" y="2035419"/>
            <a:ext cx="270979" cy="2533064"/>
          </a:xfrm>
          <a:custGeom>
            <a:avLst/>
            <a:gdLst/>
            <a:ahLst/>
            <a:cxnLst/>
            <a:rect l="l" t="t" r="r" b="b"/>
            <a:pathLst>
              <a:path w="270979" h="2533064">
                <a:moveTo>
                  <a:pt x="0" y="0"/>
                </a:moveTo>
                <a:cubicBezTo>
                  <a:pt x="0" y="1354895"/>
                  <a:pt x="270979" y="1354895"/>
                  <a:pt x="270979" y="2533064"/>
                </a:cubicBezTo>
              </a:path>
            </a:pathLst>
          </a:custGeom>
          <a:ln w="7069">
            <a:solidFill>
              <a:srgbClr val="C5C5C0"/>
            </a:solidFill>
            <a:prstDash val="dash"/>
          </a:ln>
        </p:spPr>
      </p:sp>
      <p:sp>
        <p:nvSpPr>
          <p:cNvPr id="5" name="Shape 3"/>
          <p:cNvSpPr/>
          <p:nvPr/>
        </p:nvSpPr>
        <p:spPr>
          <a:xfrm>
            <a:off x="4371052"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6" name="Shape 4"/>
          <p:cNvSpPr/>
          <p:nvPr/>
        </p:nvSpPr>
        <p:spPr>
          <a:xfrm>
            <a:off x="6535938"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7" name="Shape 5"/>
          <p:cNvSpPr/>
          <p:nvPr/>
        </p:nvSpPr>
        <p:spPr>
          <a:xfrm>
            <a:off x="3153119" y="2035419"/>
            <a:ext cx="135489" cy="2533064"/>
          </a:xfrm>
          <a:custGeom>
            <a:avLst/>
            <a:gdLst/>
            <a:ahLst/>
            <a:cxnLst/>
            <a:rect l="l" t="t" r="r" b="b"/>
            <a:pathLst>
              <a:path w="135489" h="2533064">
                <a:moveTo>
                  <a:pt x="0" y="0"/>
                </a:moveTo>
                <a:cubicBezTo>
                  <a:pt x="0" y="1354895"/>
                  <a:pt x="135489" y="1354895"/>
                  <a:pt x="135489" y="2533064"/>
                </a:cubicBezTo>
              </a:path>
            </a:pathLst>
          </a:custGeom>
          <a:ln w="7069">
            <a:solidFill>
              <a:srgbClr val="C5C5C0"/>
            </a:solidFill>
            <a:prstDash val="dash"/>
          </a:ln>
        </p:spPr>
      </p:sp>
      <p:sp>
        <p:nvSpPr>
          <p:cNvPr id="8" name="Shape 6"/>
          <p:cNvSpPr/>
          <p:nvPr/>
        </p:nvSpPr>
        <p:spPr>
          <a:xfrm>
            <a:off x="7618381"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9" name="Shape 7"/>
          <p:cNvSpPr/>
          <p:nvPr/>
        </p:nvSpPr>
        <p:spPr>
          <a:xfrm>
            <a:off x="8565334" y="2035419"/>
            <a:ext cx="135489" cy="2533064"/>
          </a:xfrm>
          <a:custGeom>
            <a:avLst/>
            <a:gdLst/>
            <a:ahLst/>
            <a:cxnLst/>
            <a:rect l="l" t="t" r="r" b="b"/>
            <a:pathLst>
              <a:path w="135489" h="2533064">
                <a:moveTo>
                  <a:pt x="0" y="0"/>
                </a:moveTo>
                <a:cubicBezTo>
                  <a:pt x="0" y="1354895"/>
                  <a:pt x="135489" y="1354895"/>
                  <a:pt x="135489" y="2533064"/>
                </a:cubicBezTo>
              </a:path>
            </a:pathLst>
          </a:custGeom>
          <a:ln w="7069">
            <a:solidFill>
              <a:srgbClr val="C5C5C0"/>
            </a:solidFill>
            <a:prstDash val="dash"/>
          </a:ln>
        </p:spPr>
      </p:sp>
      <p:sp>
        <p:nvSpPr>
          <p:cNvPr id="10" name="Shape 8"/>
          <p:cNvSpPr/>
          <p:nvPr/>
        </p:nvSpPr>
        <p:spPr>
          <a:xfrm>
            <a:off x="2206166" y="2035419"/>
            <a:ext cx="135489" cy="2533064"/>
          </a:xfrm>
          <a:custGeom>
            <a:avLst/>
            <a:gdLst/>
            <a:ahLst/>
            <a:cxnLst/>
            <a:rect l="l" t="t" r="r" b="b"/>
            <a:pathLst>
              <a:path w="135489" h="2533064">
                <a:moveTo>
                  <a:pt x="135489" y="0"/>
                </a:moveTo>
                <a:cubicBezTo>
                  <a:pt x="135489" y="1354895"/>
                  <a:pt x="0" y="1354895"/>
                  <a:pt x="0" y="2533064"/>
                </a:cubicBezTo>
              </a:path>
            </a:pathLst>
          </a:custGeom>
          <a:ln w="7069">
            <a:solidFill>
              <a:srgbClr val="C5C5C0"/>
            </a:solidFill>
            <a:prstDash val="dash"/>
          </a:ln>
        </p:spPr>
      </p:sp>
      <p:sp>
        <p:nvSpPr>
          <p:cNvPr id="11" name="Shape 9"/>
          <p:cNvSpPr/>
          <p:nvPr/>
        </p:nvSpPr>
        <p:spPr>
          <a:xfrm>
            <a:off x="8700824" y="2035419"/>
            <a:ext cx="135489" cy="2533064"/>
          </a:xfrm>
          <a:custGeom>
            <a:avLst/>
            <a:gdLst/>
            <a:ahLst/>
            <a:cxnLst/>
            <a:rect l="l" t="t" r="r" b="b"/>
            <a:pathLst>
              <a:path w="135489" h="2533064">
                <a:moveTo>
                  <a:pt x="135489" y="0"/>
                </a:moveTo>
                <a:cubicBezTo>
                  <a:pt x="135489" y="1354895"/>
                  <a:pt x="0" y="1354895"/>
                  <a:pt x="0" y="2533064"/>
                </a:cubicBezTo>
              </a:path>
            </a:pathLst>
          </a:custGeom>
          <a:ln w="7069">
            <a:solidFill>
              <a:srgbClr val="C5C5C0"/>
            </a:solidFill>
            <a:prstDash val="dash"/>
          </a:ln>
        </p:spPr>
      </p:sp>
      <p:sp>
        <p:nvSpPr>
          <p:cNvPr id="12" name="Shape 10"/>
          <p:cNvSpPr/>
          <p:nvPr/>
        </p:nvSpPr>
        <p:spPr>
          <a:xfrm>
            <a:off x="9783267"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13" name="Shape 11"/>
          <p:cNvSpPr/>
          <p:nvPr/>
        </p:nvSpPr>
        <p:spPr>
          <a:xfrm>
            <a:off x="10865710" y="2035419"/>
            <a:ext cx="5891" cy="2533064"/>
          </a:xfrm>
          <a:custGeom>
            <a:avLst/>
            <a:gdLst/>
            <a:ahLst/>
            <a:cxnLst/>
            <a:rect l="l" t="t" r="r" b="b"/>
            <a:pathLst>
              <a:path w="5891" h="2533064">
                <a:moveTo>
                  <a:pt x="0" y="0"/>
                </a:moveTo>
                <a:cubicBezTo>
                  <a:pt x="0" y="1354895"/>
                  <a:pt x="0" y="1354895"/>
                  <a:pt x="0" y="2533064"/>
                </a:cubicBezTo>
              </a:path>
            </a:pathLst>
          </a:custGeom>
          <a:ln w="7069">
            <a:solidFill>
              <a:srgbClr val="C5C5C0"/>
            </a:solidFill>
            <a:prstDash val="dash"/>
          </a:ln>
        </p:spPr>
      </p:sp>
      <p:sp>
        <p:nvSpPr>
          <p:cNvPr id="14" name="Shape 12"/>
          <p:cNvSpPr/>
          <p:nvPr/>
        </p:nvSpPr>
        <p:spPr>
          <a:xfrm>
            <a:off x="3288609" y="2035419"/>
            <a:ext cx="135489" cy="2533064"/>
          </a:xfrm>
          <a:custGeom>
            <a:avLst/>
            <a:gdLst/>
            <a:ahLst/>
            <a:cxnLst/>
            <a:rect l="l" t="t" r="r" b="b"/>
            <a:pathLst>
              <a:path w="135489" h="2533064">
                <a:moveTo>
                  <a:pt x="135489" y="0"/>
                </a:moveTo>
                <a:cubicBezTo>
                  <a:pt x="135489" y="1354895"/>
                  <a:pt x="0" y="1354895"/>
                  <a:pt x="0" y="2533064"/>
                </a:cubicBezTo>
              </a:path>
            </a:pathLst>
          </a:custGeom>
          <a:ln w="7069">
            <a:solidFill>
              <a:srgbClr val="C5C5C0"/>
            </a:solidFill>
            <a:prstDash val="dash"/>
          </a:ln>
        </p:spPr>
      </p:sp>
      <p:sp>
        <p:nvSpPr>
          <p:cNvPr id="15" name="Shape 13"/>
          <p:cNvSpPr/>
          <p:nvPr/>
        </p:nvSpPr>
        <p:spPr>
          <a:xfrm>
            <a:off x="9783267" y="2035419"/>
            <a:ext cx="270979" cy="2533064"/>
          </a:xfrm>
          <a:custGeom>
            <a:avLst/>
            <a:gdLst/>
            <a:ahLst/>
            <a:cxnLst/>
            <a:rect l="l" t="t" r="r" b="b"/>
            <a:pathLst>
              <a:path w="270979" h="2533064">
                <a:moveTo>
                  <a:pt x="270979" y="0"/>
                </a:moveTo>
                <a:cubicBezTo>
                  <a:pt x="270979" y="1354895"/>
                  <a:pt x="0" y="1354895"/>
                  <a:pt x="0" y="2533064"/>
                </a:cubicBezTo>
              </a:path>
            </a:pathLst>
          </a:custGeom>
          <a:ln w="7069">
            <a:solidFill>
              <a:srgbClr val="C5C5C0"/>
            </a:solidFill>
            <a:prstDash val="dash"/>
          </a:ln>
        </p:spPr>
      </p:sp>
      <p:sp>
        <p:nvSpPr>
          <p:cNvPr id="16" name="Shape 14"/>
          <p:cNvSpPr/>
          <p:nvPr/>
        </p:nvSpPr>
        <p:spPr>
          <a:xfrm>
            <a:off x="8565334" y="1328518"/>
            <a:ext cx="270979" cy="706902"/>
          </a:xfrm>
          <a:custGeom>
            <a:avLst/>
            <a:gdLst/>
            <a:ahLst/>
            <a:cxnLst/>
            <a:rect l="l" t="t" r="r" b="b"/>
            <a:pathLst>
              <a:path w="270979" h="706902">
                <a:moveTo>
                  <a:pt x="0" y="706902"/>
                </a:moveTo>
                <a:cubicBezTo>
                  <a:pt x="0" y="0"/>
                  <a:pt x="270979" y="0"/>
                  <a:pt x="270979" y="706902"/>
                </a:cubicBezTo>
              </a:path>
            </a:pathLst>
          </a:custGeom>
          <a:ln w="10604">
            <a:solidFill>
              <a:srgbClr val="81817F"/>
            </a:solidFill>
            <a:prstDash val="solid"/>
          </a:ln>
        </p:spPr>
      </p:sp>
      <p:sp>
        <p:nvSpPr>
          <p:cNvPr id="17" name="Shape 15"/>
          <p:cNvSpPr/>
          <p:nvPr/>
        </p:nvSpPr>
        <p:spPr>
          <a:xfrm>
            <a:off x="9783267" y="1328518"/>
            <a:ext cx="270979" cy="706902"/>
          </a:xfrm>
          <a:custGeom>
            <a:avLst/>
            <a:gdLst/>
            <a:ahLst/>
            <a:cxnLst/>
            <a:rect l="l" t="t" r="r" b="b"/>
            <a:pathLst>
              <a:path w="270979" h="706902">
                <a:moveTo>
                  <a:pt x="270979" y="706902"/>
                </a:moveTo>
                <a:cubicBezTo>
                  <a:pt x="270979" y="0"/>
                  <a:pt x="0" y="0"/>
                  <a:pt x="0" y="706902"/>
                </a:cubicBezTo>
              </a:path>
            </a:pathLst>
          </a:custGeom>
          <a:ln w="10604">
            <a:solidFill>
              <a:srgbClr val="81817F"/>
            </a:solidFill>
            <a:prstDash val="solid"/>
          </a:ln>
        </p:spPr>
      </p:sp>
      <p:sp>
        <p:nvSpPr>
          <p:cNvPr id="18" name="Shape 16"/>
          <p:cNvSpPr/>
          <p:nvPr/>
        </p:nvSpPr>
        <p:spPr>
          <a:xfrm>
            <a:off x="6535938" y="1328518"/>
            <a:ext cx="4329772" cy="706902"/>
          </a:xfrm>
          <a:custGeom>
            <a:avLst/>
            <a:gdLst/>
            <a:ahLst/>
            <a:cxnLst/>
            <a:rect l="l" t="t" r="r" b="b"/>
            <a:pathLst>
              <a:path w="4329772" h="706902">
                <a:moveTo>
                  <a:pt x="0" y="706902"/>
                </a:moveTo>
                <a:cubicBezTo>
                  <a:pt x="0" y="0"/>
                  <a:pt x="4329772" y="0"/>
                  <a:pt x="4329772" y="706902"/>
                </a:cubicBezTo>
              </a:path>
            </a:pathLst>
          </a:custGeom>
          <a:ln w="10604">
            <a:solidFill>
              <a:srgbClr val="81817F"/>
            </a:solidFill>
            <a:prstDash val="solid"/>
          </a:ln>
        </p:spPr>
      </p:sp>
      <p:sp>
        <p:nvSpPr>
          <p:cNvPr id="19" name="Shape 17"/>
          <p:cNvSpPr/>
          <p:nvPr/>
        </p:nvSpPr>
        <p:spPr>
          <a:xfrm>
            <a:off x="5453495" y="1328518"/>
            <a:ext cx="1082443" cy="706902"/>
          </a:xfrm>
          <a:custGeom>
            <a:avLst/>
            <a:gdLst/>
            <a:ahLst/>
            <a:cxnLst/>
            <a:rect l="l" t="t" r="r" b="b"/>
            <a:pathLst>
              <a:path w="1082443" h="706902">
                <a:moveTo>
                  <a:pt x="0" y="706902"/>
                </a:moveTo>
                <a:cubicBezTo>
                  <a:pt x="0" y="0"/>
                  <a:pt x="1082443" y="0"/>
                  <a:pt x="1082443" y="706902"/>
                </a:cubicBezTo>
              </a:path>
            </a:pathLst>
          </a:custGeom>
          <a:ln w="10604">
            <a:solidFill>
              <a:srgbClr val="81817F"/>
            </a:solidFill>
            <a:prstDash val="solid"/>
          </a:ln>
        </p:spPr>
      </p:sp>
      <p:sp>
        <p:nvSpPr>
          <p:cNvPr id="20" name="Shape 18"/>
          <p:cNvSpPr/>
          <p:nvPr/>
        </p:nvSpPr>
        <p:spPr>
          <a:xfrm>
            <a:off x="4371052" y="1328518"/>
            <a:ext cx="2164886" cy="706902"/>
          </a:xfrm>
          <a:custGeom>
            <a:avLst/>
            <a:gdLst/>
            <a:ahLst/>
            <a:cxnLst/>
            <a:rect l="l" t="t" r="r" b="b"/>
            <a:pathLst>
              <a:path w="2164886" h="706902">
                <a:moveTo>
                  <a:pt x="0" y="706902"/>
                </a:moveTo>
                <a:cubicBezTo>
                  <a:pt x="0" y="0"/>
                  <a:pt x="2164886" y="0"/>
                  <a:pt x="2164886" y="706902"/>
                </a:cubicBezTo>
              </a:path>
            </a:pathLst>
          </a:custGeom>
          <a:ln w="10604">
            <a:solidFill>
              <a:srgbClr val="81817F"/>
            </a:solidFill>
            <a:prstDash val="solid"/>
          </a:ln>
        </p:spPr>
      </p:sp>
      <p:sp>
        <p:nvSpPr>
          <p:cNvPr id="21" name="Shape 19"/>
          <p:cNvSpPr/>
          <p:nvPr/>
        </p:nvSpPr>
        <p:spPr>
          <a:xfrm>
            <a:off x="6535938" y="1328518"/>
            <a:ext cx="3518308" cy="706902"/>
          </a:xfrm>
          <a:custGeom>
            <a:avLst/>
            <a:gdLst/>
            <a:ahLst/>
            <a:cxnLst/>
            <a:rect l="l" t="t" r="r" b="b"/>
            <a:pathLst>
              <a:path w="3518308" h="706902">
                <a:moveTo>
                  <a:pt x="3518308" y="706902"/>
                </a:moveTo>
                <a:cubicBezTo>
                  <a:pt x="3518308" y="0"/>
                  <a:pt x="0" y="0"/>
                  <a:pt x="0" y="706902"/>
                </a:cubicBezTo>
              </a:path>
            </a:pathLst>
          </a:custGeom>
          <a:ln w="10604">
            <a:solidFill>
              <a:srgbClr val="81817F"/>
            </a:solidFill>
            <a:prstDash val="solid"/>
          </a:ln>
        </p:spPr>
      </p:sp>
      <p:sp>
        <p:nvSpPr>
          <p:cNvPr id="22" name="Shape 20"/>
          <p:cNvSpPr/>
          <p:nvPr/>
        </p:nvSpPr>
        <p:spPr>
          <a:xfrm>
            <a:off x="6535938" y="1328518"/>
            <a:ext cx="1082443" cy="706902"/>
          </a:xfrm>
          <a:custGeom>
            <a:avLst/>
            <a:gdLst/>
            <a:ahLst/>
            <a:cxnLst/>
            <a:rect l="l" t="t" r="r" b="b"/>
            <a:pathLst>
              <a:path w="1082443" h="706902">
                <a:moveTo>
                  <a:pt x="0" y="706902"/>
                </a:moveTo>
                <a:cubicBezTo>
                  <a:pt x="0" y="0"/>
                  <a:pt x="1082443" y="0"/>
                  <a:pt x="1082443" y="706902"/>
                </a:cubicBezTo>
              </a:path>
            </a:pathLst>
          </a:custGeom>
          <a:ln w="10604">
            <a:solidFill>
              <a:srgbClr val="81817F"/>
            </a:solidFill>
            <a:prstDash val="solid"/>
          </a:ln>
        </p:spPr>
      </p:sp>
      <p:sp>
        <p:nvSpPr>
          <p:cNvPr id="23" name="Shape 21"/>
          <p:cNvSpPr/>
          <p:nvPr/>
        </p:nvSpPr>
        <p:spPr>
          <a:xfrm>
            <a:off x="9512288" y="1328518"/>
            <a:ext cx="541958" cy="706902"/>
          </a:xfrm>
          <a:custGeom>
            <a:avLst/>
            <a:gdLst/>
            <a:ahLst/>
            <a:cxnLst/>
            <a:rect l="l" t="t" r="r" b="b"/>
            <a:pathLst>
              <a:path w="541958" h="706902">
                <a:moveTo>
                  <a:pt x="541958" y="706902"/>
                </a:moveTo>
                <a:cubicBezTo>
                  <a:pt x="541958" y="0"/>
                  <a:pt x="0" y="0"/>
                  <a:pt x="0" y="706902"/>
                </a:cubicBezTo>
              </a:path>
            </a:pathLst>
          </a:custGeom>
          <a:ln w="10604">
            <a:solidFill>
              <a:srgbClr val="81817F"/>
            </a:solidFill>
            <a:prstDash val="solid"/>
          </a:ln>
        </p:spPr>
      </p:sp>
      <p:sp>
        <p:nvSpPr>
          <p:cNvPr id="24" name="Shape 22"/>
          <p:cNvSpPr/>
          <p:nvPr/>
        </p:nvSpPr>
        <p:spPr>
          <a:xfrm>
            <a:off x="2005877" y="1970620"/>
            <a:ext cx="129599" cy="129599"/>
          </a:xfrm>
          <a:prstGeom prst="ellipse">
            <a:avLst/>
          </a:prstGeom>
          <a:solidFill>
            <a:srgbClr val="FFFFFF"/>
          </a:solidFill>
          <a:ln w="11782">
            <a:solidFill>
              <a:srgbClr val="1A1A16"/>
            </a:solidFill>
            <a:prstDash val="solid"/>
          </a:ln>
        </p:spPr>
      </p:sp>
      <p:sp>
        <p:nvSpPr>
          <p:cNvPr id="25" name="Shape 23"/>
          <p:cNvSpPr/>
          <p:nvPr/>
        </p:nvSpPr>
        <p:spPr>
          <a:xfrm>
            <a:off x="5388695" y="1970620"/>
            <a:ext cx="129599" cy="129599"/>
          </a:xfrm>
          <a:prstGeom prst="ellipse">
            <a:avLst/>
          </a:prstGeom>
          <a:solidFill>
            <a:srgbClr val="FFFFFF"/>
          </a:solidFill>
          <a:ln w="11782">
            <a:solidFill>
              <a:srgbClr val="1A1A16"/>
            </a:solidFill>
            <a:prstDash val="solid"/>
          </a:ln>
        </p:spPr>
      </p:sp>
      <p:sp>
        <p:nvSpPr>
          <p:cNvPr id="26" name="Shape 24"/>
          <p:cNvSpPr/>
          <p:nvPr/>
        </p:nvSpPr>
        <p:spPr>
          <a:xfrm>
            <a:off x="9447488" y="1970620"/>
            <a:ext cx="129599" cy="129599"/>
          </a:xfrm>
          <a:prstGeom prst="ellipse">
            <a:avLst/>
          </a:prstGeom>
          <a:solidFill>
            <a:srgbClr val="FFFFFF"/>
          </a:solidFill>
          <a:ln w="11782">
            <a:solidFill>
              <a:srgbClr val="1A1A16"/>
            </a:solidFill>
            <a:prstDash val="solid"/>
          </a:ln>
        </p:spPr>
      </p:sp>
      <p:sp>
        <p:nvSpPr>
          <p:cNvPr id="27" name="Shape 25"/>
          <p:cNvSpPr/>
          <p:nvPr/>
        </p:nvSpPr>
        <p:spPr>
          <a:xfrm>
            <a:off x="4306253" y="1970620"/>
            <a:ext cx="129599" cy="129599"/>
          </a:xfrm>
          <a:prstGeom prst="ellipse">
            <a:avLst/>
          </a:prstGeom>
          <a:solidFill>
            <a:srgbClr val="FFFFFF"/>
          </a:solidFill>
          <a:ln w="11782">
            <a:solidFill>
              <a:srgbClr val="1A1A16"/>
            </a:solidFill>
            <a:prstDash val="solid"/>
          </a:ln>
        </p:spPr>
      </p:sp>
      <p:sp>
        <p:nvSpPr>
          <p:cNvPr id="28" name="Shape 26"/>
          <p:cNvSpPr/>
          <p:nvPr/>
        </p:nvSpPr>
        <p:spPr>
          <a:xfrm>
            <a:off x="6471138" y="1970620"/>
            <a:ext cx="129599" cy="129599"/>
          </a:xfrm>
          <a:prstGeom prst="ellipse">
            <a:avLst/>
          </a:prstGeom>
          <a:solidFill>
            <a:srgbClr val="FFFFFF"/>
          </a:solidFill>
          <a:ln w="11782">
            <a:solidFill>
              <a:srgbClr val="1A1A16"/>
            </a:solidFill>
            <a:prstDash val="solid"/>
          </a:ln>
        </p:spPr>
      </p:sp>
      <p:sp>
        <p:nvSpPr>
          <p:cNvPr id="29" name="Shape 27"/>
          <p:cNvSpPr/>
          <p:nvPr/>
        </p:nvSpPr>
        <p:spPr>
          <a:xfrm>
            <a:off x="3088320" y="1970620"/>
            <a:ext cx="129599" cy="129599"/>
          </a:xfrm>
          <a:prstGeom prst="ellipse">
            <a:avLst/>
          </a:prstGeom>
          <a:solidFill>
            <a:srgbClr val="FFFFFF"/>
          </a:solidFill>
          <a:ln w="11782">
            <a:solidFill>
              <a:srgbClr val="1A1A16"/>
            </a:solidFill>
            <a:prstDash val="solid"/>
          </a:ln>
        </p:spPr>
      </p:sp>
      <p:sp>
        <p:nvSpPr>
          <p:cNvPr id="30" name="Shape 28"/>
          <p:cNvSpPr/>
          <p:nvPr/>
        </p:nvSpPr>
        <p:spPr>
          <a:xfrm>
            <a:off x="7553581" y="1970620"/>
            <a:ext cx="129599" cy="129599"/>
          </a:xfrm>
          <a:prstGeom prst="ellipse">
            <a:avLst/>
          </a:prstGeom>
          <a:solidFill>
            <a:srgbClr val="FFFFFF"/>
          </a:solidFill>
          <a:ln w="11782">
            <a:solidFill>
              <a:srgbClr val="1A1A16"/>
            </a:solidFill>
            <a:prstDash val="solid"/>
          </a:ln>
        </p:spPr>
      </p:sp>
      <p:sp>
        <p:nvSpPr>
          <p:cNvPr id="31" name="Shape 29"/>
          <p:cNvSpPr/>
          <p:nvPr/>
        </p:nvSpPr>
        <p:spPr>
          <a:xfrm>
            <a:off x="8500535" y="1970620"/>
            <a:ext cx="129599" cy="129599"/>
          </a:xfrm>
          <a:prstGeom prst="ellipse">
            <a:avLst/>
          </a:prstGeom>
          <a:solidFill>
            <a:srgbClr val="FFFFFF"/>
          </a:solidFill>
          <a:ln w="11782">
            <a:solidFill>
              <a:srgbClr val="1A1A16"/>
            </a:solidFill>
            <a:prstDash val="solid"/>
          </a:ln>
        </p:spPr>
      </p:sp>
      <p:sp>
        <p:nvSpPr>
          <p:cNvPr id="32" name="Shape 30"/>
          <p:cNvSpPr/>
          <p:nvPr/>
        </p:nvSpPr>
        <p:spPr>
          <a:xfrm>
            <a:off x="2276856" y="1970620"/>
            <a:ext cx="129599" cy="129599"/>
          </a:xfrm>
          <a:prstGeom prst="ellipse">
            <a:avLst/>
          </a:prstGeom>
          <a:solidFill>
            <a:srgbClr val="FFFFFF"/>
          </a:solidFill>
          <a:ln w="11782">
            <a:solidFill>
              <a:srgbClr val="1A1A16"/>
            </a:solidFill>
            <a:prstDash val="solid"/>
          </a:ln>
        </p:spPr>
      </p:sp>
      <p:sp>
        <p:nvSpPr>
          <p:cNvPr id="33" name="Shape 31"/>
          <p:cNvSpPr/>
          <p:nvPr/>
        </p:nvSpPr>
        <p:spPr>
          <a:xfrm>
            <a:off x="8771514" y="1970620"/>
            <a:ext cx="129599" cy="129599"/>
          </a:xfrm>
          <a:prstGeom prst="ellipse">
            <a:avLst/>
          </a:prstGeom>
          <a:solidFill>
            <a:srgbClr val="FFFFFF"/>
          </a:solidFill>
          <a:ln w="11782">
            <a:solidFill>
              <a:srgbClr val="1A1A16"/>
            </a:solidFill>
            <a:prstDash val="solid"/>
          </a:ln>
        </p:spPr>
      </p:sp>
      <p:sp>
        <p:nvSpPr>
          <p:cNvPr id="34" name="Shape 32"/>
          <p:cNvSpPr/>
          <p:nvPr/>
        </p:nvSpPr>
        <p:spPr>
          <a:xfrm>
            <a:off x="9718467" y="1970620"/>
            <a:ext cx="129599" cy="129599"/>
          </a:xfrm>
          <a:prstGeom prst="ellipse">
            <a:avLst/>
          </a:prstGeom>
          <a:solidFill>
            <a:srgbClr val="FFFFFF"/>
          </a:solidFill>
          <a:ln w="11782">
            <a:solidFill>
              <a:srgbClr val="1A1A16"/>
            </a:solidFill>
            <a:prstDash val="solid"/>
          </a:ln>
        </p:spPr>
      </p:sp>
      <p:sp>
        <p:nvSpPr>
          <p:cNvPr id="35" name="Shape 33"/>
          <p:cNvSpPr/>
          <p:nvPr/>
        </p:nvSpPr>
        <p:spPr>
          <a:xfrm>
            <a:off x="10800910" y="1970620"/>
            <a:ext cx="129599" cy="129599"/>
          </a:xfrm>
          <a:prstGeom prst="ellipse">
            <a:avLst/>
          </a:prstGeom>
          <a:solidFill>
            <a:srgbClr val="FFFFFF"/>
          </a:solidFill>
          <a:ln w="11782">
            <a:solidFill>
              <a:srgbClr val="1A1A16"/>
            </a:solidFill>
            <a:prstDash val="solid"/>
          </a:ln>
        </p:spPr>
      </p:sp>
      <p:sp>
        <p:nvSpPr>
          <p:cNvPr id="36" name="Shape 34"/>
          <p:cNvSpPr/>
          <p:nvPr/>
        </p:nvSpPr>
        <p:spPr>
          <a:xfrm>
            <a:off x="3359299" y="1970620"/>
            <a:ext cx="129599" cy="129599"/>
          </a:xfrm>
          <a:prstGeom prst="ellipse">
            <a:avLst/>
          </a:prstGeom>
          <a:solidFill>
            <a:srgbClr val="FFFFFF"/>
          </a:solidFill>
          <a:ln w="11782">
            <a:solidFill>
              <a:srgbClr val="1A1A16"/>
            </a:solidFill>
            <a:prstDash val="solid"/>
          </a:ln>
        </p:spPr>
      </p:sp>
      <p:sp>
        <p:nvSpPr>
          <p:cNvPr id="37" name="Shape 35"/>
          <p:cNvSpPr/>
          <p:nvPr/>
        </p:nvSpPr>
        <p:spPr>
          <a:xfrm>
            <a:off x="9989446" y="1970620"/>
            <a:ext cx="129599" cy="129599"/>
          </a:xfrm>
          <a:prstGeom prst="ellipse">
            <a:avLst/>
          </a:prstGeom>
          <a:solidFill>
            <a:srgbClr val="FFFFFF"/>
          </a:solidFill>
          <a:ln w="11782">
            <a:solidFill>
              <a:srgbClr val="1A1A16"/>
            </a:solidFill>
            <a:prstDash val="solid"/>
          </a:ln>
        </p:spPr>
      </p:sp>
      <p:sp>
        <p:nvSpPr>
          <p:cNvPr id="38" name="Shape 36"/>
          <p:cNvSpPr/>
          <p:nvPr/>
        </p:nvSpPr>
        <p:spPr>
          <a:xfrm>
            <a:off x="2053004" y="4592046"/>
            <a:ext cx="306324" cy="306324"/>
          </a:xfrm>
          <a:prstGeom prst="ellipse">
            <a:avLst/>
          </a:prstGeom>
          <a:solidFill>
            <a:srgbClr val="FFFFFF"/>
          </a:solidFill>
          <a:ln w="15316">
            <a:solidFill>
              <a:srgbClr val="1A1A16"/>
            </a:solidFill>
            <a:prstDash val="solid"/>
          </a:ln>
        </p:spPr>
      </p:sp>
      <p:sp>
        <p:nvSpPr>
          <p:cNvPr id="39" name="Text 37"/>
          <p:cNvSpPr txBox="1"/>
          <p:nvPr/>
        </p:nvSpPr>
        <p:spPr>
          <a:xfrm>
            <a:off x="1322539" y="4962522"/>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def:active</a:t>
            </a:r>
            <a:endParaRPr lang="en-US" sz="974" dirty="0"/>
          </a:p>
        </p:txBody>
      </p:sp>
      <p:sp>
        <p:nvSpPr>
          <p:cNvPr id="40" name="Text 38"/>
          <p:cNvSpPr txBox="1"/>
          <p:nvPr/>
        </p:nvSpPr>
        <p:spPr>
          <a:xfrm>
            <a:off x="1322539" y="5125345"/>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definition</a:t>
            </a:r>
            <a:endParaRPr lang="en-US" sz="789" dirty="0"/>
          </a:p>
        </p:txBody>
      </p:sp>
      <p:sp>
        <p:nvSpPr>
          <p:cNvPr id="41" name="Shape 39"/>
          <p:cNvSpPr/>
          <p:nvPr/>
        </p:nvSpPr>
        <p:spPr>
          <a:xfrm>
            <a:off x="3152825" y="4609719"/>
            <a:ext cx="271568" cy="270979"/>
          </a:xfrm>
          <a:prstGeom prst="rect">
            <a:avLst/>
          </a:prstGeom>
          <a:solidFill>
            <a:srgbClr val="FFFFFF"/>
          </a:solidFill>
          <a:ln w="15316">
            <a:solidFill>
              <a:srgbClr val="1A1A16"/>
            </a:solidFill>
            <a:prstDash val="solid"/>
          </a:ln>
        </p:spPr>
      </p:sp>
      <p:sp>
        <p:nvSpPr>
          <p:cNvPr id="42" name="Text 40"/>
          <p:cNvSpPr txBox="1"/>
          <p:nvPr/>
        </p:nvSpPr>
        <p:spPr>
          <a:xfrm>
            <a:off x="2404982" y="5327754"/>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lem:collapse</a:t>
            </a:r>
            <a:endParaRPr lang="en-US" sz="974" dirty="0"/>
          </a:p>
        </p:txBody>
      </p:sp>
      <p:sp>
        <p:nvSpPr>
          <p:cNvPr id="43" name="Text 41"/>
          <p:cNvSpPr txBox="1"/>
          <p:nvPr/>
        </p:nvSpPr>
        <p:spPr>
          <a:xfrm>
            <a:off x="2404982" y="5490577"/>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lemma</a:t>
            </a:r>
            <a:endParaRPr lang="en-US" sz="789" dirty="0"/>
          </a:p>
        </p:txBody>
      </p:sp>
      <p:sp>
        <p:nvSpPr>
          <p:cNvPr id="44" name="Shape 42"/>
          <p:cNvSpPr/>
          <p:nvPr/>
        </p:nvSpPr>
        <p:spPr>
          <a:xfrm>
            <a:off x="4179010" y="4553167"/>
            <a:ext cx="384083" cy="384083"/>
          </a:xfrm>
          <a:prstGeom prst="diamond">
            <a:avLst/>
          </a:prstGeom>
          <a:solidFill>
            <a:srgbClr val="FFFFFF"/>
          </a:solidFill>
          <a:ln w="15316">
            <a:solidFill>
              <a:srgbClr val="1A1A16"/>
            </a:solidFill>
            <a:prstDash val="solid"/>
          </a:ln>
        </p:spPr>
      </p:sp>
      <p:sp>
        <p:nvSpPr>
          <p:cNvPr id="45" name="Text 43"/>
          <p:cNvSpPr txBox="1"/>
          <p:nvPr/>
        </p:nvSpPr>
        <p:spPr>
          <a:xfrm>
            <a:off x="3487425" y="4962522"/>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thm:mwis</a:t>
            </a:r>
            <a:endParaRPr lang="en-US" sz="974" dirty="0"/>
          </a:p>
        </p:txBody>
      </p:sp>
      <p:sp>
        <p:nvSpPr>
          <p:cNvPr id="46" name="Text 44"/>
          <p:cNvSpPr txBox="1"/>
          <p:nvPr/>
        </p:nvSpPr>
        <p:spPr>
          <a:xfrm>
            <a:off x="3487425" y="5125345"/>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theorem</a:t>
            </a:r>
            <a:endParaRPr lang="en-US" sz="789" dirty="0"/>
          </a:p>
        </p:txBody>
      </p:sp>
      <p:sp>
        <p:nvSpPr>
          <p:cNvPr id="47" name="Shape 45"/>
          <p:cNvSpPr/>
          <p:nvPr/>
        </p:nvSpPr>
        <p:spPr>
          <a:xfrm>
            <a:off x="5247021" y="4507218"/>
            <a:ext cx="412948" cy="356985"/>
          </a:xfrm>
          <a:prstGeom prst="triangle">
            <a:avLst/>
          </a:prstGeom>
          <a:solidFill>
            <a:srgbClr val="FFFFFF"/>
          </a:solidFill>
          <a:ln w="15316">
            <a:solidFill>
              <a:srgbClr val="1A1A16"/>
            </a:solidFill>
            <a:prstDash val="solid"/>
          </a:ln>
        </p:spPr>
      </p:sp>
      <p:sp>
        <p:nvSpPr>
          <p:cNvPr id="48" name="Text 46"/>
          <p:cNvSpPr txBox="1"/>
          <p:nvPr/>
        </p:nvSpPr>
        <p:spPr>
          <a:xfrm>
            <a:off x="4569868" y="5327754"/>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prop:relaxation</a:t>
            </a:r>
            <a:endParaRPr lang="en-US" sz="974" dirty="0"/>
          </a:p>
        </p:txBody>
      </p:sp>
      <p:sp>
        <p:nvSpPr>
          <p:cNvPr id="49" name="Text 47"/>
          <p:cNvSpPr txBox="1"/>
          <p:nvPr/>
        </p:nvSpPr>
        <p:spPr>
          <a:xfrm>
            <a:off x="4569868" y="5490577"/>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proposition</a:t>
            </a:r>
            <a:endParaRPr lang="en-US" sz="789" dirty="0"/>
          </a:p>
        </p:txBody>
      </p:sp>
      <p:sp>
        <p:nvSpPr>
          <p:cNvPr id="50" name="Shape 48"/>
          <p:cNvSpPr/>
          <p:nvPr/>
        </p:nvSpPr>
        <p:spPr>
          <a:xfrm>
            <a:off x="6343896" y="4553167"/>
            <a:ext cx="384083" cy="384083"/>
          </a:xfrm>
          <a:prstGeom prst="diamond">
            <a:avLst/>
          </a:prstGeom>
          <a:solidFill>
            <a:srgbClr val="FFFFFF"/>
          </a:solidFill>
          <a:ln w="15316">
            <a:solidFill>
              <a:srgbClr val="1A1A16"/>
            </a:solidFill>
            <a:prstDash val="solid"/>
          </a:ln>
        </p:spPr>
      </p:sp>
      <p:sp>
        <p:nvSpPr>
          <p:cNvPr id="51" name="Text 49"/>
          <p:cNvSpPr txBox="1"/>
          <p:nvPr/>
        </p:nvSpPr>
        <p:spPr>
          <a:xfrm>
            <a:off x="5652311" y="4962522"/>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thm:solvable</a:t>
            </a:r>
            <a:endParaRPr lang="en-US" sz="974" dirty="0"/>
          </a:p>
        </p:txBody>
      </p:sp>
      <p:sp>
        <p:nvSpPr>
          <p:cNvPr id="52" name="Text 50"/>
          <p:cNvSpPr txBox="1"/>
          <p:nvPr/>
        </p:nvSpPr>
        <p:spPr>
          <a:xfrm>
            <a:off x="5652311" y="5125345"/>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theorem</a:t>
            </a:r>
            <a:endParaRPr lang="en-US" sz="789" dirty="0"/>
          </a:p>
        </p:txBody>
      </p:sp>
      <p:sp>
        <p:nvSpPr>
          <p:cNvPr id="53" name="Shape 51"/>
          <p:cNvSpPr/>
          <p:nvPr/>
        </p:nvSpPr>
        <p:spPr>
          <a:xfrm>
            <a:off x="7411907" y="4507218"/>
            <a:ext cx="412948" cy="356985"/>
          </a:xfrm>
          <a:prstGeom prst="triangle">
            <a:avLst/>
          </a:prstGeom>
          <a:solidFill>
            <a:srgbClr val="FFFFFF"/>
          </a:solidFill>
          <a:ln w="15316">
            <a:solidFill>
              <a:srgbClr val="1A1A16"/>
            </a:solidFill>
            <a:prstDash val="solid"/>
          </a:ln>
        </p:spPr>
      </p:sp>
      <p:sp>
        <p:nvSpPr>
          <p:cNvPr id="54" name="Text 52"/>
          <p:cNvSpPr txBox="1"/>
          <p:nvPr/>
        </p:nvSpPr>
        <p:spPr>
          <a:xfrm>
            <a:off x="6734754" y="5327754"/>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prop:clifford</a:t>
            </a:r>
            <a:endParaRPr lang="en-US" sz="974" dirty="0"/>
          </a:p>
        </p:txBody>
      </p:sp>
      <p:sp>
        <p:nvSpPr>
          <p:cNvPr id="55" name="Text 53"/>
          <p:cNvSpPr txBox="1"/>
          <p:nvPr/>
        </p:nvSpPr>
        <p:spPr>
          <a:xfrm>
            <a:off x="6734754" y="5490577"/>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proposition</a:t>
            </a:r>
            <a:endParaRPr lang="en-US" sz="789" dirty="0"/>
          </a:p>
        </p:txBody>
      </p:sp>
      <p:sp>
        <p:nvSpPr>
          <p:cNvPr id="56" name="Shape 54"/>
          <p:cNvSpPr/>
          <p:nvPr/>
        </p:nvSpPr>
        <p:spPr>
          <a:xfrm>
            <a:off x="8565334" y="4609719"/>
            <a:ext cx="270979" cy="270979"/>
          </a:xfrm>
          <a:prstGeom prst="rect">
            <a:avLst/>
          </a:prstGeom>
          <a:solidFill>
            <a:srgbClr val="FFFFFF"/>
          </a:solidFill>
          <a:ln w="15316">
            <a:solidFill>
              <a:srgbClr val="1A1A16"/>
            </a:solidFill>
            <a:prstDash val="solid"/>
          </a:ln>
        </p:spPr>
      </p:sp>
      <p:sp>
        <p:nvSpPr>
          <p:cNvPr id="57" name="Text 55"/>
          <p:cNvSpPr txBox="1"/>
          <p:nvPr/>
        </p:nvSpPr>
        <p:spPr>
          <a:xfrm>
            <a:off x="7817197" y="4962522"/>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lem:lovasz-sandwich</a:t>
            </a:r>
            <a:endParaRPr lang="en-US" sz="974" dirty="0"/>
          </a:p>
        </p:txBody>
      </p:sp>
      <p:sp>
        <p:nvSpPr>
          <p:cNvPr id="58" name="Text 56"/>
          <p:cNvSpPr txBox="1"/>
          <p:nvPr/>
        </p:nvSpPr>
        <p:spPr>
          <a:xfrm>
            <a:off x="7817197" y="5125345"/>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lemma</a:t>
            </a:r>
            <a:endParaRPr lang="en-US" sz="789" dirty="0"/>
          </a:p>
        </p:txBody>
      </p:sp>
      <p:sp>
        <p:nvSpPr>
          <p:cNvPr id="59" name="Shape 57"/>
          <p:cNvSpPr/>
          <p:nvPr/>
        </p:nvSpPr>
        <p:spPr>
          <a:xfrm>
            <a:off x="9647483" y="4609719"/>
            <a:ext cx="271568" cy="270979"/>
          </a:xfrm>
          <a:prstGeom prst="rect">
            <a:avLst/>
          </a:prstGeom>
          <a:solidFill>
            <a:srgbClr val="FFFFFF"/>
          </a:solidFill>
          <a:ln w="15316">
            <a:solidFill>
              <a:srgbClr val="1A1A16"/>
            </a:solidFill>
            <a:prstDash val="solid"/>
          </a:ln>
        </p:spPr>
      </p:sp>
      <p:sp>
        <p:nvSpPr>
          <p:cNvPr id="60" name="Text 58"/>
          <p:cNvSpPr txBox="1"/>
          <p:nvPr/>
        </p:nvSpPr>
        <p:spPr>
          <a:xfrm>
            <a:off x="8899640" y="5327754"/>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lem:perfect-collapse</a:t>
            </a:r>
            <a:endParaRPr lang="en-US" sz="974" dirty="0"/>
          </a:p>
        </p:txBody>
      </p:sp>
      <p:sp>
        <p:nvSpPr>
          <p:cNvPr id="61" name="Text 59"/>
          <p:cNvSpPr txBox="1"/>
          <p:nvPr/>
        </p:nvSpPr>
        <p:spPr>
          <a:xfrm>
            <a:off x="8899640" y="5490577"/>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lemma</a:t>
            </a:r>
            <a:endParaRPr lang="en-US" sz="789" dirty="0"/>
          </a:p>
        </p:txBody>
      </p:sp>
      <p:sp>
        <p:nvSpPr>
          <p:cNvPr id="62" name="Shape 60"/>
          <p:cNvSpPr/>
          <p:nvPr/>
        </p:nvSpPr>
        <p:spPr>
          <a:xfrm>
            <a:off x="10659530" y="4507218"/>
            <a:ext cx="412359" cy="356985"/>
          </a:xfrm>
          <a:prstGeom prst="triangle">
            <a:avLst/>
          </a:prstGeom>
          <a:solidFill>
            <a:srgbClr val="FFFFFF"/>
          </a:solidFill>
          <a:ln w="15316">
            <a:solidFill>
              <a:srgbClr val="1A1A16"/>
            </a:solidFill>
            <a:prstDash val="solid"/>
          </a:ln>
        </p:spPr>
      </p:sp>
      <p:sp>
        <p:nvSpPr>
          <p:cNvPr id="63" name="Text 61"/>
          <p:cNvSpPr txBox="1"/>
          <p:nvPr/>
        </p:nvSpPr>
        <p:spPr>
          <a:xfrm>
            <a:off x="9982083" y="4962522"/>
            <a:ext cx="1767254" cy="210303"/>
          </a:xfrm>
          <a:prstGeom prst="rect">
            <a:avLst/>
          </a:prstGeom>
          <a:noFill/>
          <a:ln/>
        </p:spPr>
        <p:txBody>
          <a:bodyPr wrap="square" lIns="0" tIns="0" rIns="0" bIns="0" rtlCol="0" anchor="t"/>
          <a:lstStyle/>
          <a:p>
            <a:pPr algn="ctr" indent="0" marL="0">
              <a:buNone/>
            </a:pPr>
            <a:r>
              <a:rPr lang="en-US" sz="974" dirty="0">
                <a:solidFill>
                  <a:srgbClr val="1A1A16"/>
                </a:solidFill>
                <a:latin typeface="Calibri" pitchFamily="34" charset="0"/>
                <a:ea typeface="Calibri" pitchFamily="34" charset="-122"/>
                <a:cs typeface="Calibri" pitchFamily="34" charset="-120"/>
              </a:rPr>
              <a:t>prop:extremal</a:t>
            </a:r>
            <a:endParaRPr lang="en-US" sz="974" dirty="0"/>
          </a:p>
        </p:txBody>
      </p:sp>
      <p:sp>
        <p:nvSpPr>
          <p:cNvPr id="64" name="Text 62"/>
          <p:cNvSpPr txBox="1"/>
          <p:nvPr/>
        </p:nvSpPr>
        <p:spPr>
          <a:xfrm>
            <a:off x="9982083" y="5125345"/>
            <a:ext cx="1767254" cy="170245"/>
          </a:xfrm>
          <a:prstGeom prst="rect">
            <a:avLst/>
          </a:prstGeom>
          <a:noFill/>
          <a:ln/>
        </p:spPr>
        <p:txBody>
          <a:bodyPr wrap="square" lIns="0" tIns="0" rIns="0" bIns="0" rtlCol="0" anchor="t"/>
          <a:lstStyle/>
          <a:p>
            <a:pPr algn="ctr" indent="0" marL="0">
              <a:buNone/>
            </a:pPr>
            <a:r>
              <a:rPr lang="en-US" sz="789" dirty="0">
                <a:solidFill>
                  <a:srgbClr val="8A8A80"/>
                </a:solidFill>
                <a:latin typeface="Calibri" pitchFamily="34" charset="0"/>
                <a:ea typeface="Calibri" pitchFamily="34" charset="-122"/>
                <a:cs typeface="Calibri" pitchFamily="34" charset="-120"/>
              </a:rPr>
              <a:t>proposition</a:t>
            </a:r>
            <a:endParaRPr lang="en-US" sz="789" dirty="0"/>
          </a:p>
        </p:txBody>
      </p:sp>
      <p:sp>
        <p:nvSpPr>
          <p:cNvPr id="65" name="Text 63"/>
          <p:cNvSpPr txBox="1"/>
          <p:nvPr/>
        </p:nvSpPr>
        <p:spPr>
          <a:xfrm>
            <a:off x="851271" y="867854"/>
            <a:ext cx="7069015" cy="200289"/>
          </a:xfrm>
          <a:prstGeom prst="rect">
            <a:avLst/>
          </a:prstGeom>
          <a:noFill/>
          <a:ln/>
        </p:spPr>
        <p:txBody>
          <a:bodyPr wrap="square" lIns="0" tIns="0" rIns="0" bIns="0" rtlCol="0" anchor="t"/>
          <a:lstStyle/>
          <a:p>
            <a:pPr algn="l" indent="0" marL="0">
              <a:buNone/>
            </a:pPr>
            <a:r>
              <a:rPr lang="en-US" sz="928" spc="74" kern="0" dirty="0">
                <a:solidFill>
                  <a:srgbClr val="8A8A80"/>
                </a:solidFill>
                <a:latin typeface="Calibri" pitchFamily="34" charset="0"/>
                <a:ea typeface="Calibri" pitchFamily="34" charset="-122"/>
                <a:cs typeface="Calibri" pitchFamily="34" charset="-120"/>
              </a:rPr>
              <a:t>14 candidates that land inside a declared result  (one mark each, kind not shown)</a:t>
            </a:r>
            <a:endParaRPr lang="en-US" sz="928" dirty="0"/>
          </a:p>
        </p:txBody>
      </p:sp>
      <p:sp>
        <p:nvSpPr>
          <p:cNvPr id="66" name="Text 64"/>
          <p:cNvSpPr txBox="1"/>
          <p:nvPr/>
        </p:nvSpPr>
        <p:spPr>
          <a:xfrm>
            <a:off x="851271" y="5686566"/>
            <a:ext cx="7069015" cy="200289"/>
          </a:xfrm>
          <a:prstGeom prst="rect">
            <a:avLst/>
          </a:prstGeom>
          <a:noFill/>
          <a:ln/>
        </p:spPr>
        <p:txBody>
          <a:bodyPr wrap="square" lIns="0" tIns="0" rIns="0" bIns="0" rtlCol="0" anchor="t"/>
          <a:lstStyle/>
          <a:p>
            <a:pPr algn="l" indent="0" marL="0">
              <a:buNone/>
            </a:pPr>
            <a:r>
              <a:rPr lang="en-US" sz="928" spc="74" kern="0" dirty="0">
                <a:solidFill>
                  <a:srgbClr val="8A8A80"/>
                </a:solidFill>
                <a:latin typeface="Calibri" pitchFamily="34" charset="0"/>
                <a:ea typeface="Calibri" pitchFamily="34" charset="-122"/>
                <a:cs typeface="Calibri" pitchFamily="34" charset="-120"/>
              </a:rPr>
              <a:t>the 9 results the paper actually declares</a:t>
            </a:r>
            <a:endParaRPr lang="en-US" sz="928" dirty="0"/>
          </a:p>
        </p:txBody>
      </p:sp>
      <p:sp>
        <p:nvSpPr>
          <p:cNvPr id="67" name="Text 65"/>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14 OF THE 240 LAND ON A RESULT THE PAPER DECLARES  ·  9 OF 9 HIT</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frames/open02.png">    </p:cNvPr>
          <p:cNvPicPr>
            <a:picLocks noChangeAspect="1"/>
          </p:cNvPicPr>
          <p:nvPr/>
        </p:nvPicPr>
        <p:blipFill>
          <a:blip r:embed="rId1"/>
          <a:stretch>
            <a:fillRect/>
          </a:stretch>
        </p:blipFill>
        <p:spPr>
          <a:xfrm>
            <a:off x="484373" y="146304"/>
            <a:ext cx="11222950" cy="6071616"/>
          </a:xfrm>
          <a:prstGeom prst="rect">
            <a:avLst/>
          </a:prstGeom>
        </p:spPr>
      </p:pic>
      <p:sp>
        <p:nvSpPr>
          <p:cNvPr id="3" name="Text 0"/>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A DIFFERENT OBJECT  ·  74 CLAIMS, AUTHORED BY HAND</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frames/open03.png">    </p:cNvPr>
          <p:cNvPicPr>
            <a:picLocks noChangeAspect="1"/>
          </p:cNvPicPr>
          <p:nvPr/>
        </p:nvPicPr>
        <p:blipFill>
          <a:blip r:embed="rId1"/>
          <a:stretch>
            <a:fillRect/>
          </a:stretch>
        </p:blipFill>
        <p:spPr>
          <a:xfrm>
            <a:off x="484373" y="146304"/>
            <a:ext cx="11222950" cy="6071616"/>
          </a:xfrm>
          <a:prstGeom prst="rect">
            <a:avLst/>
          </a:prstGeom>
        </p:spPr>
      </p:pic>
      <p:sp>
        <p:nvSpPr>
          <p:cNvPr id="3" name="Text 0"/>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29 OF 74  ·  THE CLOSURE OF ONE THEOREM</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592813" y="473756"/>
            <a:ext cx="354629" cy="354629"/>
          </a:xfrm>
          <a:prstGeom prst="diamond">
            <a:avLst/>
          </a:prstGeom>
          <a:solidFill>
            <a:srgbClr val="FFFFFF"/>
          </a:solidFill>
          <a:ln w="18851">
            <a:solidFill>
              <a:srgbClr val="1A1A16"/>
            </a:solidFill>
            <a:prstDash val="solid"/>
          </a:ln>
        </p:spPr>
      </p:sp>
      <p:sp>
        <p:nvSpPr>
          <p:cNvPr id="36" name="Text 34"/>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37" name="Text 35"/>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1 CLAIM</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5592813" y="473756"/>
            <a:ext cx="354629" cy="354629"/>
          </a:xfrm>
          <a:prstGeom prst="diamond">
            <a:avLst/>
          </a:prstGeom>
          <a:solidFill>
            <a:srgbClr val="FFFFFF"/>
          </a:solidFill>
          <a:ln w="18851">
            <a:solidFill>
              <a:srgbClr val="1A1A16"/>
            </a:solidFill>
            <a:prstDash val="solid"/>
          </a:ln>
        </p:spPr>
      </p:sp>
      <p:sp>
        <p:nvSpPr>
          <p:cNvPr id="43" name="Shape 41"/>
          <p:cNvSpPr/>
          <p:nvPr/>
        </p:nvSpPr>
        <p:spPr>
          <a:xfrm>
            <a:off x="7721176" y="1137065"/>
            <a:ext cx="221496" cy="220907"/>
          </a:xfrm>
          <a:prstGeom prst="diamond">
            <a:avLst/>
          </a:prstGeom>
          <a:solidFill>
            <a:srgbClr val="FFFFFF"/>
          </a:solidFill>
          <a:ln w="12371">
            <a:solidFill>
              <a:srgbClr val="1A1A16"/>
            </a:solidFill>
            <a:prstDash val="solid"/>
          </a:ln>
        </p:spPr>
      </p:sp>
      <p:sp>
        <p:nvSpPr>
          <p:cNvPr id="44" name="Shape 42"/>
          <p:cNvSpPr/>
          <p:nvPr/>
        </p:nvSpPr>
        <p:spPr>
          <a:xfrm>
            <a:off x="9844826" y="2362361"/>
            <a:ext cx="156697" cy="156107"/>
          </a:xfrm>
          <a:prstGeom prst="rect">
            <a:avLst/>
          </a:prstGeom>
          <a:solidFill>
            <a:srgbClr val="FFFFFF"/>
          </a:solidFill>
          <a:ln w="12371">
            <a:solidFill>
              <a:srgbClr val="1A1A16"/>
            </a:solidFill>
            <a:prstDash val="solid"/>
          </a:ln>
        </p:spPr>
      </p:sp>
      <p:sp>
        <p:nvSpPr>
          <p:cNvPr id="45" name="Shape 43"/>
          <p:cNvSpPr/>
          <p:nvPr/>
        </p:nvSpPr>
        <p:spPr>
          <a:xfrm>
            <a:off x="9805357" y="3515494"/>
            <a:ext cx="235634" cy="235634"/>
          </a:xfrm>
          <a:prstGeom prst="ellipse">
            <a:avLst/>
          </a:prstGeom>
          <a:solidFill>
            <a:srgbClr val="FFFFFF"/>
          </a:solidFill>
          <a:ln w="12371">
            <a:solidFill>
              <a:srgbClr val="1A1A16"/>
            </a:solidFill>
            <a:prstDash val="solid"/>
          </a:ln>
        </p:spPr>
      </p:sp>
      <p:sp>
        <p:nvSpPr>
          <p:cNvPr id="46" name="Text 44"/>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47" name="Text 45"/>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48" name="Text 46"/>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4 CLAIMS  ·  1 AND-GROUP</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12960">
            <a:solidFill>
              <a:srgbClr val="B1B1B0"/>
            </a:solidFill>
            <a:prstDash val="solid"/>
          </a:ln>
        </p:spPr>
      </p:sp>
      <p:sp>
        <p:nvSpPr>
          <p:cNvPr id="43" name="Shape 41"/>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sp>
      <p:sp>
        <p:nvSpPr>
          <p:cNvPr id="44" name="Shape 42"/>
          <p:cNvSpPr/>
          <p:nvPr/>
        </p:nvSpPr>
        <p:spPr>
          <a:xfrm>
            <a:off x="7767125" y="1477262"/>
            <a:ext cx="129599" cy="129599"/>
          </a:xfrm>
          <a:prstGeom prst="ellipse">
            <a:avLst/>
          </a:prstGeom>
          <a:solidFill>
            <a:srgbClr val="FFFFFF"/>
          </a:solidFill>
          <a:ln w="16494">
            <a:solidFill>
              <a:srgbClr val="1A1A16"/>
            </a:solidFill>
            <a:prstDash val="solid"/>
          </a:ln>
        </p:spPr>
      </p:sp>
      <p:sp>
        <p:nvSpPr>
          <p:cNvPr id="45" name="Shape 43"/>
          <p:cNvSpPr/>
          <p:nvPr/>
        </p:nvSpPr>
        <p:spPr>
          <a:xfrm>
            <a:off x="7796579" y="1542061"/>
            <a:ext cx="70690" cy="0"/>
          </a:xfrm>
          <a:prstGeom prst="line">
            <a:avLst/>
          </a:prstGeom>
          <a:noFill/>
          <a:ln w="10604">
            <a:solidFill>
              <a:srgbClr val="1A1A16"/>
            </a:solidFill>
            <a:prstDash val="solid"/>
          </a:ln>
        </p:spPr>
      </p:sp>
      <p:sp>
        <p:nvSpPr>
          <p:cNvPr id="46" name="Shape 44"/>
          <p:cNvSpPr/>
          <p:nvPr/>
        </p:nvSpPr>
        <p:spPr>
          <a:xfrm>
            <a:off x="7831924" y="1506716"/>
            <a:ext cx="0" cy="70690"/>
          </a:xfrm>
          <a:prstGeom prst="line">
            <a:avLst/>
          </a:prstGeom>
          <a:noFill/>
          <a:ln w="10604">
            <a:solidFill>
              <a:srgbClr val="1A1A16"/>
            </a:solidFill>
            <a:prstDash val="solid"/>
          </a:ln>
        </p:spPr>
      </p:sp>
      <p:sp>
        <p:nvSpPr>
          <p:cNvPr id="47" name="Shape 45"/>
          <p:cNvSpPr/>
          <p:nvPr/>
        </p:nvSpPr>
        <p:spPr>
          <a:xfrm>
            <a:off x="7831924" y="1353554"/>
            <a:ext cx="0" cy="123708"/>
          </a:xfrm>
          <a:prstGeom prst="line">
            <a:avLst/>
          </a:prstGeom>
          <a:noFill/>
          <a:ln w="16494">
            <a:solidFill>
              <a:srgbClr val="31312D"/>
            </a:solidFill>
            <a:prstDash val="solid"/>
            <a:headEnd type="triangle"/>
          </a:ln>
        </p:spPr>
      </p:sp>
      <p:sp>
        <p:nvSpPr>
          <p:cNvPr id="48" name="Shape 46"/>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12960">
            <a:solidFill>
              <a:srgbClr val="B1B1B0"/>
            </a:solidFill>
            <a:prstDash val="solid"/>
          </a:ln>
        </p:spPr>
      </p:sp>
      <p:sp>
        <p:nvSpPr>
          <p:cNvPr id="49" name="Shape 47"/>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12960">
            <a:solidFill>
              <a:srgbClr val="7FAEE6"/>
            </a:solidFill>
            <a:prstDash val="solid"/>
          </a:ln>
        </p:spPr>
      </p:sp>
      <p:sp>
        <p:nvSpPr>
          <p:cNvPr id="50" name="Shape 48"/>
          <p:cNvSpPr/>
          <p:nvPr/>
        </p:nvSpPr>
        <p:spPr>
          <a:xfrm>
            <a:off x="9858375" y="2670158"/>
            <a:ext cx="129599" cy="129599"/>
          </a:xfrm>
          <a:prstGeom prst="ellipse">
            <a:avLst/>
          </a:prstGeom>
          <a:solidFill>
            <a:srgbClr val="FFFFFF"/>
          </a:solidFill>
          <a:ln w="16494">
            <a:solidFill>
              <a:srgbClr val="1A1A16"/>
            </a:solidFill>
            <a:prstDash val="solid"/>
          </a:ln>
        </p:spPr>
      </p:sp>
      <p:sp>
        <p:nvSpPr>
          <p:cNvPr id="51" name="Shape 49"/>
          <p:cNvSpPr/>
          <p:nvPr/>
        </p:nvSpPr>
        <p:spPr>
          <a:xfrm>
            <a:off x="9887829" y="2734957"/>
            <a:ext cx="70690" cy="0"/>
          </a:xfrm>
          <a:prstGeom prst="line">
            <a:avLst/>
          </a:prstGeom>
          <a:noFill/>
          <a:ln w="10604">
            <a:solidFill>
              <a:srgbClr val="1A1A16"/>
            </a:solidFill>
            <a:prstDash val="solid"/>
          </a:ln>
        </p:spPr>
      </p:sp>
      <p:sp>
        <p:nvSpPr>
          <p:cNvPr id="52" name="Shape 50"/>
          <p:cNvSpPr/>
          <p:nvPr/>
        </p:nvSpPr>
        <p:spPr>
          <a:xfrm>
            <a:off x="9923174" y="2699612"/>
            <a:ext cx="0" cy="70690"/>
          </a:xfrm>
          <a:prstGeom prst="line">
            <a:avLst/>
          </a:prstGeom>
          <a:noFill/>
          <a:ln w="10604">
            <a:solidFill>
              <a:srgbClr val="1A1A16"/>
            </a:solidFill>
            <a:prstDash val="solid"/>
          </a:ln>
        </p:spPr>
      </p:sp>
      <p:sp>
        <p:nvSpPr>
          <p:cNvPr id="53" name="Shape 51"/>
          <p:cNvSpPr/>
          <p:nvPr/>
        </p:nvSpPr>
        <p:spPr>
          <a:xfrm>
            <a:off x="9923174" y="2546450"/>
            <a:ext cx="0" cy="123708"/>
          </a:xfrm>
          <a:prstGeom prst="line">
            <a:avLst/>
          </a:prstGeom>
          <a:noFill/>
          <a:ln w="16494">
            <a:solidFill>
              <a:srgbClr val="31312D"/>
            </a:solidFill>
            <a:prstDash val="solid"/>
            <a:headEnd type="triangle"/>
          </a:ln>
        </p:spPr>
      </p:sp>
      <p:sp>
        <p:nvSpPr>
          <p:cNvPr id="54" name="Shape 52"/>
          <p:cNvSpPr/>
          <p:nvPr/>
        </p:nvSpPr>
        <p:spPr>
          <a:xfrm>
            <a:off x="5592813" y="473756"/>
            <a:ext cx="354629" cy="354629"/>
          </a:xfrm>
          <a:prstGeom prst="diamond">
            <a:avLst/>
          </a:prstGeom>
          <a:solidFill>
            <a:srgbClr val="FFFFFF"/>
          </a:solidFill>
          <a:ln w="18851">
            <a:solidFill>
              <a:srgbClr val="1A1A16"/>
            </a:solidFill>
            <a:prstDash val="solid"/>
          </a:ln>
        </p:spPr>
      </p:sp>
      <p:sp>
        <p:nvSpPr>
          <p:cNvPr id="55" name="Shape 53"/>
          <p:cNvSpPr/>
          <p:nvPr/>
        </p:nvSpPr>
        <p:spPr>
          <a:xfrm>
            <a:off x="7721176" y="1137065"/>
            <a:ext cx="221496" cy="220907"/>
          </a:xfrm>
          <a:prstGeom prst="diamond">
            <a:avLst/>
          </a:prstGeom>
          <a:solidFill>
            <a:srgbClr val="FFFFFF"/>
          </a:solidFill>
          <a:ln w="12371">
            <a:solidFill>
              <a:srgbClr val="1A1A16"/>
            </a:solidFill>
            <a:prstDash val="solid"/>
          </a:ln>
        </p:spPr>
      </p:sp>
      <p:sp>
        <p:nvSpPr>
          <p:cNvPr id="56" name="Shape 54"/>
          <p:cNvSpPr/>
          <p:nvPr/>
        </p:nvSpPr>
        <p:spPr>
          <a:xfrm>
            <a:off x="9844826" y="2362361"/>
            <a:ext cx="156697" cy="156107"/>
          </a:xfrm>
          <a:prstGeom prst="rect">
            <a:avLst/>
          </a:prstGeom>
          <a:solidFill>
            <a:srgbClr val="FFFFFF"/>
          </a:solidFill>
          <a:ln w="12371">
            <a:solidFill>
              <a:srgbClr val="1A1A16"/>
            </a:solidFill>
            <a:prstDash val="solid"/>
          </a:ln>
        </p:spPr>
      </p:sp>
      <p:sp>
        <p:nvSpPr>
          <p:cNvPr id="57" name="Shape 55"/>
          <p:cNvSpPr/>
          <p:nvPr/>
        </p:nvSpPr>
        <p:spPr>
          <a:xfrm>
            <a:off x="9805357" y="3515494"/>
            <a:ext cx="235634" cy="235634"/>
          </a:xfrm>
          <a:prstGeom prst="ellipse">
            <a:avLst/>
          </a:prstGeom>
          <a:solidFill>
            <a:srgbClr val="FFFFFF"/>
          </a:solidFill>
          <a:ln w="12371">
            <a:solidFill>
              <a:srgbClr val="1A1A16"/>
            </a:solidFill>
            <a:prstDash val="solid"/>
          </a:ln>
        </p:spPr>
      </p:sp>
      <p:sp>
        <p:nvSpPr>
          <p:cNvPr id="58" name="Shape 56"/>
          <p:cNvSpPr/>
          <p:nvPr/>
        </p:nvSpPr>
        <p:spPr>
          <a:xfrm>
            <a:off x="5628747" y="1702586"/>
            <a:ext cx="282761" cy="282761"/>
          </a:xfrm>
          <a:prstGeom prst="ellipse">
            <a:avLst/>
          </a:prstGeom>
          <a:ln w="15316">
            <a:solidFill>
              <a:srgbClr val="BABAB9"/>
            </a:solidFill>
            <a:prstDash val="solid"/>
          </a:ln>
        </p:spPr>
      </p:sp>
      <p:sp>
        <p:nvSpPr>
          <p:cNvPr id="59" name="Shape 57"/>
          <p:cNvSpPr/>
          <p:nvPr/>
        </p:nvSpPr>
        <p:spPr>
          <a:xfrm>
            <a:off x="5659380" y="1733219"/>
            <a:ext cx="221496" cy="221496"/>
          </a:xfrm>
          <a:prstGeom prst="diamond">
            <a:avLst/>
          </a:prstGeom>
          <a:solidFill>
            <a:srgbClr val="FFFFFF"/>
          </a:solidFill>
          <a:ln w="21207">
            <a:solidFill>
              <a:srgbClr val="1A1A16"/>
            </a:solidFill>
            <a:prstDash val="solid"/>
          </a:ln>
        </p:spPr>
      </p:sp>
      <p:sp>
        <p:nvSpPr>
          <p:cNvPr id="60" name="Shape 58"/>
          <p:cNvSpPr/>
          <p:nvPr/>
        </p:nvSpPr>
        <p:spPr>
          <a:xfrm>
            <a:off x="7690544" y="1702586"/>
            <a:ext cx="282761" cy="282761"/>
          </a:xfrm>
          <a:prstGeom prst="ellipse">
            <a:avLst/>
          </a:prstGeom>
          <a:ln w="15316">
            <a:solidFill>
              <a:srgbClr val="BABAB9"/>
            </a:solidFill>
            <a:prstDash val="solid"/>
          </a:ln>
        </p:spPr>
      </p:sp>
      <p:sp>
        <p:nvSpPr>
          <p:cNvPr id="61" name="Shape 59"/>
          <p:cNvSpPr/>
          <p:nvPr/>
        </p:nvSpPr>
        <p:spPr>
          <a:xfrm>
            <a:off x="7712929" y="1706710"/>
            <a:ext cx="237990" cy="206180"/>
          </a:xfrm>
          <a:prstGeom prst="triangle">
            <a:avLst/>
          </a:prstGeom>
          <a:solidFill>
            <a:srgbClr val="FFFFFF"/>
          </a:solidFill>
          <a:ln w="21207">
            <a:solidFill>
              <a:srgbClr val="1A1A16"/>
            </a:solidFill>
            <a:prstDash val="solid"/>
          </a:ln>
        </p:spPr>
      </p:sp>
      <p:sp>
        <p:nvSpPr>
          <p:cNvPr id="62" name="Shape 60"/>
          <p:cNvSpPr/>
          <p:nvPr/>
        </p:nvSpPr>
        <p:spPr>
          <a:xfrm>
            <a:off x="9752340" y="5251821"/>
            <a:ext cx="341669" cy="341669"/>
          </a:xfrm>
          <a:prstGeom prst="ellipse">
            <a:avLst/>
          </a:prstGeom>
          <a:ln w="15316">
            <a:solidFill>
              <a:srgbClr val="BABAB9"/>
            </a:solidFill>
            <a:prstDash val="solid"/>
          </a:ln>
        </p:spPr>
      </p:sp>
      <p:sp>
        <p:nvSpPr>
          <p:cNvPr id="63" name="Shape 61"/>
          <p:cNvSpPr/>
          <p:nvPr/>
        </p:nvSpPr>
        <p:spPr>
          <a:xfrm>
            <a:off x="9811248" y="5293057"/>
            <a:ext cx="223852" cy="259197"/>
          </a:xfrm>
          <a:prstGeom prst="hexagon">
            <a:avLst/>
          </a:prstGeom>
          <a:solidFill>
            <a:srgbClr val="FFFFFF"/>
          </a:solidFill>
          <a:ln w="21207">
            <a:solidFill>
              <a:srgbClr val="2A78D6"/>
            </a:solidFill>
            <a:prstDash val="solid"/>
          </a:ln>
        </p:spPr>
      </p:sp>
      <p:sp>
        <p:nvSpPr>
          <p:cNvPr id="64" name="Text 62"/>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65" name="Text 63"/>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66" name="Text 64"/>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67" name="Text 65"/>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7 CLAIMS  ·  3 GROUPS</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sp>
      <p:sp>
        <p:nvSpPr>
          <p:cNvPr id="43" name="Shape 41"/>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44" name="Shape 42"/>
          <p:cNvSpPr/>
          <p:nvPr/>
        </p:nvSpPr>
        <p:spPr>
          <a:xfrm>
            <a:off x="7767125" y="1477262"/>
            <a:ext cx="129599" cy="129599"/>
          </a:xfrm>
          <a:prstGeom prst="ellipse">
            <a:avLst/>
          </a:prstGeom>
          <a:solidFill>
            <a:srgbClr val="FFFFFF"/>
          </a:solidFill>
          <a:ln w="11782">
            <a:solidFill>
              <a:srgbClr val="1A1A16"/>
            </a:solidFill>
            <a:prstDash val="solid"/>
          </a:ln>
        </p:spPr>
      </p:sp>
      <p:sp>
        <p:nvSpPr>
          <p:cNvPr id="45" name="Shape 43"/>
          <p:cNvSpPr/>
          <p:nvPr/>
        </p:nvSpPr>
        <p:spPr>
          <a:xfrm>
            <a:off x="7796579" y="1542061"/>
            <a:ext cx="70690" cy="0"/>
          </a:xfrm>
          <a:prstGeom prst="line">
            <a:avLst/>
          </a:prstGeom>
          <a:noFill/>
          <a:ln w="10604">
            <a:solidFill>
              <a:srgbClr val="1A1A16"/>
            </a:solidFill>
            <a:prstDash val="solid"/>
          </a:ln>
        </p:spPr>
      </p:sp>
      <p:sp>
        <p:nvSpPr>
          <p:cNvPr id="46" name="Shape 44"/>
          <p:cNvSpPr/>
          <p:nvPr/>
        </p:nvSpPr>
        <p:spPr>
          <a:xfrm>
            <a:off x="7831924" y="1506716"/>
            <a:ext cx="0" cy="70690"/>
          </a:xfrm>
          <a:prstGeom prst="line">
            <a:avLst/>
          </a:prstGeom>
          <a:noFill/>
          <a:ln w="10604">
            <a:solidFill>
              <a:srgbClr val="1A1A16"/>
            </a:solidFill>
            <a:prstDash val="solid"/>
          </a:ln>
        </p:spPr>
      </p:sp>
      <p:sp>
        <p:nvSpPr>
          <p:cNvPr id="47" name="Shape 45"/>
          <p:cNvSpPr/>
          <p:nvPr/>
        </p:nvSpPr>
        <p:spPr>
          <a:xfrm>
            <a:off x="7831924" y="1353554"/>
            <a:ext cx="0" cy="123708"/>
          </a:xfrm>
          <a:prstGeom prst="line">
            <a:avLst/>
          </a:prstGeom>
          <a:noFill/>
          <a:ln w="12960">
            <a:solidFill>
              <a:srgbClr val="31312D"/>
            </a:solidFill>
            <a:prstDash val="solid"/>
            <a:headEnd type="triangle"/>
          </a:ln>
        </p:spPr>
      </p:sp>
      <p:sp>
        <p:nvSpPr>
          <p:cNvPr id="48" name="Shape 46"/>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sp>
      <p:sp>
        <p:nvSpPr>
          <p:cNvPr id="49" name="Shape 47"/>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sp>
      <p:sp>
        <p:nvSpPr>
          <p:cNvPr id="50" name="Shape 48"/>
          <p:cNvSpPr/>
          <p:nvPr/>
        </p:nvSpPr>
        <p:spPr>
          <a:xfrm>
            <a:off x="9858375" y="2670158"/>
            <a:ext cx="129599" cy="129599"/>
          </a:xfrm>
          <a:prstGeom prst="ellipse">
            <a:avLst/>
          </a:prstGeom>
          <a:solidFill>
            <a:srgbClr val="FFFFFF"/>
          </a:solidFill>
          <a:ln w="11782">
            <a:solidFill>
              <a:srgbClr val="1A1A16"/>
            </a:solidFill>
            <a:prstDash val="solid"/>
          </a:ln>
        </p:spPr>
      </p:sp>
      <p:sp>
        <p:nvSpPr>
          <p:cNvPr id="51" name="Shape 49"/>
          <p:cNvSpPr/>
          <p:nvPr/>
        </p:nvSpPr>
        <p:spPr>
          <a:xfrm>
            <a:off x="9887829" y="2734957"/>
            <a:ext cx="70690" cy="0"/>
          </a:xfrm>
          <a:prstGeom prst="line">
            <a:avLst/>
          </a:prstGeom>
          <a:noFill/>
          <a:ln w="10604">
            <a:solidFill>
              <a:srgbClr val="1A1A16"/>
            </a:solidFill>
            <a:prstDash val="solid"/>
          </a:ln>
        </p:spPr>
      </p:sp>
      <p:sp>
        <p:nvSpPr>
          <p:cNvPr id="52" name="Shape 50"/>
          <p:cNvSpPr/>
          <p:nvPr/>
        </p:nvSpPr>
        <p:spPr>
          <a:xfrm>
            <a:off x="9923174" y="2699612"/>
            <a:ext cx="0" cy="70690"/>
          </a:xfrm>
          <a:prstGeom prst="line">
            <a:avLst/>
          </a:prstGeom>
          <a:noFill/>
          <a:ln w="10604">
            <a:solidFill>
              <a:srgbClr val="1A1A16"/>
            </a:solidFill>
            <a:prstDash val="solid"/>
          </a:ln>
        </p:spPr>
      </p:sp>
      <p:sp>
        <p:nvSpPr>
          <p:cNvPr id="53" name="Shape 51"/>
          <p:cNvSpPr/>
          <p:nvPr/>
        </p:nvSpPr>
        <p:spPr>
          <a:xfrm>
            <a:off x="9923174" y="2546450"/>
            <a:ext cx="0" cy="123708"/>
          </a:xfrm>
          <a:prstGeom prst="line">
            <a:avLst/>
          </a:prstGeom>
          <a:noFill/>
          <a:ln w="12960">
            <a:solidFill>
              <a:srgbClr val="31312D"/>
            </a:solidFill>
            <a:prstDash val="solid"/>
            <a:headEnd type="triangle"/>
          </a:ln>
        </p:spPr>
      </p:sp>
      <p:sp>
        <p:nvSpPr>
          <p:cNvPr id="54" name="Shape 52"/>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12960">
            <a:solidFill>
              <a:srgbClr val="B1B1B0"/>
            </a:solidFill>
            <a:prstDash val="solid"/>
          </a:ln>
        </p:spPr>
      </p:sp>
      <p:sp>
        <p:nvSpPr>
          <p:cNvPr id="55" name="Shape 53"/>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sp>
      <p:sp>
        <p:nvSpPr>
          <p:cNvPr id="56" name="Shape 54"/>
          <p:cNvSpPr/>
          <p:nvPr/>
        </p:nvSpPr>
        <p:spPr>
          <a:xfrm>
            <a:off x="5705328" y="2073710"/>
            <a:ext cx="129599" cy="129599"/>
          </a:xfrm>
          <a:prstGeom prst="ellipse">
            <a:avLst/>
          </a:prstGeom>
          <a:solidFill>
            <a:srgbClr val="FFFFFF"/>
          </a:solidFill>
          <a:ln w="16494">
            <a:solidFill>
              <a:srgbClr val="1A1A16"/>
            </a:solidFill>
            <a:prstDash val="solid"/>
          </a:ln>
        </p:spPr>
      </p:sp>
      <p:sp>
        <p:nvSpPr>
          <p:cNvPr id="57" name="Shape 55"/>
          <p:cNvSpPr/>
          <p:nvPr/>
        </p:nvSpPr>
        <p:spPr>
          <a:xfrm>
            <a:off x="5734783" y="2138509"/>
            <a:ext cx="70690" cy="0"/>
          </a:xfrm>
          <a:prstGeom prst="line">
            <a:avLst/>
          </a:prstGeom>
          <a:noFill/>
          <a:ln w="10604">
            <a:solidFill>
              <a:srgbClr val="1A1A16"/>
            </a:solidFill>
            <a:prstDash val="solid"/>
          </a:ln>
        </p:spPr>
      </p:sp>
      <p:sp>
        <p:nvSpPr>
          <p:cNvPr id="58" name="Shape 56"/>
          <p:cNvSpPr/>
          <p:nvPr/>
        </p:nvSpPr>
        <p:spPr>
          <a:xfrm>
            <a:off x="5770128" y="2103164"/>
            <a:ext cx="0" cy="70690"/>
          </a:xfrm>
          <a:prstGeom prst="line">
            <a:avLst/>
          </a:prstGeom>
          <a:noFill/>
          <a:ln w="10604">
            <a:solidFill>
              <a:srgbClr val="1A1A16"/>
            </a:solidFill>
            <a:prstDash val="solid"/>
          </a:ln>
        </p:spPr>
      </p:sp>
      <p:sp>
        <p:nvSpPr>
          <p:cNvPr id="59" name="Shape 57"/>
          <p:cNvSpPr/>
          <p:nvPr/>
        </p:nvSpPr>
        <p:spPr>
          <a:xfrm>
            <a:off x="5770128" y="1950002"/>
            <a:ext cx="0" cy="123708"/>
          </a:xfrm>
          <a:prstGeom prst="line">
            <a:avLst/>
          </a:prstGeom>
          <a:noFill/>
          <a:ln w="16494">
            <a:solidFill>
              <a:srgbClr val="31312D"/>
            </a:solidFill>
            <a:prstDash val="solid"/>
            <a:headEnd type="triangle"/>
          </a:ln>
        </p:spPr>
      </p:sp>
      <p:sp>
        <p:nvSpPr>
          <p:cNvPr id="60" name="Shape 5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12960">
            <a:solidFill>
              <a:srgbClr val="B1B1B0"/>
            </a:solidFill>
            <a:prstDash val="solid"/>
          </a:ln>
        </p:spPr>
      </p:sp>
      <p:sp>
        <p:nvSpPr>
          <p:cNvPr id="61" name="Shape 5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12960">
            <a:solidFill>
              <a:srgbClr val="B1B1B0"/>
            </a:solidFill>
            <a:prstDash val="solid"/>
          </a:ln>
        </p:spPr>
      </p:sp>
      <p:sp>
        <p:nvSpPr>
          <p:cNvPr id="62" name="Shape 6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12960">
            <a:solidFill>
              <a:srgbClr val="B1B1B0"/>
            </a:solidFill>
            <a:prstDash val="solid"/>
          </a:ln>
        </p:spPr>
      </p:sp>
      <p:sp>
        <p:nvSpPr>
          <p:cNvPr id="63" name="Shape 6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B1B1B0"/>
            </a:solidFill>
            <a:prstDash val="solid"/>
          </a:ln>
        </p:spPr>
      </p:sp>
      <p:sp>
        <p:nvSpPr>
          <p:cNvPr id="64" name="Shape 62"/>
          <p:cNvSpPr/>
          <p:nvPr/>
        </p:nvSpPr>
        <p:spPr>
          <a:xfrm>
            <a:off x="7767125" y="2073710"/>
            <a:ext cx="129599" cy="129599"/>
          </a:xfrm>
          <a:prstGeom prst="ellipse">
            <a:avLst/>
          </a:prstGeom>
          <a:solidFill>
            <a:srgbClr val="FFFFFF"/>
          </a:solidFill>
          <a:ln w="16494">
            <a:solidFill>
              <a:srgbClr val="1A1A16"/>
            </a:solidFill>
            <a:prstDash val="solid"/>
          </a:ln>
        </p:spPr>
      </p:sp>
      <p:sp>
        <p:nvSpPr>
          <p:cNvPr id="65" name="Shape 63"/>
          <p:cNvSpPr/>
          <p:nvPr/>
        </p:nvSpPr>
        <p:spPr>
          <a:xfrm>
            <a:off x="7796579" y="2138509"/>
            <a:ext cx="70690" cy="0"/>
          </a:xfrm>
          <a:prstGeom prst="line">
            <a:avLst/>
          </a:prstGeom>
          <a:noFill/>
          <a:ln w="10604">
            <a:solidFill>
              <a:srgbClr val="1A1A16"/>
            </a:solidFill>
            <a:prstDash val="solid"/>
          </a:ln>
        </p:spPr>
      </p:sp>
      <p:sp>
        <p:nvSpPr>
          <p:cNvPr id="66" name="Shape 64"/>
          <p:cNvSpPr/>
          <p:nvPr/>
        </p:nvSpPr>
        <p:spPr>
          <a:xfrm>
            <a:off x="7831924" y="2103164"/>
            <a:ext cx="0" cy="70690"/>
          </a:xfrm>
          <a:prstGeom prst="line">
            <a:avLst/>
          </a:prstGeom>
          <a:noFill/>
          <a:ln w="10604">
            <a:solidFill>
              <a:srgbClr val="1A1A16"/>
            </a:solidFill>
            <a:prstDash val="solid"/>
          </a:ln>
        </p:spPr>
      </p:sp>
      <p:sp>
        <p:nvSpPr>
          <p:cNvPr id="67" name="Shape 65"/>
          <p:cNvSpPr/>
          <p:nvPr/>
        </p:nvSpPr>
        <p:spPr>
          <a:xfrm>
            <a:off x="7831924" y="1950002"/>
            <a:ext cx="0" cy="123708"/>
          </a:xfrm>
          <a:prstGeom prst="line">
            <a:avLst/>
          </a:prstGeom>
          <a:noFill/>
          <a:ln w="16494">
            <a:solidFill>
              <a:srgbClr val="31312D"/>
            </a:solidFill>
            <a:prstDash val="solid"/>
            <a:headEnd type="triangle"/>
          </a:ln>
        </p:spPr>
      </p:sp>
      <p:sp>
        <p:nvSpPr>
          <p:cNvPr id="68" name="Shape 66"/>
          <p:cNvSpPr/>
          <p:nvPr/>
        </p:nvSpPr>
        <p:spPr>
          <a:xfrm>
            <a:off x="5592813" y="473756"/>
            <a:ext cx="354629" cy="354629"/>
          </a:xfrm>
          <a:prstGeom prst="diamond">
            <a:avLst/>
          </a:prstGeom>
          <a:solidFill>
            <a:srgbClr val="FFFFFF"/>
          </a:solidFill>
          <a:ln w="18851">
            <a:solidFill>
              <a:srgbClr val="1A1A16"/>
            </a:solidFill>
            <a:prstDash val="solid"/>
          </a:ln>
        </p:spPr>
      </p:sp>
      <p:sp>
        <p:nvSpPr>
          <p:cNvPr id="69" name="Shape 67"/>
          <p:cNvSpPr/>
          <p:nvPr/>
        </p:nvSpPr>
        <p:spPr>
          <a:xfrm>
            <a:off x="7721176" y="1137065"/>
            <a:ext cx="221496" cy="220907"/>
          </a:xfrm>
          <a:prstGeom prst="diamond">
            <a:avLst/>
          </a:prstGeom>
          <a:solidFill>
            <a:srgbClr val="FFFFFF"/>
          </a:solidFill>
          <a:ln w="12371">
            <a:solidFill>
              <a:srgbClr val="1A1A16"/>
            </a:solidFill>
            <a:prstDash val="solid"/>
          </a:ln>
        </p:spPr>
      </p:sp>
      <p:sp>
        <p:nvSpPr>
          <p:cNvPr id="70" name="Shape 68"/>
          <p:cNvSpPr/>
          <p:nvPr/>
        </p:nvSpPr>
        <p:spPr>
          <a:xfrm>
            <a:off x="4150145" y="3491931"/>
            <a:ext cx="282761" cy="282761"/>
          </a:xfrm>
          <a:prstGeom prst="ellipse">
            <a:avLst/>
          </a:prstGeom>
          <a:ln w="15316">
            <a:solidFill>
              <a:srgbClr val="BABAB9"/>
            </a:solidFill>
            <a:prstDash val="solid"/>
          </a:ln>
        </p:spPr>
      </p:sp>
      <p:sp>
        <p:nvSpPr>
          <p:cNvPr id="71" name="Shape 69"/>
          <p:cNvSpPr/>
          <p:nvPr/>
        </p:nvSpPr>
        <p:spPr>
          <a:xfrm>
            <a:off x="4180777" y="3522858"/>
            <a:ext cx="221496" cy="220907"/>
          </a:xfrm>
          <a:prstGeom prst="diamond">
            <a:avLst/>
          </a:prstGeom>
          <a:solidFill>
            <a:srgbClr val="FFFFFF"/>
          </a:solidFill>
          <a:ln w="21207">
            <a:solidFill>
              <a:srgbClr val="1A1A16"/>
            </a:solidFill>
            <a:prstDash val="solid"/>
          </a:ln>
        </p:spPr>
      </p:sp>
      <p:sp>
        <p:nvSpPr>
          <p:cNvPr id="72" name="Shape 70"/>
          <p:cNvSpPr/>
          <p:nvPr/>
        </p:nvSpPr>
        <p:spPr>
          <a:xfrm>
            <a:off x="4150145" y="4088379"/>
            <a:ext cx="282761" cy="282761"/>
          </a:xfrm>
          <a:prstGeom prst="ellipse">
            <a:avLst/>
          </a:prstGeom>
          <a:ln w="15316">
            <a:solidFill>
              <a:srgbClr val="BABAB9"/>
            </a:solidFill>
            <a:prstDash val="solid"/>
          </a:ln>
        </p:spPr>
      </p:sp>
      <p:sp>
        <p:nvSpPr>
          <p:cNvPr id="73" name="Shape 71"/>
          <p:cNvSpPr/>
          <p:nvPr/>
        </p:nvSpPr>
        <p:spPr>
          <a:xfrm>
            <a:off x="4203163" y="4141397"/>
            <a:ext cx="176725" cy="176725"/>
          </a:xfrm>
          <a:prstGeom prst="ellipse">
            <a:avLst/>
          </a:prstGeom>
          <a:solidFill>
            <a:srgbClr val="FFFFFF"/>
          </a:solidFill>
          <a:ln w="21207">
            <a:solidFill>
              <a:srgbClr val="1A1A16"/>
            </a:solidFill>
            <a:prstDash val="solid"/>
          </a:ln>
        </p:spPr>
      </p:sp>
      <p:sp>
        <p:nvSpPr>
          <p:cNvPr id="74" name="Shape 72"/>
          <p:cNvSpPr/>
          <p:nvPr/>
        </p:nvSpPr>
        <p:spPr>
          <a:xfrm>
            <a:off x="7661089" y="3462477"/>
            <a:ext cx="341669" cy="341669"/>
          </a:xfrm>
          <a:prstGeom prst="ellipse">
            <a:avLst/>
          </a:prstGeom>
          <a:ln w="15316">
            <a:solidFill>
              <a:srgbClr val="BABAB9"/>
            </a:solidFill>
            <a:prstDash val="solid"/>
          </a:ln>
        </p:spPr>
      </p:sp>
      <p:sp>
        <p:nvSpPr>
          <p:cNvPr id="75" name="Shape 73"/>
          <p:cNvSpPr/>
          <p:nvPr/>
        </p:nvSpPr>
        <p:spPr>
          <a:xfrm>
            <a:off x="7714107" y="3515494"/>
            <a:ext cx="235634" cy="235634"/>
          </a:xfrm>
          <a:prstGeom prst="ellipse">
            <a:avLst/>
          </a:prstGeom>
          <a:solidFill>
            <a:srgbClr val="FFFFFF"/>
          </a:solidFill>
          <a:ln w="21207">
            <a:solidFill>
              <a:srgbClr val="1A1A16"/>
            </a:solidFill>
            <a:prstDash val="solid"/>
          </a:ln>
        </p:spPr>
      </p:sp>
      <p:sp>
        <p:nvSpPr>
          <p:cNvPr id="76" name="Shape 74"/>
          <p:cNvSpPr/>
          <p:nvPr/>
        </p:nvSpPr>
        <p:spPr>
          <a:xfrm>
            <a:off x="5628747" y="2299035"/>
            <a:ext cx="282761" cy="282761"/>
          </a:xfrm>
          <a:prstGeom prst="ellipse">
            <a:avLst/>
          </a:prstGeom>
          <a:ln w="15316">
            <a:solidFill>
              <a:srgbClr val="BABAB9"/>
            </a:solidFill>
            <a:prstDash val="solid"/>
          </a:ln>
        </p:spPr>
      </p:sp>
      <p:sp>
        <p:nvSpPr>
          <p:cNvPr id="77" name="Shape 75"/>
          <p:cNvSpPr/>
          <p:nvPr/>
        </p:nvSpPr>
        <p:spPr>
          <a:xfrm>
            <a:off x="5691780" y="2362361"/>
            <a:ext cx="156697" cy="156107"/>
          </a:xfrm>
          <a:prstGeom prst="rect">
            <a:avLst/>
          </a:prstGeom>
          <a:solidFill>
            <a:srgbClr val="FFFFFF"/>
          </a:solidFill>
          <a:ln w="21207">
            <a:solidFill>
              <a:srgbClr val="1A1A16"/>
            </a:solidFill>
            <a:prstDash val="solid"/>
          </a:ln>
        </p:spPr>
      </p:sp>
      <p:sp>
        <p:nvSpPr>
          <p:cNvPr id="78" name="Shape 76"/>
          <p:cNvSpPr/>
          <p:nvPr/>
        </p:nvSpPr>
        <p:spPr>
          <a:xfrm>
            <a:off x="9844826" y="2362361"/>
            <a:ext cx="156697" cy="156107"/>
          </a:xfrm>
          <a:prstGeom prst="rect">
            <a:avLst/>
          </a:prstGeom>
          <a:solidFill>
            <a:srgbClr val="FFFFFF"/>
          </a:solidFill>
          <a:ln w="12371">
            <a:solidFill>
              <a:srgbClr val="1A1A16"/>
            </a:solidFill>
            <a:prstDash val="solid"/>
          </a:ln>
        </p:spPr>
      </p:sp>
      <p:sp>
        <p:nvSpPr>
          <p:cNvPr id="79" name="Shape 77"/>
          <p:cNvSpPr/>
          <p:nvPr/>
        </p:nvSpPr>
        <p:spPr>
          <a:xfrm>
            <a:off x="9805357" y="3515494"/>
            <a:ext cx="235634" cy="235634"/>
          </a:xfrm>
          <a:prstGeom prst="ellipse">
            <a:avLst/>
          </a:prstGeom>
          <a:solidFill>
            <a:srgbClr val="FFFFFF"/>
          </a:solidFill>
          <a:ln w="12371">
            <a:solidFill>
              <a:srgbClr val="1A1A16"/>
            </a:solidFill>
            <a:prstDash val="solid"/>
          </a:ln>
        </p:spPr>
      </p:sp>
      <p:sp>
        <p:nvSpPr>
          <p:cNvPr id="80" name="Shape 78"/>
          <p:cNvSpPr/>
          <p:nvPr/>
        </p:nvSpPr>
        <p:spPr>
          <a:xfrm>
            <a:off x="5659380" y="1733219"/>
            <a:ext cx="221496" cy="221496"/>
          </a:xfrm>
          <a:prstGeom prst="diamond">
            <a:avLst/>
          </a:prstGeom>
          <a:solidFill>
            <a:srgbClr val="FFFFFF"/>
          </a:solidFill>
          <a:ln w="12371">
            <a:solidFill>
              <a:srgbClr val="1A1A16"/>
            </a:solidFill>
            <a:prstDash val="solid"/>
          </a:ln>
        </p:spPr>
      </p:sp>
      <p:sp>
        <p:nvSpPr>
          <p:cNvPr id="81" name="Shape 79"/>
          <p:cNvSpPr/>
          <p:nvPr/>
        </p:nvSpPr>
        <p:spPr>
          <a:xfrm>
            <a:off x="7967413" y="2299035"/>
            <a:ext cx="282761" cy="282761"/>
          </a:xfrm>
          <a:prstGeom prst="ellipse">
            <a:avLst/>
          </a:prstGeom>
          <a:ln w="15316">
            <a:solidFill>
              <a:srgbClr val="BABAB9"/>
            </a:solidFill>
            <a:prstDash val="solid"/>
          </a:ln>
        </p:spPr>
      </p:sp>
      <p:sp>
        <p:nvSpPr>
          <p:cNvPr id="82" name="Shape 80"/>
          <p:cNvSpPr/>
          <p:nvPr/>
        </p:nvSpPr>
        <p:spPr>
          <a:xfrm>
            <a:off x="7989799" y="2302864"/>
            <a:ext cx="237990" cy="206180"/>
          </a:xfrm>
          <a:prstGeom prst="triangle">
            <a:avLst/>
          </a:prstGeom>
          <a:solidFill>
            <a:srgbClr val="FFFFFF"/>
          </a:solidFill>
          <a:ln w="21207">
            <a:solidFill>
              <a:srgbClr val="1A1A16"/>
            </a:solidFill>
            <a:prstDash val="solid"/>
          </a:ln>
        </p:spPr>
      </p:sp>
      <p:sp>
        <p:nvSpPr>
          <p:cNvPr id="83" name="Shape 81"/>
          <p:cNvSpPr/>
          <p:nvPr/>
        </p:nvSpPr>
        <p:spPr>
          <a:xfrm>
            <a:off x="7712929" y="1706710"/>
            <a:ext cx="237990" cy="206180"/>
          </a:xfrm>
          <a:prstGeom prst="triangle">
            <a:avLst/>
          </a:prstGeom>
          <a:solidFill>
            <a:srgbClr val="FFFFFF"/>
          </a:solidFill>
          <a:ln w="12371">
            <a:solidFill>
              <a:srgbClr val="1A1A16"/>
            </a:solidFill>
            <a:prstDash val="solid"/>
          </a:ln>
        </p:spPr>
      </p:sp>
      <p:sp>
        <p:nvSpPr>
          <p:cNvPr id="84" name="Shape 82"/>
          <p:cNvSpPr/>
          <p:nvPr/>
        </p:nvSpPr>
        <p:spPr>
          <a:xfrm>
            <a:off x="7413674" y="2299035"/>
            <a:ext cx="282761" cy="282761"/>
          </a:xfrm>
          <a:prstGeom prst="ellipse">
            <a:avLst/>
          </a:prstGeom>
          <a:ln w="15316">
            <a:solidFill>
              <a:srgbClr val="BABAB9"/>
            </a:solidFill>
            <a:prstDash val="solid"/>
          </a:ln>
        </p:spPr>
      </p:sp>
      <p:sp>
        <p:nvSpPr>
          <p:cNvPr id="85" name="Shape 83"/>
          <p:cNvSpPr/>
          <p:nvPr/>
        </p:nvSpPr>
        <p:spPr>
          <a:xfrm>
            <a:off x="7476706" y="2362361"/>
            <a:ext cx="156697" cy="156107"/>
          </a:xfrm>
          <a:prstGeom prst="rect">
            <a:avLst/>
          </a:prstGeom>
          <a:solidFill>
            <a:srgbClr val="FFFFFF"/>
          </a:solidFill>
          <a:ln w="21207">
            <a:solidFill>
              <a:srgbClr val="1A1A16"/>
            </a:solidFill>
            <a:prstDash val="solid"/>
          </a:ln>
        </p:spPr>
      </p:sp>
      <p:sp>
        <p:nvSpPr>
          <p:cNvPr id="86" name="Shape 84"/>
          <p:cNvSpPr/>
          <p:nvPr/>
        </p:nvSpPr>
        <p:spPr>
          <a:xfrm>
            <a:off x="9811248" y="5293057"/>
            <a:ext cx="223852" cy="259197"/>
          </a:xfrm>
          <a:prstGeom prst="hexagon">
            <a:avLst/>
          </a:prstGeom>
          <a:solidFill>
            <a:srgbClr val="FFFFFF"/>
          </a:solidFill>
          <a:ln w="12371">
            <a:solidFill>
              <a:srgbClr val="2A78D6"/>
            </a:solidFill>
            <a:prstDash val="solid"/>
          </a:ln>
        </p:spPr>
      </p:sp>
      <p:sp>
        <p:nvSpPr>
          <p:cNvPr id="87" name="Text 85"/>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88" name="Text 86"/>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89" name="Text 87"/>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90" name="Text 88"/>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91" name="Text 89"/>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13 CLAIMS  ·  5 GROUPS</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sp>
      <p:sp>
        <p:nvSpPr>
          <p:cNvPr id="43" name="Shape 41"/>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44" name="Shape 42"/>
          <p:cNvSpPr/>
          <p:nvPr/>
        </p:nvSpPr>
        <p:spPr>
          <a:xfrm>
            <a:off x="7767125" y="1477262"/>
            <a:ext cx="129599" cy="129599"/>
          </a:xfrm>
          <a:prstGeom prst="ellipse">
            <a:avLst/>
          </a:prstGeom>
          <a:solidFill>
            <a:srgbClr val="FFFFFF"/>
          </a:solidFill>
          <a:ln w="11782">
            <a:solidFill>
              <a:srgbClr val="1A1A16"/>
            </a:solidFill>
            <a:prstDash val="solid"/>
          </a:ln>
        </p:spPr>
      </p:sp>
      <p:sp>
        <p:nvSpPr>
          <p:cNvPr id="45" name="Shape 43"/>
          <p:cNvSpPr/>
          <p:nvPr/>
        </p:nvSpPr>
        <p:spPr>
          <a:xfrm>
            <a:off x="7796579" y="1542061"/>
            <a:ext cx="70690" cy="0"/>
          </a:xfrm>
          <a:prstGeom prst="line">
            <a:avLst/>
          </a:prstGeom>
          <a:noFill/>
          <a:ln w="10604">
            <a:solidFill>
              <a:srgbClr val="1A1A16"/>
            </a:solidFill>
            <a:prstDash val="solid"/>
          </a:ln>
        </p:spPr>
      </p:sp>
      <p:sp>
        <p:nvSpPr>
          <p:cNvPr id="46" name="Shape 44"/>
          <p:cNvSpPr/>
          <p:nvPr/>
        </p:nvSpPr>
        <p:spPr>
          <a:xfrm>
            <a:off x="7831924" y="1506716"/>
            <a:ext cx="0" cy="70690"/>
          </a:xfrm>
          <a:prstGeom prst="line">
            <a:avLst/>
          </a:prstGeom>
          <a:noFill/>
          <a:ln w="10604">
            <a:solidFill>
              <a:srgbClr val="1A1A16"/>
            </a:solidFill>
            <a:prstDash val="solid"/>
          </a:ln>
        </p:spPr>
      </p:sp>
      <p:sp>
        <p:nvSpPr>
          <p:cNvPr id="47" name="Shape 45"/>
          <p:cNvSpPr/>
          <p:nvPr/>
        </p:nvSpPr>
        <p:spPr>
          <a:xfrm>
            <a:off x="7831924" y="1353554"/>
            <a:ext cx="0" cy="123708"/>
          </a:xfrm>
          <a:prstGeom prst="line">
            <a:avLst/>
          </a:prstGeom>
          <a:noFill/>
          <a:ln w="12960">
            <a:solidFill>
              <a:srgbClr val="31312D"/>
            </a:solidFill>
            <a:prstDash val="solid"/>
            <a:headEnd type="triangle"/>
          </a:ln>
        </p:spPr>
      </p:sp>
      <p:sp>
        <p:nvSpPr>
          <p:cNvPr id="48" name="Shape 46"/>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sp>
      <p:sp>
        <p:nvSpPr>
          <p:cNvPr id="49" name="Shape 47"/>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12960">
            <a:solidFill>
              <a:srgbClr val="B1B1B0"/>
            </a:solidFill>
            <a:prstDash val="solid"/>
          </a:ln>
        </p:spPr>
      </p:sp>
      <p:sp>
        <p:nvSpPr>
          <p:cNvPr id="50" name="Shape 48"/>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12960">
            <a:solidFill>
              <a:srgbClr val="9289CA"/>
            </a:solidFill>
            <a:prstDash val="solid"/>
          </a:ln>
        </p:spPr>
      </p:sp>
      <p:sp>
        <p:nvSpPr>
          <p:cNvPr id="51" name="Shape 49"/>
          <p:cNvSpPr/>
          <p:nvPr/>
        </p:nvSpPr>
        <p:spPr>
          <a:xfrm>
            <a:off x="4226726" y="3863054"/>
            <a:ext cx="129599" cy="129599"/>
          </a:xfrm>
          <a:prstGeom prst="ellipse">
            <a:avLst/>
          </a:prstGeom>
          <a:solidFill>
            <a:srgbClr val="FFFFFF"/>
          </a:solidFill>
          <a:ln w="16494">
            <a:solidFill>
              <a:srgbClr val="1A1A16"/>
            </a:solidFill>
            <a:prstDash val="solid"/>
          </a:ln>
        </p:spPr>
      </p:sp>
      <p:sp>
        <p:nvSpPr>
          <p:cNvPr id="52" name="Shape 50"/>
          <p:cNvSpPr/>
          <p:nvPr/>
        </p:nvSpPr>
        <p:spPr>
          <a:xfrm>
            <a:off x="4256180" y="3927854"/>
            <a:ext cx="70690" cy="0"/>
          </a:xfrm>
          <a:prstGeom prst="line">
            <a:avLst/>
          </a:prstGeom>
          <a:noFill/>
          <a:ln w="10604">
            <a:solidFill>
              <a:srgbClr val="1A1A16"/>
            </a:solidFill>
            <a:prstDash val="solid"/>
          </a:ln>
        </p:spPr>
      </p:sp>
      <p:sp>
        <p:nvSpPr>
          <p:cNvPr id="53" name="Shape 51"/>
          <p:cNvSpPr/>
          <p:nvPr/>
        </p:nvSpPr>
        <p:spPr>
          <a:xfrm>
            <a:off x="4291525" y="3892508"/>
            <a:ext cx="0" cy="70690"/>
          </a:xfrm>
          <a:prstGeom prst="line">
            <a:avLst/>
          </a:prstGeom>
          <a:noFill/>
          <a:ln w="10604">
            <a:solidFill>
              <a:srgbClr val="1A1A16"/>
            </a:solidFill>
            <a:prstDash val="solid"/>
          </a:ln>
        </p:spPr>
      </p:sp>
      <p:sp>
        <p:nvSpPr>
          <p:cNvPr id="54" name="Shape 52"/>
          <p:cNvSpPr/>
          <p:nvPr/>
        </p:nvSpPr>
        <p:spPr>
          <a:xfrm>
            <a:off x="4291525" y="3739346"/>
            <a:ext cx="0" cy="123708"/>
          </a:xfrm>
          <a:prstGeom prst="line">
            <a:avLst/>
          </a:prstGeom>
          <a:noFill/>
          <a:ln w="16494">
            <a:solidFill>
              <a:srgbClr val="31312D"/>
            </a:solidFill>
            <a:prstDash val="solid"/>
            <a:headEnd type="triangle"/>
          </a:ln>
        </p:spPr>
      </p:sp>
      <p:sp>
        <p:nvSpPr>
          <p:cNvPr id="55" name="Shape 53"/>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12960">
            <a:solidFill>
              <a:srgbClr val="B1B1B0"/>
            </a:solidFill>
            <a:prstDash val="solid"/>
          </a:ln>
        </p:spPr>
      </p:sp>
      <p:sp>
        <p:nvSpPr>
          <p:cNvPr id="56" name="Shape 54"/>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12960">
            <a:solidFill>
              <a:srgbClr val="76CFAF"/>
            </a:solidFill>
            <a:prstDash val="solid"/>
          </a:ln>
        </p:spPr>
      </p:sp>
      <p:sp>
        <p:nvSpPr>
          <p:cNvPr id="57" name="Shape 55"/>
          <p:cNvSpPr/>
          <p:nvPr/>
        </p:nvSpPr>
        <p:spPr>
          <a:xfrm>
            <a:off x="4226726" y="4459502"/>
            <a:ext cx="129599" cy="129599"/>
          </a:xfrm>
          <a:prstGeom prst="ellipse">
            <a:avLst/>
          </a:prstGeom>
          <a:solidFill>
            <a:srgbClr val="FFFFFF"/>
          </a:solidFill>
          <a:ln w="16494">
            <a:solidFill>
              <a:srgbClr val="1A1A16"/>
            </a:solidFill>
            <a:prstDash val="solid"/>
          </a:ln>
        </p:spPr>
      </p:sp>
      <p:sp>
        <p:nvSpPr>
          <p:cNvPr id="58" name="Shape 56"/>
          <p:cNvSpPr/>
          <p:nvPr/>
        </p:nvSpPr>
        <p:spPr>
          <a:xfrm>
            <a:off x="4256180" y="4524302"/>
            <a:ext cx="70690" cy="0"/>
          </a:xfrm>
          <a:prstGeom prst="line">
            <a:avLst/>
          </a:prstGeom>
          <a:noFill/>
          <a:ln w="10604">
            <a:solidFill>
              <a:srgbClr val="1A1A16"/>
            </a:solidFill>
            <a:prstDash val="solid"/>
          </a:ln>
        </p:spPr>
      </p:sp>
      <p:sp>
        <p:nvSpPr>
          <p:cNvPr id="59" name="Shape 57"/>
          <p:cNvSpPr/>
          <p:nvPr/>
        </p:nvSpPr>
        <p:spPr>
          <a:xfrm>
            <a:off x="4291525" y="4488957"/>
            <a:ext cx="0" cy="70690"/>
          </a:xfrm>
          <a:prstGeom prst="line">
            <a:avLst/>
          </a:prstGeom>
          <a:noFill/>
          <a:ln w="10604">
            <a:solidFill>
              <a:srgbClr val="1A1A16"/>
            </a:solidFill>
            <a:prstDash val="solid"/>
          </a:ln>
        </p:spPr>
      </p:sp>
      <p:sp>
        <p:nvSpPr>
          <p:cNvPr id="60" name="Shape 58"/>
          <p:cNvSpPr/>
          <p:nvPr/>
        </p:nvSpPr>
        <p:spPr>
          <a:xfrm>
            <a:off x="4291525" y="4335795"/>
            <a:ext cx="0" cy="123708"/>
          </a:xfrm>
          <a:prstGeom prst="line">
            <a:avLst/>
          </a:prstGeom>
          <a:noFill/>
          <a:ln w="16494">
            <a:solidFill>
              <a:srgbClr val="31312D"/>
            </a:solidFill>
            <a:prstDash val="solid"/>
            <a:headEnd type="triangle"/>
          </a:ln>
        </p:spPr>
      </p:sp>
      <p:sp>
        <p:nvSpPr>
          <p:cNvPr id="61" name="Shape 59"/>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12960">
            <a:solidFill>
              <a:srgbClr val="B1B1B0"/>
            </a:solidFill>
            <a:prstDash val="solid"/>
          </a:ln>
        </p:spPr>
      </p:sp>
      <p:sp>
        <p:nvSpPr>
          <p:cNvPr id="62" name="Shape 60"/>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12960">
            <a:solidFill>
              <a:srgbClr val="B1B1B0"/>
            </a:solidFill>
            <a:prstDash val="solid"/>
          </a:ln>
        </p:spPr>
      </p:sp>
      <p:sp>
        <p:nvSpPr>
          <p:cNvPr id="63" name="Shape 61"/>
          <p:cNvSpPr/>
          <p:nvPr/>
        </p:nvSpPr>
        <p:spPr>
          <a:xfrm>
            <a:off x="5705328" y="2670158"/>
            <a:ext cx="129599" cy="129599"/>
          </a:xfrm>
          <a:prstGeom prst="ellipse">
            <a:avLst/>
          </a:prstGeom>
          <a:solidFill>
            <a:srgbClr val="FFFFFF"/>
          </a:solidFill>
          <a:ln w="16494">
            <a:solidFill>
              <a:srgbClr val="1A1A16"/>
            </a:solidFill>
            <a:prstDash val="solid"/>
          </a:ln>
        </p:spPr>
      </p:sp>
      <p:sp>
        <p:nvSpPr>
          <p:cNvPr id="64" name="Shape 62"/>
          <p:cNvSpPr/>
          <p:nvPr/>
        </p:nvSpPr>
        <p:spPr>
          <a:xfrm>
            <a:off x="5734783" y="2734957"/>
            <a:ext cx="70690" cy="0"/>
          </a:xfrm>
          <a:prstGeom prst="line">
            <a:avLst/>
          </a:prstGeom>
          <a:noFill/>
          <a:ln w="10604">
            <a:solidFill>
              <a:srgbClr val="1A1A16"/>
            </a:solidFill>
            <a:prstDash val="solid"/>
          </a:ln>
        </p:spPr>
      </p:sp>
      <p:sp>
        <p:nvSpPr>
          <p:cNvPr id="65" name="Shape 63"/>
          <p:cNvSpPr/>
          <p:nvPr/>
        </p:nvSpPr>
        <p:spPr>
          <a:xfrm>
            <a:off x="5770128" y="2699612"/>
            <a:ext cx="0" cy="70690"/>
          </a:xfrm>
          <a:prstGeom prst="line">
            <a:avLst/>
          </a:prstGeom>
          <a:noFill/>
          <a:ln w="10604">
            <a:solidFill>
              <a:srgbClr val="1A1A16"/>
            </a:solidFill>
            <a:prstDash val="solid"/>
          </a:ln>
        </p:spPr>
      </p:sp>
      <p:sp>
        <p:nvSpPr>
          <p:cNvPr id="66" name="Shape 64"/>
          <p:cNvSpPr/>
          <p:nvPr/>
        </p:nvSpPr>
        <p:spPr>
          <a:xfrm>
            <a:off x="5770128" y="2546450"/>
            <a:ext cx="0" cy="123708"/>
          </a:xfrm>
          <a:prstGeom prst="line">
            <a:avLst/>
          </a:prstGeom>
          <a:noFill/>
          <a:ln w="16494">
            <a:solidFill>
              <a:srgbClr val="31312D"/>
            </a:solidFill>
            <a:prstDash val="solid"/>
            <a:headEnd type="triangle"/>
          </a:ln>
        </p:spPr>
      </p:sp>
      <p:sp>
        <p:nvSpPr>
          <p:cNvPr id="67" name="Shape 65"/>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sp>
      <p:sp>
        <p:nvSpPr>
          <p:cNvPr id="68" name="Shape 66"/>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sp>
      <p:sp>
        <p:nvSpPr>
          <p:cNvPr id="69" name="Shape 67"/>
          <p:cNvSpPr/>
          <p:nvPr/>
        </p:nvSpPr>
        <p:spPr>
          <a:xfrm>
            <a:off x="9858375" y="2670158"/>
            <a:ext cx="129599" cy="129599"/>
          </a:xfrm>
          <a:prstGeom prst="ellipse">
            <a:avLst/>
          </a:prstGeom>
          <a:solidFill>
            <a:srgbClr val="FFFFFF"/>
          </a:solidFill>
          <a:ln w="11782">
            <a:solidFill>
              <a:srgbClr val="1A1A16"/>
            </a:solidFill>
            <a:prstDash val="solid"/>
          </a:ln>
        </p:spPr>
      </p:sp>
      <p:sp>
        <p:nvSpPr>
          <p:cNvPr id="70" name="Shape 68"/>
          <p:cNvSpPr/>
          <p:nvPr/>
        </p:nvSpPr>
        <p:spPr>
          <a:xfrm>
            <a:off x="9887829" y="2734957"/>
            <a:ext cx="70690" cy="0"/>
          </a:xfrm>
          <a:prstGeom prst="line">
            <a:avLst/>
          </a:prstGeom>
          <a:noFill/>
          <a:ln w="10604">
            <a:solidFill>
              <a:srgbClr val="1A1A16"/>
            </a:solidFill>
            <a:prstDash val="solid"/>
          </a:ln>
        </p:spPr>
      </p:sp>
      <p:sp>
        <p:nvSpPr>
          <p:cNvPr id="71" name="Shape 69"/>
          <p:cNvSpPr/>
          <p:nvPr/>
        </p:nvSpPr>
        <p:spPr>
          <a:xfrm>
            <a:off x="9923174" y="2699612"/>
            <a:ext cx="0" cy="70690"/>
          </a:xfrm>
          <a:prstGeom prst="line">
            <a:avLst/>
          </a:prstGeom>
          <a:noFill/>
          <a:ln w="10604">
            <a:solidFill>
              <a:srgbClr val="1A1A16"/>
            </a:solidFill>
            <a:prstDash val="solid"/>
          </a:ln>
        </p:spPr>
      </p:sp>
      <p:sp>
        <p:nvSpPr>
          <p:cNvPr id="72" name="Shape 70"/>
          <p:cNvSpPr/>
          <p:nvPr/>
        </p:nvSpPr>
        <p:spPr>
          <a:xfrm>
            <a:off x="9923174" y="2546450"/>
            <a:ext cx="0" cy="123708"/>
          </a:xfrm>
          <a:prstGeom prst="line">
            <a:avLst/>
          </a:prstGeom>
          <a:noFill/>
          <a:ln w="12960">
            <a:solidFill>
              <a:srgbClr val="31312D"/>
            </a:solidFill>
            <a:prstDash val="solid"/>
            <a:headEnd type="triangle"/>
          </a:ln>
        </p:spPr>
      </p:sp>
      <p:sp>
        <p:nvSpPr>
          <p:cNvPr id="73" name="Shape 71"/>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sp>
      <p:sp>
        <p:nvSpPr>
          <p:cNvPr id="74" name="Shape 72"/>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75" name="Shape 73"/>
          <p:cNvSpPr/>
          <p:nvPr/>
        </p:nvSpPr>
        <p:spPr>
          <a:xfrm>
            <a:off x="5705328" y="2073710"/>
            <a:ext cx="129599" cy="129599"/>
          </a:xfrm>
          <a:prstGeom prst="ellipse">
            <a:avLst/>
          </a:prstGeom>
          <a:solidFill>
            <a:srgbClr val="FFFFFF"/>
          </a:solidFill>
          <a:ln w="11782">
            <a:solidFill>
              <a:srgbClr val="1A1A16"/>
            </a:solidFill>
            <a:prstDash val="solid"/>
          </a:ln>
        </p:spPr>
      </p:sp>
      <p:sp>
        <p:nvSpPr>
          <p:cNvPr id="76" name="Shape 74"/>
          <p:cNvSpPr/>
          <p:nvPr/>
        </p:nvSpPr>
        <p:spPr>
          <a:xfrm>
            <a:off x="5734783" y="2138509"/>
            <a:ext cx="70690" cy="0"/>
          </a:xfrm>
          <a:prstGeom prst="line">
            <a:avLst/>
          </a:prstGeom>
          <a:noFill/>
          <a:ln w="10604">
            <a:solidFill>
              <a:srgbClr val="1A1A16"/>
            </a:solidFill>
            <a:prstDash val="solid"/>
          </a:ln>
        </p:spPr>
      </p:sp>
      <p:sp>
        <p:nvSpPr>
          <p:cNvPr id="77" name="Shape 75"/>
          <p:cNvSpPr/>
          <p:nvPr/>
        </p:nvSpPr>
        <p:spPr>
          <a:xfrm>
            <a:off x="5770128" y="2103164"/>
            <a:ext cx="0" cy="70690"/>
          </a:xfrm>
          <a:prstGeom prst="line">
            <a:avLst/>
          </a:prstGeom>
          <a:noFill/>
          <a:ln w="10604">
            <a:solidFill>
              <a:srgbClr val="1A1A16"/>
            </a:solidFill>
            <a:prstDash val="solid"/>
          </a:ln>
        </p:spPr>
      </p:sp>
      <p:sp>
        <p:nvSpPr>
          <p:cNvPr id="78" name="Shape 76"/>
          <p:cNvSpPr/>
          <p:nvPr/>
        </p:nvSpPr>
        <p:spPr>
          <a:xfrm>
            <a:off x="5770128" y="1950002"/>
            <a:ext cx="0" cy="123708"/>
          </a:xfrm>
          <a:prstGeom prst="line">
            <a:avLst/>
          </a:prstGeom>
          <a:noFill/>
          <a:ln w="12960">
            <a:solidFill>
              <a:srgbClr val="31312D"/>
            </a:solidFill>
            <a:prstDash val="solid"/>
            <a:headEnd type="triangle"/>
          </a:ln>
        </p:spPr>
      </p:sp>
      <p:sp>
        <p:nvSpPr>
          <p:cNvPr id="79" name="Shape 77"/>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B1B1B0"/>
            </a:solidFill>
            <a:prstDash val="solid"/>
          </a:ln>
        </p:spPr>
      </p:sp>
      <p:sp>
        <p:nvSpPr>
          <p:cNvPr id="80" name="Shape 78"/>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12960">
            <a:solidFill>
              <a:srgbClr val="B1B1B0"/>
            </a:solidFill>
            <a:prstDash val="solid"/>
          </a:ln>
        </p:spPr>
      </p:sp>
      <p:sp>
        <p:nvSpPr>
          <p:cNvPr id="81" name="Shape 79"/>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12960">
            <a:solidFill>
              <a:srgbClr val="B1B1B0"/>
            </a:solidFill>
            <a:prstDash val="solid"/>
          </a:ln>
        </p:spPr>
      </p:sp>
      <p:sp>
        <p:nvSpPr>
          <p:cNvPr id="82" name="Shape 80"/>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12960">
            <a:solidFill>
              <a:srgbClr val="66B566"/>
            </a:solidFill>
            <a:prstDash val="solid"/>
          </a:ln>
        </p:spPr>
      </p:sp>
      <p:sp>
        <p:nvSpPr>
          <p:cNvPr id="83" name="Shape 81"/>
          <p:cNvSpPr/>
          <p:nvPr/>
        </p:nvSpPr>
        <p:spPr>
          <a:xfrm>
            <a:off x="8043994" y="2670158"/>
            <a:ext cx="129599" cy="129599"/>
          </a:xfrm>
          <a:prstGeom prst="ellipse">
            <a:avLst/>
          </a:prstGeom>
          <a:solidFill>
            <a:srgbClr val="FFFFFF"/>
          </a:solidFill>
          <a:ln w="16494">
            <a:solidFill>
              <a:srgbClr val="1A1A16"/>
            </a:solidFill>
            <a:prstDash val="solid"/>
          </a:ln>
        </p:spPr>
      </p:sp>
      <p:sp>
        <p:nvSpPr>
          <p:cNvPr id="84" name="Shape 82"/>
          <p:cNvSpPr/>
          <p:nvPr/>
        </p:nvSpPr>
        <p:spPr>
          <a:xfrm>
            <a:off x="8073449" y="2734957"/>
            <a:ext cx="70690" cy="0"/>
          </a:xfrm>
          <a:prstGeom prst="line">
            <a:avLst/>
          </a:prstGeom>
          <a:noFill/>
          <a:ln w="10604">
            <a:solidFill>
              <a:srgbClr val="1A1A16"/>
            </a:solidFill>
            <a:prstDash val="solid"/>
          </a:ln>
        </p:spPr>
      </p:sp>
      <p:sp>
        <p:nvSpPr>
          <p:cNvPr id="85" name="Shape 83"/>
          <p:cNvSpPr/>
          <p:nvPr/>
        </p:nvSpPr>
        <p:spPr>
          <a:xfrm>
            <a:off x="8108794" y="2699612"/>
            <a:ext cx="0" cy="70690"/>
          </a:xfrm>
          <a:prstGeom prst="line">
            <a:avLst/>
          </a:prstGeom>
          <a:noFill/>
          <a:ln w="10604">
            <a:solidFill>
              <a:srgbClr val="1A1A16"/>
            </a:solidFill>
            <a:prstDash val="solid"/>
          </a:ln>
        </p:spPr>
      </p:sp>
      <p:sp>
        <p:nvSpPr>
          <p:cNvPr id="86" name="Shape 84"/>
          <p:cNvSpPr/>
          <p:nvPr/>
        </p:nvSpPr>
        <p:spPr>
          <a:xfrm>
            <a:off x="8108794" y="2546450"/>
            <a:ext cx="0" cy="123708"/>
          </a:xfrm>
          <a:prstGeom prst="line">
            <a:avLst/>
          </a:prstGeom>
          <a:noFill/>
          <a:ln w="16494">
            <a:solidFill>
              <a:srgbClr val="31312D"/>
            </a:solidFill>
            <a:prstDash val="solid"/>
            <a:headEnd type="triangle"/>
          </a:ln>
        </p:spPr>
      </p:sp>
      <p:sp>
        <p:nvSpPr>
          <p:cNvPr id="87" name="Shape 85"/>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sp>
      <p:sp>
        <p:nvSpPr>
          <p:cNvPr id="88" name="Shape 86"/>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sp>
      <p:sp>
        <p:nvSpPr>
          <p:cNvPr id="89" name="Shape 87"/>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sp>
      <p:sp>
        <p:nvSpPr>
          <p:cNvPr id="90" name="Shape 88"/>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91" name="Shape 89"/>
          <p:cNvSpPr/>
          <p:nvPr/>
        </p:nvSpPr>
        <p:spPr>
          <a:xfrm>
            <a:off x="7767125" y="2073710"/>
            <a:ext cx="129599" cy="129599"/>
          </a:xfrm>
          <a:prstGeom prst="ellipse">
            <a:avLst/>
          </a:prstGeom>
          <a:solidFill>
            <a:srgbClr val="FFFFFF"/>
          </a:solidFill>
          <a:ln w="11782">
            <a:solidFill>
              <a:srgbClr val="1A1A16"/>
            </a:solidFill>
            <a:prstDash val="solid"/>
          </a:ln>
        </p:spPr>
      </p:sp>
      <p:sp>
        <p:nvSpPr>
          <p:cNvPr id="92" name="Shape 90"/>
          <p:cNvSpPr/>
          <p:nvPr/>
        </p:nvSpPr>
        <p:spPr>
          <a:xfrm>
            <a:off x="7796579" y="2138509"/>
            <a:ext cx="70690" cy="0"/>
          </a:xfrm>
          <a:prstGeom prst="line">
            <a:avLst/>
          </a:prstGeom>
          <a:noFill/>
          <a:ln w="10604">
            <a:solidFill>
              <a:srgbClr val="1A1A16"/>
            </a:solidFill>
            <a:prstDash val="solid"/>
          </a:ln>
        </p:spPr>
      </p:sp>
      <p:sp>
        <p:nvSpPr>
          <p:cNvPr id="93" name="Shape 91"/>
          <p:cNvSpPr/>
          <p:nvPr/>
        </p:nvSpPr>
        <p:spPr>
          <a:xfrm>
            <a:off x="7831924" y="2103164"/>
            <a:ext cx="0" cy="70690"/>
          </a:xfrm>
          <a:prstGeom prst="line">
            <a:avLst/>
          </a:prstGeom>
          <a:noFill/>
          <a:ln w="10604">
            <a:solidFill>
              <a:srgbClr val="1A1A16"/>
            </a:solidFill>
            <a:prstDash val="solid"/>
          </a:ln>
        </p:spPr>
      </p:sp>
      <p:sp>
        <p:nvSpPr>
          <p:cNvPr id="94" name="Shape 92"/>
          <p:cNvSpPr/>
          <p:nvPr/>
        </p:nvSpPr>
        <p:spPr>
          <a:xfrm>
            <a:off x="7831924" y="1950002"/>
            <a:ext cx="0" cy="123708"/>
          </a:xfrm>
          <a:prstGeom prst="line">
            <a:avLst/>
          </a:prstGeom>
          <a:noFill/>
          <a:ln w="12960">
            <a:solidFill>
              <a:srgbClr val="31312D"/>
            </a:solidFill>
            <a:prstDash val="solid"/>
            <a:headEnd type="triangle"/>
          </a:ln>
        </p:spPr>
      </p:sp>
      <p:sp>
        <p:nvSpPr>
          <p:cNvPr id="95" name="Shape 93"/>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12960">
            <a:solidFill>
              <a:srgbClr val="B1B1B0"/>
            </a:solidFill>
            <a:prstDash val="solid"/>
          </a:ln>
        </p:spPr>
      </p:sp>
      <p:sp>
        <p:nvSpPr>
          <p:cNvPr id="96" name="Shape 94"/>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12960">
            <a:solidFill>
              <a:srgbClr val="B1B1B0"/>
            </a:solidFill>
            <a:prstDash val="solid"/>
          </a:ln>
        </p:spPr>
      </p:sp>
      <p:sp>
        <p:nvSpPr>
          <p:cNvPr id="97" name="Shape 95"/>
          <p:cNvSpPr/>
          <p:nvPr/>
        </p:nvSpPr>
        <p:spPr>
          <a:xfrm>
            <a:off x="7490255" y="2670158"/>
            <a:ext cx="129599" cy="129599"/>
          </a:xfrm>
          <a:prstGeom prst="ellipse">
            <a:avLst/>
          </a:prstGeom>
          <a:solidFill>
            <a:srgbClr val="FFFFFF"/>
          </a:solidFill>
          <a:ln w="16494">
            <a:solidFill>
              <a:srgbClr val="1A1A16"/>
            </a:solidFill>
            <a:prstDash val="solid"/>
          </a:ln>
        </p:spPr>
      </p:sp>
      <p:sp>
        <p:nvSpPr>
          <p:cNvPr id="98" name="Shape 96"/>
          <p:cNvSpPr/>
          <p:nvPr/>
        </p:nvSpPr>
        <p:spPr>
          <a:xfrm>
            <a:off x="7519709" y="2734957"/>
            <a:ext cx="70690" cy="0"/>
          </a:xfrm>
          <a:prstGeom prst="line">
            <a:avLst/>
          </a:prstGeom>
          <a:noFill/>
          <a:ln w="10604">
            <a:solidFill>
              <a:srgbClr val="1A1A16"/>
            </a:solidFill>
            <a:prstDash val="solid"/>
          </a:ln>
        </p:spPr>
      </p:sp>
      <p:sp>
        <p:nvSpPr>
          <p:cNvPr id="99" name="Shape 97"/>
          <p:cNvSpPr/>
          <p:nvPr/>
        </p:nvSpPr>
        <p:spPr>
          <a:xfrm>
            <a:off x="7555054" y="2699612"/>
            <a:ext cx="0" cy="70690"/>
          </a:xfrm>
          <a:prstGeom prst="line">
            <a:avLst/>
          </a:prstGeom>
          <a:noFill/>
          <a:ln w="10604">
            <a:solidFill>
              <a:srgbClr val="1A1A16"/>
            </a:solidFill>
            <a:prstDash val="solid"/>
          </a:ln>
        </p:spPr>
      </p:sp>
      <p:sp>
        <p:nvSpPr>
          <p:cNvPr id="100" name="Shape 98"/>
          <p:cNvSpPr/>
          <p:nvPr/>
        </p:nvSpPr>
        <p:spPr>
          <a:xfrm>
            <a:off x="7555054" y="2546450"/>
            <a:ext cx="0" cy="123708"/>
          </a:xfrm>
          <a:prstGeom prst="line">
            <a:avLst/>
          </a:prstGeom>
          <a:noFill/>
          <a:ln w="16494">
            <a:solidFill>
              <a:srgbClr val="31312D"/>
            </a:solidFill>
            <a:prstDash val="solid"/>
            <a:headEnd type="triangle"/>
          </a:ln>
        </p:spPr>
      </p:sp>
      <p:sp>
        <p:nvSpPr>
          <p:cNvPr id="101" name="Shape 99"/>
          <p:cNvSpPr/>
          <p:nvPr/>
        </p:nvSpPr>
        <p:spPr>
          <a:xfrm>
            <a:off x="5592813" y="473756"/>
            <a:ext cx="354629" cy="354629"/>
          </a:xfrm>
          <a:prstGeom prst="diamond">
            <a:avLst/>
          </a:prstGeom>
          <a:solidFill>
            <a:srgbClr val="FFFFFF"/>
          </a:solidFill>
          <a:ln w="18851">
            <a:solidFill>
              <a:srgbClr val="1A1A16"/>
            </a:solidFill>
            <a:prstDash val="solid"/>
          </a:ln>
        </p:spPr>
      </p:sp>
      <p:sp>
        <p:nvSpPr>
          <p:cNvPr id="102" name="Shape 100"/>
          <p:cNvSpPr/>
          <p:nvPr/>
        </p:nvSpPr>
        <p:spPr>
          <a:xfrm>
            <a:off x="3596406" y="3491931"/>
            <a:ext cx="282761" cy="282761"/>
          </a:xfrm>
          <a:prstGeom prst="ellipse">
            <a:avLst/>
          </a:prstGeom>
          <a:ln w="15316">
            <a:solidFill>
              <a:srgbClr val="BABAB9"/>
            </a:solidFill>
            <a:prstDash val="solid"/>
          </a:ln>
        </p:spPr>
      </p:sp>
      <p:sp>
        <p:nvSpPr>
          <p:cNvPr id="103" name="Shape 101"/>
          <p:cNvSpPr/>
          <p:nvPr/>
        </p:nvSpPr>
        <p:spPr>
          <a:xfrm>
            <a:off x="3659438" y="3555258"/>
            <a:ext cx="156697" cy="156107"/>
          </a:xfrm>
          <a:prstGeom prst="rect">
            <a:avLst/>
          </a:prstGeom>
          <a:solidFill>
            <a:srgbClr val="FFFFFF"/>
          </a:solidFill>
          <a:ln w="21207">
            <a:solidFill>
              <a:srgbClr val="1A1A16"/>
            </a:solidFill>
            <a:prstDash val="solid"/>
          </a:ln>
        </p:spPr>
      </p:sp>
      <p:sp>
        <p:nvSpPr>
          <p:cNvPr id="104" name="Shape 102"/>
          <p:cNvSpPr/>
          <p:nvPr/>
        </p:nvSpPr>
        <p:spPr>
          <a:xfrm>
            <a:off x="7721176" y="1137065"/>
            <a:ext cx="221496" cy="220907"/>
          </a:xfrm>
          <a:prstGeom prst="diamond">
            <a:avLst/>
          </a:prstGeom>
          <a:solidFill>
            <a:srgbClr val="FFFFFF"/>
          </a:solidFill>
          <a:ln w="12371">
            <a:solidFill>
              <a:srgbClr val="1A1A16"/>
            </a:solidFill>
            <a:prstDash val="solid"/>
          </a:ln>
        </p:spPr>
      </p:sp>
      <p:sp>
        <p:nvSpPr>
          <p:cNvPr id="105" name="Shape 103"/>
          <p:cNvSpPr/>
          <p:nvPr/>
        </p:nvSpPr>
        <p:spPr>
          <a:xfrm>
            <a:off x="4180777" y="3522858"/>
            <a:ext cx="221496" cy="220907"/>
          </a:xfrm>
          <a:prstGeom prst="diamond">
            <a:avLst/>
          </a:prstGeom>
          <a:solidFill>
            <a:srgbClr val="FFFFFF"/>
          </a:solidFill>
          <a:ln w="12371">
            <a:solidFill>
              <a:srgbClr val="1A1A16"/>
            </a:solidFill>
            <a:prstDash val="solid"/>
          </a:ln>
        </p:spPr>
      </p:sp>
      <p:sp>
        <p:nvSpPr>
          <p:cNvPr id="106" name="Shape 104"/>
          <p:cNvSpPr/>
          <p:nvPr/>
        </p:nvSpPr>
        <p:spPr>
          <a:xfrm>
            <a:off x="4203163" y="4141397"/>
            <a:ext cx="176725" cy="176725"/>
          </a:xfrm>
          <a:prstGeom prst="ellipse">
            <a:avLst/>
          </a:prstGeom>
          <a:solidFill>
            <a:srgbClr val="FFFFFF"/>
          </a:solidFill>
          <a:ln w="12371">
            <a:solidFill>
              <a:srgbClr val="1A1A16"/>
            </a:solidFill>
            <a:prstDash val="solid"/>
          </a:ln>
        </p:spPr>
      </p:sp>
      <p:sp>
        <p:nvSpPr>
          <p:cNvPr id="107" name="Shape 105"/>
          <p:cNvSpPr/>
          <p:nvPr/>
        </p:nvSpPr>
        <p:spPr>
          <a:xfrm>
            <a:off x="7714107" y="3515494"/>
            <a:ext cx="235634" cy="235634"/>
          </a:xfrm>
          <a:prstGeom prst="ellipse">
            <a:avLst/>
          </a:prstGeom>
          <a:solidFill>
            <a:srgbClr val="FFFFFF"/>
          </a:solidFill>
          <a:ln w="12371">
            <a:solidFill>
              <a:srgbClr val="1A1A16"/>
            </a:solidFill>
            <a:prstDash val="solid"/>
          </a:ln>
        </p:spPr>
      </p:sp>
      <p:sp>
        <p:nvSpPr>
          <p:cNvPr id="108" name="Shape 106"/>
          <p:cNvSpPr/>
          <p:nvPr/>
        </p:nvSpPr>
        <p:spPr>
          <a:xfrm>
            <a:off x="5691780" y="2362361"/>
            <a:ext cx="156697" cy="156107"/>
          </a:xfrm>
          <a:prstGeom prst="rect">
            <a:avLst/>
          </a:prstGeom>
          <a:solidFill>
            <a:srgbClr val="FFFFFF"/>
          </a:solidFill>
          <a:ln w="12371">
            <a:solidFill>
              <a:srgbClr val="1A1A16"/>
            </a:solidFill>
            <a:prstDash val="solid"/>
          </a:ln>
        </p:spPr>
      </p:sp>
      <p:sp>
        <p:nvSpPr>
          <p:cNvPr id="109" name="Shape 107"/>
          <p:cNvSpPr/>
          <p:nvPr/>
        </p:nvSpPr>
        <p:spPr>
          <a:xfrm>
            <a:off x="5628747" y="2895483"/>
            <a:ext cx="282761" cy="282761"/>
          </a:xfrm>
          <a:prstGeom prst="ellipse">
            <a:avLst/>
          </a:prstGeom>
          <a:ln w="15316">
            <a:solidFill>
              <a:srgbClr val="BABAB9"/>
            </a:solidFill>
            <a:prstDash val="solid"/>
          </a:ln>
        </p:spPr>
      </p:sp>
      <p:sp>
        <p:nvSpPr>
          <p:cNvPr id="110" name="Shape 108"/>
          <p:cNvSpPr/>
          <p:nvPr/>
        </p:nvSpPr>
        <p:spPr>
          <a:xfrm>
            <a:off x="5681765" y="2948500"/>
            <a:ext cx="176725" cy="176725"/>
          </a:xfrm>
          <a:prstGeom prst="ellipse">
            <a:avLst/>
          </a:prstGeom>
          <a:solidFill>
            <a:srgbClr val="FFFFFF"/>
          </a:solidFill>
          <a:ln w="21207">
            <a:solidFill>
              <a:srgbClr val="1A1A16"/>
            </a:solidFill>
            <a:prstDash val="solid"/>
          </a:ln>
        </p:spPr>
      </p:sp>
      <p:sp>
        <p:nvSpPr>
          <p:cNvPr id="111" name="Shape 109"/>
          <p:cNvSpPr/>
          <p:nvPr/>
        </p:nvSpPr>
        <p:spPr>
          <a:xfrm>
            <a:off x="3566951" y="4655373"/>
            <a:ext cx="341669" cy="341669"/>
          </a:xfrm>
          <a:prstGeom prst="ellipse">
            <a:avLst/>
          </a:prstGeom>
          <a:ln w="15316">
            <a:solidFill>
              <a:srgbClr val="BABAB9"/>
            </a:solidFill>
            <a:prstDash val="solid"/>
          </a:ln>
        </p:spPr>
      </p:sp>
      <p:sp>
        <p:nvSpPr>
          <p:cNvPr id="112" name="Shape 110"/>
          <p:cNvSpPr/>
          <p:nvPr/>
        </p:nvSpPr>
        <p:spPr>
          <a:xfrm>
            <a:off x="3619969" y="4708391"/>
            <a:ext cx="235634" cy="235634"/>
          </a:xfrm>
          <a:prstGeom prst="ellipse">
            <a:avLst/>
          </a:prstGeom>
          <a:solidFill>
            <a:srgbClr val="FFFFFF"/>
          </a:solidFill>
          <a:ln w="21207">
            <a:solidFill>
              <a:srgbClr val="1A1A16"/>
            </a:solidFill>
            <a:prstDash val="solid"/>
          </a:ln>
        </p:spPr>
      </p:sp>
      <p:sp>
        <p:nvSpPr>
          <p:cNvPr id="113" name="Shape 111"/>
          <p:cNvSpPr/>
          <p:nvPr/>
        </p:nvSpPr>
        <p:spPr>
          <a:xfrm>
            <a:off x="9844826" y="2362361"/>
            <a:ext cx="156697" cy="156107"/>
          </a:xfrm>
          <a:prstGeom prst="rect">
            <a:avLst/>
          </a:prstGeom>
          <a:solidFill>
            <a:srgbClr val="FFFFFF"/>
          </a:solidFill>
          <a:ln w="12371">
            <a:solidFill>
              <a:srgbClr val="1A1A16"/>
            </a:solidFill>
            <a:prstDash val="solid"/>
          </a:ln>
        </p:spPr>
      </p:sp>
      <p:sp>
        <p:nvSpPr>
          <p:cNvPr id="114" name="Shape 112"/>
          <p:cNvSpPr/>
          <p:nvPr/>
        </p:nvSpPr>
        <p:spPr>
          <a:xfrm>
            <a:off x="9805357" y="3515494"/>
            <a:ext cx="235634" cy="235634"/>
          </a:xfrm>
          <a:prstGeom prst="ellipse">
            <a:avLst/>
          </a:prstGeom>
          <a:solidFill>
            <a:srgbClr val="FFFFFF"/>
          </a:solidFill>
          <a:ln w="12371">
            <a:solidFill>
              <a:srgbClr val="1A1A16"/>
            </a:solidFill>
            <a:prstDash val="solid"/>
          </a:ln>
        </p:spPr>
      </p:sp>
      <p:sp>
        <p:nvSpPr>
          <p:cNvPr id="115" name="Shape 113"/>
          <p:cNvSpPr/>
          <p:nvPr/>
        </p:nvSpPr>
        <p:spPr>
          <a:xfrm>
            <a:off x="3042666" y="4088379"/>
            <a:ext cx="282761" cy="282761"/>
          </a:xfrm>
          <a:prstGeom prst="ellipse">
            <a:avLst/>
          </a:prstGeom>
          <a:ln w="15316">
            <a:solidFill>
              <a:srgbClr val="BABAB9"/>
            </a:solidFill>
            <a:prstDash val="solid"/>
          </a:ln>
        </p:spPr>
      </p:sp>
      <p:sp>
        <p:nvSpPr>
          <p:cNvPr id="116" name="Shape 114"/>
          <p:cNvSpPr/>
          <p:nvPr/>
        </p:nvSpPr>
        <p:spPr>
          <a:xfrm>
            <a:off x="3095684" y="4141397"/>
            <a:ext cx="176725" cy="176725"/>
          </a:xfrm>
          <a:prstGeom prst="ellipse">
            <a:avLst/>
          </a:prstGeom>
          <a:solidFill>
            <a:srgbClr val="FFFFFF"/>
          </a:solidFill>
          <a:ln w="21207">
            <a:solidFill>
              <a:srgbClr val="1A1A16"/>
            </a:solidFill>
            <a:prstDash val="solid"/>
          </a:ln>
        </p:spPr>
      </p:sp>
      <p:sp>
        <p:nvSpPr>
          <p:cNvPr id="117" name="Shape 115"/>
          <p:cNvSpPr/>
          <p:nvPr/>
        </p:nvSpPr>
        <p:spPr>
          <a:xfrm>
            <a:off x="5659380" y="1733219"/>
            <a:ext cx="221496" cy="221496"/>
          </a:xfrm>
          <a:prstGeom prst="diamond">
            <a:avLst/>
          </a:prstGeom>
          <a:solidFill>
            <a:srgbClr val="FFFFFF"/>
          </a:solidFill>
          <a:ln w="12371">
            <a:solidFill>
              <a:srgbClr val="1A1A16"/>
            </a:solidFill>
            <a:prstDash val="solid"/>
          </a:ln>
        </p:spPr>
      </p:sp>
      <p:sp>
        <p:nvSpPr>
          <p:cNvPr id="118" name="Shape 116"/>
          <p:cNvSpPr/>
          <p:nvPr/>
        </p:nvSpPr>
        <p:spPr>
          <a:xfrm>
            <a:off x="7690544" y="2895483"/>
            <a:ext cx="282761" cy="282761"/>
          </a:xfrm>
          <a:prstGeom prst="ellipse">
            <a:avLst/>
          </a:prstGeom>
          <a:ln w="15316">
            <a:solidFill>
              <a:srgbClr val="BABAB9"/>
            </a:solidFill>
            <a:prstDash val="solid"/>
          </a:ln>
        </p:spPr>
      </p:sp>
      <p:sp>
        <p:nvSpPr>
          <p:cNvPr id="119" name="Shape 117"/>
          <p:cNvSpPr/>
          <p:nvPr/>
        </p:nvSpPr>
        <p:spPr>
          <a:xfrm>
            <a:off x="7753576" y="2958515"/>
            <a:ext cx="156697" cy="156697"/>
          </a:xfrm>
          <a:prstGeom prst="rect">
            <a:avLst/>
          </a:prstGeom>
          <a:solidFill>
            <a:srgbClr val="FFFFFF"/>
          </a:solidFill>
          <a:ln w="21207">
            <a:solidFill>
              <a:srgbClr val="1A1A16"/>
            </a:solidFill>
            <a:prstDash val="solid"/>
          </a:ln>
        </p:spPr>
      </p:sp>
      <p:sp>
        <p:nvSpPr>
          <p:cNvPr id="120" name="Shape 118"/>
          <p:cNvSpPr/>
          <p:nvPr/>
        </p:nvSpPr>
        <p:spPr>
          <a:xfrm>
            <a:off x="7989799" y="2302864"/>
            <a:ext cx="237990" cy="206180"/>
          </a:xfrm>
          <a:prstGeom prst="triangle">
            <a:avLst/>
          </a:prstGeom>
          <a:solidFill>
            <a:srgbClr val="FFFFFF"/>
          </a:solidFill>
          <a:ln w="12371">
            <a:solidFill>
              <a:srgbClr val="1A1A16"/>
            </a:solidFill>
            <a:prstDash val="solid"/>
          </a:ln>
        </p:spPr>
      </p:sp>
      <p:sp>
        <p:nvSpPr>
          <p:cNvPr id="121" name="Shape 119"/>
          <p:cNvSpPr/>
          <p:nvPr/>
        </p:nvSpPr>
        <p:spPr>
          <a:xfrm>
            <a:off x="7712929" y="1706710"/>
            <a:ext cx="237990" cy="206180"/>
          </a:xfrm>
          <a:prstGeom prst="triangle">
            <a:avLst/>
          </a:prstGeom>
          <a:solidFill>
            <a:srgbClr val="FFFFFF"/>
          </a:solidFill>
          <a:ln w="12371">
            <a:solidFill>
              <a:srgbClr val="1A1A16"/>
            </a:solidFill>
            <a:prstDash val="solid"/>
          </a:ln>
        </p:spPr>
      </p:sp>
      <p:sp>
        <p:nvSpPr>
          <p:cNvPr id="122" name="Shape 120"/>
          <p:cNvSpPr/>
          <p:nvPr/>
        </p:nvSpPr>
        <p:spPr>
          <a:xfrm>
            <a:off x="5351878" y="3491931"/>
            <a:ext cx="282761" cy="282761"/>
          </a:xfrm>
          <a:prstGeom prst="ellipse">
            <a:avLst/>
          </a:prstGeom>
          <a:ln w="15316">
            <a:solidFill>
              <a:srgbClr val="BABAB9"/>
            </a:solidFill>
            <a:prstDash val="solid"/>
          </a:ln>
        </p:spPr>
      </p:sp>
      <p:sp>
        <p:nvSpPr>
          <p:cNvPr id="123" name="Shape 121"/>
          <p:cNvSpPr/>
          <p:nvPr/>
        </p:nvSpPr>
        <p:spPr>
          <a:xfrm>
            <a:off x="5404895" y="3544949"/>
            <a:ext cx="176725" cy="176725"/>
          </a:xfrm>
          <a:prstGeom prst="ellipse">
            <a:avLst/>
          </a:prstGeom>
          <a:solidFill>
            <a:srgbClr val="FFFFFF"/>
          </a:solidFill>
          <a:ln w="21207">
            <a:solidFill>
              <a:srgbClr val="1A1A16"/>
            </a:solidFill>
            <a:prstDash val="solid"/>
          </a:ln>
        </p:spPr>
      </p:sp>
      <p:sp>
        <p:nvSpPr>
          <p:cNvPr id="124" name="Shape 122"/>
          <p:cNvSpPr/>
          <p:nvPr/>
        </p:nvSpPr>
        <p:spPr>
          <a:xfrm>
            <a:off x="7476706" y="2362361"/>
            <a:ext cx="156697" cy="156107"/>
          </a:xfrm>
          <a:prstGeom prst="rect">
            <a:avLst/>
          </a:prstGeom>
          <a:solidFill>
            <a:srgbClr val="FFFFFF"/>
          </a:solidFill>
          <a:ln w="12371">
            <a:solidFill>
              <a:srgbClr val="1A1A16"/>
            </a:solidFill>
            <a:prstDash val="solid"/>
          </a:ln>
        </p:spPr>
      </p:sp>
      <p:sp>
        <p:nvSpPr>
          <p:cNvPr id="125" name="Shape 123"/>
          <p:cNvSpPr/>
          <p:nvPr/>
        </p:nvSpPr>
        <p:spPr>
          <a:xfrm>
            <a:off x="5905617" y="3491931"/>
            <a:ext cx="282761" cy="282761"/>
          </a:xfrm>
          <a:prstGeom prst="ellipse">
            <a:avLst/>
          </a:prstGeom>
          <a:ln w="15316">
            <a:solidFill>
              <a:srgbClr val="BABAB9"/>
            </a:solidFill>
            <a:prstDash val="solid"/>
          </a:ln>
        </p:spPr>
      </p:sp>
      <p:sp>
        <p:nvSpPr>
          <p:cNvPr id="126" name="Shape 124"/>
          <p:cNvSpPr/>
          <p:nvPr/>
        </p:nvSpPr>
        <p:spPr>
          <a:xfrm>
            <a:off x="5958635" y="3544949"/>
            <a:ext cx="176725" cy="176725"/>
          </a:xfrm>
          <a:prstGeom prst="ellipse">
            <a:avLst/>
          </a:prstGeom>
          <a:solidFill>
            <a:srgbClr val="FFFFFF"/>
          </a:solidFill>
          <a:ln w="21207">
            <a:solidFill>
              <a:srgbClr val="1A1A16"/>
            </a:solidFill>
            <a:prstDash val="solid"/>
          </a:ln>
        </p:spPr>
      </p:sp>
      <p:sp>
        <p:nvSpPr>
          <p:cNvPr id="127" name="Shape 125"/>
          <p:cNvSpPr/>
          <p:nvPr/>
        </p:nvSpPr>
        <p:spPr>
          <a:xfrm>
            <a:off x="7661089" y="5251821"/>
            <a:ext cx="341669" cy="341669"/>
          </a:xfrm>
          <a:prstGeom prst="ellipse">
            <a:avLst/>
          </a:prstGeom>
          <a:ln w="15316">
            <a:solidFill>
              <a:srgbClr val="BABAB9"/>
            </a:solidFill>
            <a:prstDash val="solid"/>
          </a:ln>
        </p:spPr>
      </p:sp>
      <p:sp>
        <p:nvSpPr>
          <p:cNvPr id="128" name="Shape 126"/>
          <p:cNvSpPr/>
          <p:nvPr/>
        </p:nvSpPr>
        <p:spPr>
          <a:xfrm>
            <a:off x="7719998" y="5293057"/>
            <a:ext cx="223852" cy="259197"/>
          </a:xfrm>
          <a:prstGeom prst="hexagon">
            <a:avLst/>
          </a:prstGeom>
          <a:solidFill>
            <a:srgbClr val="FFFFFF"/>
          </a:solidFill>
          <a:ln w="21207">
            <a:solidFill>
              <a:srgbClr val="008300"/>
            </a:solidFill>
            <a:prstDash val="solid"/>
          </a:ln>
        </p:spPr>
      </p:sp>
      <p:sp>
        <p:nvSpPr>
          <p:cNvPr id="129" name="Shape 127"/>
          <p:cNvSpPr/>
          <p:nvPr/>
        </p:nvSpPr>
        <p:spPr>
          <a:xfrm>
            <a:off x="2088349" y="5251821"/>
            <a:ext cx="341669" cy="341669"/>
          </a:xfrm>
          <a:prstGeom prst="ellipse">
            <a:avLst/>
          </a:prstGeom>
          <a:ln w="15316">
            <a:solidFill>
              <a:srgbClr val="BABAB9"/>
            </a:solidFill>
            <a:prstDash val="solid"/>
          </a:ln>
        </p:spPr>
      </p:sp>
      <p:sp>
        <p:nvSpPr>
          <p:cNvPr id="130" name="Shape 128"/>
          <p:cNvSpPr/>
          <p:nvPr/>
        </p:nvSpPr>
        <p:spPr>
          <a:xfrm>
            <a:off x="2147257" y="5293057"/>
            <a:ext cx="223852" cy="259197"/>
          </a:xfrm>
          <a:prstGeom prst="hexagon">
            <a:avLst/>
          </a:prstGeom>
          <a:solidFill>
            <a:srgbClr val="FFFFFF"/>
          </a:solidFill>
          <a:ln w="21207">
            <a:solidFill>
              <a:srgbClr val="1BAF7A"/>
            </a:solidFill>
            <a:prstDash val="solid"/>
          </a:ln>
        </p:spPr>
      </p:sp>
      <p:sp>
        <p:nvSpPr>
          <p:cNvPr id="131" name="Shape 129"/>
          <p:cNvSpPr/>
          <p:nvPr/>
        </p:nvSpPr>
        <p:spPr>
          <a:xfrm>
            <a:off x="9811248" y="5293057"/>
            <a:ext cx="223852" cy="259197"/>
          </a:xfrm>
          <a:prstGeom prst="hexagon">
            <a:avLst/>
          </a:prstGeom>
          <a:solidFill>
            <a:srgbClr val="FFFFFF"/>
          </a:solidFill>
          <a:ln w="12371">
            <a:solidFill>
              <a:srgbClr val="2A78D6"/>
            </a:solidFill>
            <a:prstDash val="solid"/>
          </a:ln>
        </p:spPr>
      </p:sp>
      <p:sp>
        <p:nvSpPr>
          <p:cNvPr id="132" name="Shape 130"/>
          <p:cNvSpPr/>
          <p:nvPr/>
        </p:nvSpPr>
        <p:spPr>
          <a:xfrm>
            <a:off x="3566951" y="5251821"/>
            <a:ext cx="341669" cy="341669"/>
          </a:xfrm>
          <a:prstGeom prst="ellipse">
            <a:avLst/>
          </a:prstGeom>
          <a:ln w="15316">
            <a:solidFill>
              <a:srgbClr val="BABAB9"/>
            </a:solidFill>
            <a:prstDash val="solid"/>
          </a:ln>
        </p:spPr>
      </p:sp>
      <p:sp>
        <p:nvSpPr>
          <p:cNvPr id="133" name="Shape 131"/>
          <p:cNvSpPr/>
          <p:nvPr/>
        </p:nvSpPr>
        <p:spPr>
          <a:xfrm>
            <a:off x="3625860" y="5293057"/>
            <a:ext cx="223852" cy="259197"/>
          </a:xfrm>
          <a:prstGeom prst="hexagon">
            <a:avLst/>
          </a:prstGeom>
          <a:solidFill>
            <a:srgbClr val="FFFFFF"/>
          </a:solidFill>
          <a:ln w="21207">
            <a:solidFill>
              <a:srgbClr val="4A3AA7"/>
            </a:solidFill>
            <a:prstDash val="solid"/>
          </a:ln>
        </p:spPr>
      </p:sp>
      <p:sp>
        <p:nvSpPr>
          <p:cNvPr id="134" name="Text 132"/>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35" name="Text 133"/>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36" name="Text 134"/>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37" name="Text 135"/>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38" name="Text 136"/>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39" name="Text 137"/>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40" name="Text 138"/>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23 CLAIMS  ·  10 GROUPS</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12960">
            <a:solidFill>
              <a:srgbClr val="B1B1B0"/>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12960">
            <a:solidFill>
              <a:srgbClr val="B1B1B0"/>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12960">
            <a:solidFill>
              <a:srgbClr val="76CFAF"/>
            </a:solidFill>
            <a:prstDash val="solid"/>
          </a:ln>
        </p:spPr>
      </p:sp>
      <p:sp>
        <p:nvSpPr>
          <p:cNvPr id="45" name="Shape 43"/>
          <p:cNvSpPr/>
          <p:nvPr/>
        </p:nvSpPr>
        <p:spPr>
          <a:xfrm>
            <a:off x="3672987" y="3863054"/>
            <a:ext cx="129599" cy="129599"/>
          </a:xfrm>
          <a:prstGeom prst="ellipse">
            <a:avLst/>
          </a:prstGeom>
          <a:solidFill>
            <a:srgbClr val="FFFFFF"/>
          </a:solidFill>
          <a:ln w="16494">
            <a:solidFill>
              <a:srgbClr val="1A1A16"/>
            </a:solidFill>
            <a:prstDash val="solid"/>
          </a:ln>
        </p:spPr>
      </p:sp>
      <p:sp>
        <p:nvSpPr>
          <p:cNvPr id="46" name="Shape 44"/>
          <p:cNvSpPr/>
          <p:nvPr/>
        </p:nvSpPr>
        <p:spPr>
          <a:xfrm>
            <a:off x="3702441" y="3927854"/>
            <a:ext cx="70690" cy="0"/>
          </a:xfrm>
          <a:prstGeom prst="line">
            <a:avLst/>
          </a:prstGeom>
          <a:noFill/>
          <a:ln w="10604">
            <a:solidFill>
              <a:srgbClr val="1A1A16"/>
            </a:solidFill>
            <a:prstDash val="solid"/>
          </a:ln>
        </p:spPr>
      </p:sp>
      <p:sp>
        <p:nvSpPr>
          <p:cNvPr id="47" name="Shape 45"/>
          <p:cNvSpPr/>
          <p:nvPr/>
        </p:nvSpPr>
        <p:spPr>
          <a:xfrm>
            <a:off x="3737786" y="3892508"/>
            <a:ext cx="0" cy="70690"/>
          </a:xfrm>
          <a:prstGeom prst="line">
            <a:avLst/>
          </a:prstGeom>
          <a:noFill/>
          <a:ln w="10604">
            <a:solidFill>
              <a:srgbClr val="1A1A16"/>
            </a:solidFill>
            <a:prstDash val="solid"/>
          </a:ln>
        </p:spPr>
      </p:sp>
      <p:sp>
        <p:nvSpPr>
          <p:cNvPr id="48" name="Shape 46"/>
          <p:cNvSpPr/>
          <p:nvPr/>
        </p:nvSpPr>
        <p:spPr>
          <a:xfrm>
            <a:off x="3737786" y="3739346"/>
            <a:ext cx="0" cy="123708"/>
          </a:xfrm>
          <a:prstGeom prst="line">
            <a:avLst/>
          </a:prstGeom>
          <a:noFill/>
          <a:ln w="16494">
            <a:solidFill>
              <a:srgbClr val="31312D"/>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1A1A16"/>
            </a:solidFill>
            <a:prstDash val="solid"/>
          </a:ln>
        </p:spPr>
      </p:sp>
      <p:sp>
        <p:nvSpPr>
          <p:cNvPr id="52" name="Shape 50"/>
          <p:cNvSpPr/>
          <p:nvPr/>
        </p:nvSpPr>
        <p:spPr>
          <a:xfrm>
            <a:off x="7796579" y="1542061"/>
            <a:ext cx="70690" cy="0"/>
          </a:xfrm>
          <a:prstGeom prst="line">
            <a:avLst/>
          </a:prstGeom>
          <a:noFill/>
          <a:ln w="10604">
            <a:solidFill>
              <a:srgbClr val="1A1A16"/>
            </a:solidFill>
            <a:prstDash val="solid"/>
          </a:ln>
        </p:spPr>
      </p:sp>
      <p:sp>
        <p:nvSpPr>
          <p:cNvPr id="53" name="Shape 51"/>
          <p:cNvSpPr/>
          <p:nvPr/>
        </p:nvSpPr>
        <p:spPr>
          <a:xfrm>
            <a:off x="7831924" y="1506716"/>
            <a:ext cx="0" cy="70690"/>
          </a:xfrm>
          <a:prstGeom prst="line">
            <a:avLst/>
          </a:prstGeom>
          <a:noFill/>
          <a:ln w="10604">
            <a:solidFill>
              <a:srgbClr val="1A1A16"/>
            </a:solidFill>
            <a:prstDash val="solid"/>
          </a:ln>
        </p:spPr>
      </p:sp>
      <p:sp>
        <p:nvSpPr>
          <p:cNvPr id="54" name="Shape 52"/>
          <p:cNvSpPr/>
          <p:nvPr/>
        </p:nvSpPr>
        <p:spPr>
          <a:xfrm>
            <a:off x="7831924" y="1353554"/>
            <a:ext cx="0" cy="123708"/>
          </a:xfrm>
          <a:prstGeom prst="line">
            <a:avLst/>
          </a:prstGeom>
          <a:noFill/>
          <a:ln w="12960">
            <a:solidFill>
              <a:srgbClr val="31312D"/>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B1B1B0"/>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9289CA"/>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1A1A16"/>
            </a:solidFill>
            <a:prstDash val="solid"/>
          </a:ln>
        </p:spPr>
      </p:sp>
      <p:sp>
        <p:nvSpPr>
          <p:cNvPr id="59" name="Shape 57"/>
          <p:cNvSpPr/>
          <p:nvPr/>
        </p:nvSpPr>
        <p:spPr>
          <a:xfrm>
            <a:off x="4256180" y="3927854"/>
            <a:ext cx="70690" cy="0"/>
          </a:xfrm>
          <a:prstGeom prst="line">
            <a:avLst/>
          </a:prstGeom>
          <a:noFill/>
          <a:ln w="10604">
            <a:solidFill>
              <a:srgbClr val="1A1A16"/>
            </a:solidFill>
            <a:prstDash val="solid"/>
          </a:ln>
        </p:spPr>
      </p:sp>
      <p:sp>
        <p:nvSpPr>
          <p:cNvPr id="60" name="Shape 58"/>
          <p:cNvSpPr/>
          <p:nvPr/>
        </p:nvSpPr>
        <p:spPr>
          <a:xfrm>
            <a:off x="4291525" y="3892508"/>
            <a:ext cx="0" cy="70690"/>
          </a:xfrm>
          <a:prstGeom prst="line">
            <a:avLst/>
          </a:prstGeom>
          <a:noFill/>
          <a:ln w="10604">
            <a:solidFill>
              <a:srgbClr val="1A1A16"/>
            </a:solidFill>
            <a:prstDash val="solid"/>
          </a:ln>
        </p:spPr>
      </p:sp>
      <p:sp>
        <p:nvSpPr>
          <p:cNvPr id="61" name="Shape 59"/>
          <p:cNvSpPr/>
          <p:nvPr/>
        </p:nvSpPr>
        <p:spPr>
          <a:xfrm>
            <a:off x="4291525" y="3739346"/>
            <a:ext cx="0" cy="123708"/>
          </a:xfrm>
          <a:prstGeom prst="line">
            <a:avLst/>
          </a:prstGeom>
          <a:noFill/>
          <a:ln w="12960">
            <a:solidFill>
              <a:srgbClr val="31312D"/>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B1B1B0"/>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76CFA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1A1A16"/>
            </a:solidFill>
            <a:prstDash val="solid"/>
          </a:ln>
        </p:spPr>
      </p:sp>
      <p:sp>
        <p:nvSpPr>
          <p:cNvPr id="65" name="Shape 63"/>
          <p:cNvSpPr/>
          <p:nvPr/>
        </p:nvSpPr>
        <p:spPr>
          <a:xfrm>
            <a:off x="4256180" y="4524302"/>
            <a:ext cx="70690" cy="0"/>
          </a:xfrm>
          <a:prstGeom prst="line">
            <a:avLst/>
          </a:prstGeom>
          <a:noFill/>
          <a:ln w="10604">
            <a:solidFill>
              <a:srgbClr val="1A1A16"/>
            </a:solidFill>
            <a:prstDash val="solid"/>
          </a:ln>
        </p:spPr>
      </p:sp>
      <p:sp>
        <p:nvSpPr>
          <p:cNvPr id="66" name="Shape 64"/>
          <p:cNvSpPr/>
          <p:nvPr/>
        </p:nvSpPr>
        <p:spPr>
          <a:xfrm>
            <a:off x="4291525" y="4488957"/>
            <a:ext cx="0" cy="70690"/>
          </a:xfrm>
          <a:prstGeom prst="line">
            <a:avLst/>
          </a:prstGeom>
          <a:noFill/>
          <a:ln w="10604">
            <a:solidFill>
              <a:srgbClr val="1A1A16"/>
            </a:solidFill>
            <a:prstDash val="solid"/>
          </a:ln>
        </p:spPr>
      </p:sp>
      <p:sp>
        <p:nvSpPr>
          <p:cNvPr id="67" name="Shape 65"/>
          <p:cNvSpPr/>
          <p:nvPr/>
        </p:nvSpPr>
        <p:spPr>
          <a:xfrm>
            <a:off x="4291525" y="4335795"/>
            <a:ext cx="0" cy="123708"/>
          </a:xfrm>
          <a:prstGeom prst="line">
            <a:avLst/>
          </a:prstGeom>
          <a:noFill/>
          <a:ln w="12960">
            <a:solidFill>
              <a:srgbClr val="31312D"/>
            </a:solidFill>
            <a:prstDash val="solid"/>
            <a:headEnd type="triangle"/>
          </a:ln>
        </p:spPr>
      </p:sp>
      <p:sp>
        <p:nvSpPr>
          <p:cNvPr id="68" name="Shape 66"/>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B1B1B0"/>
            </a:solidFill>
            <a:prstDash val="solid"/>
          </a:ln>
        </p:spPr>
      </p:sp>
      <p:sp>
        <p:nvSpPr>
          <p:cNvPr id="69" name="Shape 67"/>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70" name="Shape 68"/>
          <p:cNvSpPr/>
          <p:nvPr/>
        </p:nvSpPr>
        <p:spPr>
          <a:xfrm>
            <a:off x="5705328" y="2670158"/>
            <a:ext cx="129599" cy="129599"/>
          </a:xfrm>
          <a:prstGeom prst="ellipse">
            <a:avLst/>
          </a:prstGeom>
          <a:solidFill>
            <a:srgbClr val="FFFFFF"/>
          </a:solidFill>
          <a:ln w="11782">
            <a:solidFill>
              <a:srgbClr val="1A1A16"/>
            </a:solidFill>
            <a:prstDash val="solid"/>
          </a:ln>
        </p:spPr>
      </p:sp>
      <p:sp>
        <p:nvSpPr>
          <p:cNvPr id="71" name="Shape 69"/>
          <p:cNvSpPr/>
          <p:nvPr/>
        </p:nvSpPr>
        <p:spPr>
          <a:xfrm>
            <a:off x="5734783" y="2734957"/>
            <a:ext cx="70690" cy="0"/>
          </a:xfrm>
          <a:prstGeom prst="line">
            <a:avLst/>
          </a:prstGeom>
          <a:noFill/>
          <a:ln w="10604">
            <a:solidFill>
              <a:srgbClr val="1A1A16"/>
            </a:solidFill>
            <a:prstDash val="solid"/>
          </a:ln>
        </p:spPr>
      </p:sp>
      <p:sp>
        <p:nvSpPr>
          <p:cNvPr id="72" name="Shape 70"/>
          <p:cNvSpPr/>
          <p:nvPr/>
        </p:nvSpPr>
        <p:spPr>
          <a:xfrm>
            <a:off x="5770128" y="2699612"/>
            <a:ext cx="0" cy="70690"/>
          </a:xfrm>
          <a:prstGeom prst="line">
            <a:avLst/>
          </a:prstGeom>
          <a:noFill/>
          <a:ln w="10604">
            <a:solidFill>
              <a:srgbClr val="1A1A16"/>
            </a:solidFill>
            <a:prstDash val="solid"/>
          </a:ln>
        </p:spPr>
      </p:sp>
      <p:sp>
        <p:nvSpPr>
          <p:cNvPr id="73" name="Shape 71"/>
          <p:cNvSpPr/>
          <p:nvPr/>
        </p:nvSpPr>
        <p:spPr>
          <a:xfrm>
            <a:off x="5770128" y="2546450"/>
            <a:ext cx="0" cy="123708"/>
          </a:xfrm>
          <a:prstGeom prst="line">
            <a:avLst/>
          </a:prstGeom>
          <a:noFill/>
          <a:ln w="12960">
            <a:solidFill>
              <a:srgbClr val="31312D"/>
            </a:solidFill>
            <a:prstDash val="solid"/>
            <a:headEnd type="triangle"/>
          </a:ln>
        </p:spPr>
      </p:sp>
      <p:sp>
        <p:nvSpPr>
          <p:cNvPr id="74" name="Shape 72"/>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12960">
            <a:solidFill>
              <a:srgbClr val="B1B1B0"/>
            </a:solidFill>
            <a:prstDash val="solid"/>
          </a:ln>
        </p:spPr>
      </p:sp>
      <p:sp>
        <p:nvSpPr>
          <p:cNvPr id="75" name="Shape 73"/>
          <p:cNvSpPr/>
          <p:nvPr/>
        </p:nvSpPr>
        <p:spPr>
          <a:xfrm>
            <a:off x="5705328" y="3266606"/>
            <a:ext cx="129599" cy="129599"/>
          </a:xfrm>
          <a:prstGeom prst="ellipse">
            <a:avLst/>
          </a:prstGeom>
          <a:solidFill>
            <a:srgbClr val="FFFFFF"/>
          </a:solidFill>
          <a:ln w="16494">
            <a:solidFill>
              <a:srgbClr val="1A1A16"/>
            </a:solidFill>
            <a:prstDash val="solid"/>
          </a:ln>
        </p:spPr>
      </p:sp>
      <p:sp>
        <p:nvSpPr>
          <p:cNvPr id="76" name="Shape 74"/>
          <p:cNvSpPr/>
          <p:nvPr/>
        </p:nvSpPr>
        <p:spPr>
          <a:xfrm>
            <a:off x="5734783" y="3331405"/>
            <a:ext cx="70690" cy="0"/>
          </a:xfrm>
          <a:prstGeom prst="line">
            <a:avLst/>
          </a:prstGeom>
          <a:noFill/>
          <a:ln w="10604">
            <a:solidFill>
              <a:srgbClr val="1A1A16"/>
            </a:solidFill>
            <a:prstDash val="solid"/>
          </a:ln>
        </p:spPr>
      </p:sp>
      <p:sp>
        <p:nvSpPr>
          <p:cNvPr id="77" name="Shape 75"/>
          <p:cNvSpPr/>
          <p:nvPr/>
        </p:nvSpPr>
        <p:spPr>
          <a:xfrm>
            <a:off x="5770128" y="3296060"/>
            <a:ext cx="0" cy="70690"/>
          </a:xfrm>
          <a:prstGeom prst="line">
            <a:avLst/>
          </a:prstGeom>
          <a:noFill/>
          <a:ln w="10604">
            <a:solidFill>
              <a:srgbClr val="1A1A16"/>
            </a:solidFill>
            <a:prstDash val="solid"/>
          </a:ln>
        </p:spPr>
      </p:sp>
      <p:sp>
        <p:nvSpPr>
          <p:cNvPr id="78" name="Shape 76"/>
          <p:cNvSpPr/>
          <p:nvPr/>
        </p:nvSpPr>
        <p:spPr>
          <a:xfrm>
            <a:off x="5770128" y="3142898"/>
            <a:ext cx="0" cy="123708"/>
          </a:xfrm>
          <a:prstGeom prst="line">
            <a:avLst/>
          </a:prstGeom>
          <a:noFill/>
          <a:ln w="16494">
            <a:solidFill>
              <a:srgbClr val="31312D"/>
            </a:solidFill>
            <a:prstDash val="solid"/>
            <a:headEnd type="triangle"/>
          </a:ln>
        </p:spPr>
      </p:sp>
      <p:sp>
        <p:nvSpPr>
          <p:cNvPr id="79" name="Shape 77"/>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sp>
      <p:sp>
        <p:nvSpPr>
          <p:cNvPr id="80" name="Shape 78"/>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sp>
      <p:sp>
        <p:nvSpPr>
          <p:cNvPr id="81" name="Shape 79"/>
          <p:cNvSpPr/>
          <p:nvPr/>
        </p:nvSpPr>
        <p:spPr>
          <a:xfrm>
            <a:off x="9858375" y="2670158"/>
            <a:ext cx="129599" cy="129599"/>
          </a:xfrm>
          <a:prstGeom prst="ellipse">
            <a:avLst/>
          </a:prstGeom>
          <a:solidFill>
            <a:srgbClr val="FFFFFF"/>
          </a:solidFill>
          <a:ln w="11782">
            <a:solidFill>
              <a:srgbClr val="1A1A16"/>
            </a:solidFill>
            <a:prstDash val="solid"/>
          </a:ln>
        </p:spPr>
      </p:sp>
      <p:sp>
        <p:nvSpPr>
          <p:cNvPr id="82" name="Shape 80"/>
          <p:cNvSpPr/>
          <p:nvPr/>
        </p:nvSpPr>
        <p:spPr>
          <a:xfrm>
            <a:off x="9887829" y="2734957"/>
            <a:ext cx="70690" cy="0"/>
          </a:xfrm>
          <a:prstGeom prst="line">
            <a:avLst/>
          </a:prstGeom>
          <a:noFill/>
          <a:ln w="10604">
            <a:solidFill>
              <a:srgbClr val="1A1A16"/>
            </a:solidFill>
            <a:prstDash val="solid"/>
          </a:ln>
        </p:spPr>
      </p:sp>
      <p:sp>
        <p:nvSpPr>
          <p:cNvPr id="83" name="Shape 81"/>
          <p:cNvSpPr/>
          <p:nvPr/>
        </p:nvSpPr>
        <p:spPr>
          <a:xfrm>
            <a:off x="9923174" y="2699612"/>
            <a:ext cx="0" cy="70690"/>
          </a:xfrm>
          <a:prstGeom prst="line">
            <a:avLst/>
          </a:prstGeom>
          <a:noFill/>
          <a:ln w="10604">
            <a:solidFill>
              <a:srgbClr val="1A1A16"/>
            </a:solidFill>
            <a:prstDash val="solid"/>
          </a:ln>
        </p:spPr>
      </p:sp>
      <p:sp>
        <p:nvSpPr>
          <p:cNvPr id="84" name="Shape 82"/>
          <p:cNvSpPr/>
          <p:nvPr/>
        </p:nvSpPr>
        <p:spPr>
          <a:xfrm>
            <a:off x="9923174" y="2546450"/>
            <a:ext cx="0" cy="123708"/>
          </a:xfrm>
          <a:prstGeom prst="line">
            <a:avLst/>
          </a:prstGeom>
          <a:noFill/>
          <a:ln w="12960">
            <a:solidFill>
              <a:srgbClr val="31312D"/>
            </a:solidFill>
            <a:prstDash val="solid"/>
            <a:headEnd type="triangle"/>
          </a:ln>
        </p:spPr>
      </p:sp>
      <p:sp>
        <p:nvSpPr>
          <p:cNvPr id="85" name="Shape 83"/>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12960">
            <a:solidFill>
              <a:srgbClr val="B1B1B0"/>
            </a:solidFill>
            <a:prstDash val="solid"/>
          </a:ln>
        </p:spPr>
      </p:sp>
      <p:sp>
        <p:nvSpPr>
          <p:cNvPr id="86" name="Shape 84"/>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12960">
            <a:solidFill>
              <a:srgbClr val="B1B1B0"/>
            </a:solidFill>
            <a:prstDash val="solid"/>
          </a:ln>
        </p:spPr>
      </p:sp>
      <p:sp>
        <p:nvSpPr>
          <p:cNvPr id="87" name="Shape 85"/>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12960">
            <a:solidFill>
              <a:srgbClr val="9289CA"/>
            </a:solidFill>
            <a:prstDash val="solid"/>
          </a:ln>
        </p:spPr>
      </p:sp>
      <p:sp>
        <p:nvSpPr>
          <p:cNvPr id="88" name="Shape 86"/>
          <p:cNvSpPr/>
          <p:nvPr/>
        </p:nvSpPr>
        <p:spPr>
          <a:xfrm>
            <a:off x="3119247" y="4459502"/>
            <a:ext cx="129599" cy="129599"/>
          </a:xfrm>
          <a:prstGeom prst="ellipse">
            <a:avLst/>
          </a:prstGeom>
          <a:solidFill>
            <a:srgbClr val="FFFFFF"/>
          </a:solidFill>
          <a:ln w="16494">
            <a:solidFill>
              <a:srgbClr val="1A1A16"/>
            </a:solidFill>
            <a:prstDash val="solid"/>
          </a:ln>
        </p:spPr>
      </p:sp>
      <p:sp>
        <p:nvSpPr>
          <p:cNvPr id="89" name="Shape 87"/>
          <p:cNvSpPr/>
          <p:nvPr/>
        </p:nvSpPr>
        <p:spPr>
          <a:xfrm>
            <a:off x="3148701" y="4524302"/>
            <a:ext cx="70690" cy="0"/>
          </a:xfrm>
          <a:prstGeom prst="line">
            <a:avLst/>
          </a:prstGeom>
          <a:noFill/>
          <a:ln w="10604">
            <a:solidFill>
              <a:srgbClr val="1A1A16"/>
            </a:solidFill>
            <a:prstDash val="solid"/>
          </a:ln>
        </p:spPr>
      </p:sp>
      <p:sp>
        <p:nvSpPr>
          <p:cNvPr id="90" name="Shape 88"/>
          <p:cNvSpPr/>
          <p:nvPr/>
        </p:nvSpPr>
        <p:spPr>
          <a:xfrm>
            <a:off x="3184046" y="4488957"/>
            <a:ext cx="0" cy="70690"/>
          </a:xfrm>
          <a:prstGeom prst="line">
            <a:avLst/>
          </a:prstGeom>
          <a:noFill/>
          <a:ln w="10604">
            <a:solidFill>
              <a:srgbClr val="1A1A16"/>
            </a:solidFill>
            <a:prstDash val="solid"/>
          </a:ln>
        </p:spPr>
      </p:sp>
      <p:sp>
        <p:nvSpPr>
          <p:cNvPr id="91" name="Shape 89"/>
          <p:cNvSpPr/>
          <p:nvPr/>
        </p:nvSpPr>
        <p:spPr>
          <a:xfrm>
            <a:off x="3184046" y="4335795"/>
            <a:ext cx="0" cy="123708"/>
          </a:xfrm>
          <a:prstGeom prst="line">
            <a:avLst/>
          </a:prstGeom>
          <a:noFill/>
          <a:ln w="16494">
            <a:solidFill>
              <a:srgbClr val="31312D"/>
            </a:solidFill>
            <a:prstDash val="solid"/>
            <a:headEnd type="triangle"/>
          </a:ln>
        </p:spPr>
      </p:sp>
      <p:sp>
        <p:nvSpPr>
          <p:cNvPr id="92" name="Shape 90"/>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sp>
      <p:sp>
        <p:nvSpPr>
          <p:cNvPr id="93" name="Shape 91"/>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94" name="Shape 92"/>
          <p:cNvSpPr/>
          <p:nvPr/>
        </p:nvSpPr>
        <p:spPr>
          <a:xfrm>
            <a:off x="5705328" y="2073710"/>
            <a:ext cx="129599" cy="129599"/>
          </a:xfrm>
          <a:prstGeom prst="ellipse">
            <a:avLst/>
          </a:prstGeom>
          <a:solidFill>
            <a:srgbClr val="FFFFFF"/>
          </a:solidFill>
          <a:ln w="11782">
            <a:solidFill>
              <a:srgbClr val="1A1A16"/>
            </a:solidFill>
            <a:prstDash val="solid"/>
          </a:ln>
        </p:spPr>
      </p:sp>
      <p:sp>
        <p:nvSpPr>
          <p:cNvPr id="95" name="Shape 93"/>
          <p:cNvSpPr/>
          <p:nvPr/>
        </p:nvSpPr>
        <p:spPr>
          <a:xfrm>
            <a:off x="5734783" y="2138509"/>
            <a:ext cx="70690" cy="0"/>
          </a:xfrm>
          <a:prstGeom prst="line">
            <a:avLst/>
          </a:prstGeom>
          <a:noFill/>
          <a:ln w="10604">
            <a:solidFill>
              <a:srgbClr val="1A1A16"/>
            </a:solidFill>
            <a:prstDash val="solid"/>
          </a:ln>
        </p:spPr>
      </p:sp>
      <p:sp>
        <p:nvSpPr>
          <p:cNvPr id="96" name="Shape 94"/>
          <p:cNvSpPr/>
          <p:nvPr/>
        </p:nvSpPr>
        <p:spPr>
          <a:xfrm>
            <a:off x="5770128" y="2103164"/>
            <a:ext cx="0" cy="70690"/>
          </a:xfrm>
          <a:prstGeom prst="line">
            <a:avLst/>
          </a:prstGeom>
          <a:noFill/>
          <a:ln w="10604">
            <a:solidFill>
              <a:srgbClr val="1A1A16"/>
            </a:solidFill>
            <a:prstDash val="solid"/>
          </a:ln>
        </p:spPr>
      </p:sp>
      <p:sp>
        <p:nvSpPr>
          <p:cNvPr id="97" name="Shape 95"/>
          <p:cNvSpPr/>
          <p:nvPr/>
        </p:nvSpPr>
        <p:spPr>
          <a:xfrm>
            <a:off x="5770128" y="1950002"/>
            <a:ext cx="0" cy="123708"/>
          </a:xfrm>
          <a:prstGeom prst="line">
            <a:avLst/>
          </a:prstGeom>
          <a:noFill/>
          <a:ln w="12960">
            <a:solidFill>
              <a:srgbClr val="31312D"/>
            </a:solidFill>
            <a:prstDash val="solid"/>
            <a:headEnd type="triangle"/>
          </a:ln>
        </p:spPr>
      </p:sp>
      <p:sp>
        <p:nvSpPr>
          <p:cNvPr id="98" name="Shape 96"/>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12960">
            <a:solidFill>
              <a:srgbClr val="B1B1B0"/>
            </a:solidFill>
            <a:prstDash val="solid"/>
          </a:ln>
        </p:spPr>
      </p:sp>
      <p:sp>
        <p:nvSpPr>
          <p:cNvPr id="99" name="Shape 97"/>
          <p:cNvSpPr/>
          <p:nvPr/>
        </p:nvSpPr>
        <p:spPr>
          <a:xfrm>
            <a:off x="7767125" y="3266606"/>
            <a:ext cx="129599" cy="129599"/>
          </a:xfrm>
          <a:prstGeom prst="ellipse">
            <a:avLst/>
          </a:prstGeom>
          <a:solidFill>
            <a:srgbClr val="FFFFFF"/>
          </a:solidFill>
          <a:ln w="16494">
            <a:solidFill>
              <a:srgbClr val="1A1A16"/>
            </a:solidFill>
            <a:prstDash val="solid"/>
          </a:ln>
        </p:spPr>
      </p:sp>
      <p:sp>
        <p:nvSpPr>
          <p:cNvPr id="100" name="Shape 98"/>
          <p:cNvSpPr/>
          <p:nvPr/>
        </p:nvSpPr>
        <p:spPr>
          <a:xfrm>
            <a:off x="7796579" y="3331405"/>
            <a:ext cx="70690" cy="0"/>
          </a:xfrm>
          <a:prstGeom prst="line">
            <a:avLst/>
          </a:prstGeom>
          <a:noFill/>
          <a:ln w="10604">
            <a:solidFill>
              <a:srgbClr val="1A1A16"/>
            </a:solidFill>
            <a:prstDash val="solid"/>
          </a:ln>
        </p:spPr>
      </p:sp>
      <p:sp>
        <p:nvSpPr>
          <p:cNvPr id="101" name="Shape 99"/>
          <p:cNvSpPr/>
          <p:nvPr/>
        </p:nvSpPr>
        <p:spPr>
          <a:xfrm>
            <a:off x="7831924" y="3296060"/>
            <a:ext cx="0" cy="70690"/>
          </a:xfrm>
          <a:prstGeom prst="line">
            <a:avLst/>
          </a:prstGeom>
          <a:noFill/>
          <a:ln w="10604">
            <a:solidFill>
              <a:srgbClr val="1A1A16"/>
            </a:solidFill>
            <a:prstDash val="solid"/>
          </a:ln>
        </p:spPr>
      </p:sp>
      <p:sp>
        <p:nvSpPr>
          <p:cNvPr id="102" name="Shape 100"/>
          <p:cNvSpPr/>
          <p:nvPr/>
        </p:nvSpPr>
        <p:spPr>
          <a:xfrm>
            <a:off x="7831924" y="3142898"/>
            <a:ext cx="0" cy="123708"/>
          </a:xfrm>
          <a:prstGeom prst="line">
            <a:avLst/>
          </a:prstGeom>
          <a:noFill/>
          <a:ln w="16494">
            <a:solidFill>
              <a:srgbClr val="31312D"/>
            </a:solidFill>
            <a:prstDash val="solid"/>
            <a:headEnd type="triangle"/>
          </a:ln>
        </p:spPr>
      </p:sp>
      <p:sp>
        <p:nvSpPr>
          <p:cNvPr id="103" name="Shape 101"/>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04" name="Shape 102"/>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B1B1B0"/>
            </a:solidFill>
            <a:prstDash val="solid"/>
          </a:ln>
        </p:spPr>
      </p:sp>
      <p:sp>
        <p:nvSpPr>
          <p:cNvPr id="105" name="Shape 103"/>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B1B1B0"/>
            </a:solidFill>
            <a:prstDash val="solid"/>
          </a:ln>
        </p:spPr>
      </p:sp>
      <p:sp>
        <p:nvSpPr>
          <p:cNvPr id="106" name="Shape 104"/>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66B566"/>
            </a:solidFill>
            <a:prstDash val="solid"/>
          </a:ln>
        </p:spPr>
      </p:sp>
      <p:sp>
        <p:nvSpPr>
          <p:cNvPr id="107" name="Shape 105"/>
          <p:cNvSpPr/>
          <p:nvPr/>
        </p:nvSpPr>
        <p:spPr>
          <a:xfrm>
            <a:off x="8043994" y="2670158"/>
            <a:ext cx="129599" cy="129599"/>
          </a:xfrm>
          <a:prstGeom prst="ellipse">
            <a:avLst/>
          </a:prstGeom>
          <a:solidFill>
            <a:srgbClr val="FFFFFF"/>
          </a:solidFill>
          <a:ln w="11782">
            <a:solidFill>
              <a:srgbClr val="1A1A16"/>
            </a:solidFill>
            <a:prstDash val="solid"/>
          </a:ln>
        </p:spPr>
      </p:sp>
      <p:sp>
        <p:nvSpPr>
          <p:cNvPr id="108" name="Shape 106"/>
          <p:cNvSpPr/>
          <p:nvPr/>
        </p:nvSpPr>
        <p:spPr>
          <a:xfrm>
            <a:off x="8073449" y="2734957"/>
            <a:ext cx="70690" cy="0"/>
          </a:xfrm>
          <a:prstGeom prst="line">
            <a:avLst/>
          </a:prstGeom>
          <a:noFill/>
          <a:ln w="10604">
            <a:solidFill>
              <a:srgbClr val="1A1A16"/>
            </a:solidFill>
            <a:prstDash val="solid"/>
          </a:ln>
        </p:spPr>
      </p:sp>
      <p:sp>
        <p:nvSpPr>
          <p:cNvPr id="109" name="Shape 107"/>
          <p:cNvSpPr/>
          <p:nvPr/>
        </p:nvSpPr>
        <p:spPr>
          <a:xfrm>
            <a:off x="8108794" y="2699612"/>
            <a:ext cx="0" cy="70690"/>
          </a:xfrm>
          <a:prstGeom prst="line">
            <a:avLst/>
          </a:prstGeom>
          <a:noFill/>
          <a:ln w="10604">
            <a:solidFill>
              <a:srgbClr val="1A1A16"/>
            </a:solidFill>
            <a:prstDash val="solid"/>
          </a:ln>
        </p:spPr>
      </p:sp>
      <p:sp>
        <p:nvSpPr>
          <p:cNvPr id="110" name="Shape 108"/>
          <p:cNvSpPr/>
          <p:nvPr/>
        </p:nvSpPr>
        <p:spPr>
          <a:xfrm>
            <a:off x="8108794" y="2546450"/>
            <a:ext cx="0" cy="123708"/>
          </a:xfrm>
          <a:prstGeom prst="line">
            <a:avLst/>
          </a:prstGeom>
          <a:noFill/>
          <a:ln w="12960">
            <a:solidFill>
              <a:srgbClr val="31312D"/>
            </a:solidFill>
            <a:prstDash val="solid"/>
            <a:headEnd type="triangle"/>
          </a:ln>
        </p:spPr>
      </p:sp>
      <p:sp>
        <p:nvSpPr>
          <p:cNvPr id="111" name="Shape 109"/>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sp>
      <p:sp>
        <p:nvSpPr>
          <p:cNvPr id="112" name="Shape 110"/>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sp>
      <p:sp>
        <p:nvSpPr>
          <p:cNvPr id="113" name="Shape 111"/>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sp>
      <p:sp>
        <p:nvSpPr>
          <p:cNvPr id="114" name="Shape 112"/>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15" name="Shape 113"/>
          <p:cNvSpPr/>
          <p:nvPr/>
        </p:nvSpPr>
        <p:spPr>
          <a:xfrm>
            <a:off x="7767125" y="2073710"/>
            <a:ext cx="129599" cy="129599"/>
          </a:xfrm>
          <a:prstGeom prst="ellipse">
            <a:avLst/>
          </a:prstGeom>
          <a:solidFill>
            <a:srgbClr val="FFFFFF"/>
          </a:solidFill>
          <a:ln w="11782">
            <a:solidFill>
              <a:srgbClr val="1A1A16"/>
            </a:solidFill>
            <a:prstDash val="solid"/>
          </a:ln>
        </p:spPr>
      </p:sp>
      <p:sp>
        <p:nvSpPr>
          <p:cNvPr id="116" name="Shape 114"/>
          <p:cNvSpPr/>
          <p:nvPr/>
        </p:nvSpPr>
        <p:spPr>
          <a:xfrm>
            <a:off x="7796579" y="2138509"/>
            <a:ext cx="70690" cy="0"/>
          </a:xfrm>
          <a:prstGeom prst="line">
            <a:avLst/>
          </a:prstGeom>
          <a:noFill/>
          <a:ln w="10604">
            <a:solidFill>
              <a:srgbClr val="1A1A16"/>
            </a:solidFill>
            <a:prstDash val="solid"/>
          </a:ln>
        </p:spPr>
      </p:sp>
      <p:sp>
        <p:nvSpPr>
          <p:cNvPr id="117" name="Shape 115"/>
          <p:cNvSpPr/>
          <p:nvPr/>
        </p:nvSpPr>
        <p:spPr>
          <a:xfrm>
            <a:off x="7831924" y="2103164"/>
            <a:ext cx="0" cy="70690"/>
          </a:xfrm>
          <a:prstGeom prst="line">
            <a:avLst/>
          </a:prstGeom>
          <a:noFill/>
          <a:ln w="10604">
            <a:solidFill>
              <a:srgbClr val="1A1A16"/>
            </a:solidFill>
            <a:prstDash val="solid"/>
          </a:ln>
        </p:spPr>
      </p:sp>
      <p:sp>
        <p:nvSpPr>
          <p:cNvPr id="118" name="Shape 116"/>
          <p:cNvSpPr/>
          <p:nvPr/>
        </p:nvSpPr>
        <p:spPr>
          <a:xfrm>
            <a:off x="7831924" y="1950002"/>
            <a:ext cx="0" cy="123708"/>
          </a:xfrm>
          <a:prstGeom prst="line">
            <a:avLst/>
          </a:prstGeom>
          <a:noFill/>
          <a:ln w="12960">
            <a:solidFill>
              <a:srgbClr val="31312D"/>
            </a:solidFill>
            <a:prstDash val="solid"/>
            <a:headEnd type="triangle"/>
          </a:ln>
        </p:spPr>
      </p:sp>
      <p:sp>
        <p:nvSpPr>
          <p:cNvPr id="119" name="Shape 117"/>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12960">
            <a:solidFill>
              <a:srgbClr val="B1B1B0"/>
            </a:solidFill>
            <a:prstDash val="solid"/>
          </a:ln>
        </p:spPr>
      </p:sp>
      <p:sp>
        <p:nvSpPr>
          <p:cNvPr id="120" name="Shape 118"/>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12960">
            <a:solidFill>
              <a:srgbClr val="B1B1B0"/>
            </a:solidFill>
            <a:prstDash val="solid"/>
          </a:ln>
        </p:spPr>
      </p:sp>
      <p:sp>
        <p:nvSpPr>
          <p:cNvPr id="121" name="Shape 119"/>
          <p:cNvSpPr/>
          <p:nvPr/>
        </p:nvSpPr>
        <p:spPr>
          <a:xfrm>
            <a:off x="5428459" y="3863054"/>
            <a:ext cx="129599" cy="129599"/>
          </a:xfrm>
          <a:prstGeom prst="ellipse">
            <a:avLst/>
          </a:prstGeom>
          <a:solidFill>
            <a:srgbClr val="FFFFFF"/>
          </a:solidFill>
          <a:ln w="16494">
            <a:solidFill>
              <a:srgbClr val="1A1A16"/>
            </a:solidFill>
            <a:prstDash val="solid"/>
          </a:ln>
        </p:spPr>
      </p:sp>
      <p:sp>
        <p:nvSpPr>
          <p:cNvPr id="122" name="Shape 120"/>
          <p:cNvSpPr/>
          <p:nvPr/>
        </p:nvSpPr>
        <p:spPr>
          <a:xfrm>
            <a:off x="5457913" y="3927854"/>
            <a:ext cx="70690" cy="0"/>
          </a:xfrm>
          <a:prstGeom prst="line">
            <a:avLst/>
          </a:prstGeom>
          <a:noFill/>
          <a:ln w="10604">
            <a:solidFill>
              <a:srgbClr val="1A1A16"/>
            </a:solidFill>
            <a:prstDash val="solid"/>
          </a:ln>
        </p:spPr>
      </p:sp>
      <p:sp>
        <p:nvSpPr>
          <p:cNvPr id="123" name="Shape 121"/>
          <p:cNvSpPr/>
          <p:nvPr/>
        </p:nvSpPr>
        <p:spPr>
          <a:xfrm>
            <a:off x="5493258" y="3892508"/>
            <a:ext cx="0" cy="70690"/>
          </a:xfrm>
          <a:prstGeom prst="line">
            <a:avLst/>
          </a:prstGeom>
          <a:noFill/>
          <a:ln w="10604">
            <a:solidFill>
              <a:srgbClr val="1A1A16"/>
            </a:solidFill>
            <a:prstDash val="solid"/>
          </a:ln>
        </p:spPr>
      </p:sp>
      <p:sp>
        <p:nvSpPr>
          <p:cNvPr id="124" name="Shape 122"/>
          <p:cNvSpPr/>
          <p:nvPr/>
        </p:nvSpPr>
        <p:spPr>
          <a:xfrm>
            <a:off x="5493258" y="3739346"/>
            <a:ext cx="0" cy="123708"/>
          </a:xfrm>
          <a:prstGeom prst="line">
            <a:avLst/>
          </a:prstGeom>
          <a:noFill/>
          <a:ln w="16494">
            <a:solidFill>
              <a:srgbClr val="31312D"/>
            </a:solidFill>
            <a:prstDash val="solid"/>
            <a:headEnd type="triangle"/>
          </a:ln>
        </p:spPr>
      </p:sp>
      <p:sp>
        <p:nvSpPr>
          <p:cNvPr id="125" name="Shape 123"/>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B1B1B0"/>
            </a:solidFill>
            <a:prstDash val="solid"/>
          </a:ln>
        </p:spPr>
      </p:sp>
      <p:sp>
        <p:nvSpPr>
          <p:cNvPr id="126" name="Shape 124"/>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B1B1B0"/>
            </a:solidFill>
            <a:prstDash val="solid"/>
          </a:ln>
        </p:spPr>
      </p:sp>
      <p:sp>
        <p:nvSpPr>
          <p:cNvPr id="127" name="Shape 125"/>
          <p:cNvSpPr/>
          <p:nvPr/>
        </p:nvSpPr>
        <p:spPr>
          <a:xfrm>
            <a:off x="7490255" y="2670158"/>
            <a:ext cx="129599" cy="129599"/>
          </a:xfrm>
          <a:prstGeom prst="ellipse">
            <a:avLst/>
          </a:prstGeom>
          <a:solidFill>
            <a:srgbClr val="FFFFFF"/>
          </a:solidFill>
          <a:ln w="11782">
            <a:solidFill>
              <a:srgbClr val="1A1A16"/>
            </a:solidFill>
            <a:prstDash val="solid"/>
          </a:ln>
        </p:spPr>
      </p:sp>
      <p:sp>
        <p:nvSpPr>
          <p:cNvPr id="128" name="Shape 126"/>
          <p:cNvSpPr/>
          <p:nvPr/>
        </p:nvSpPr>
        <p:spPr>
          <a:xfrm>
            <a:off x="7519709" y="2734957"/>
            <a:ext cx="70690" cy="0"/>
          </a:xfrm>
          <a:prstGeom prst="line">
            <a:avLst/>
          </a:prstGeom>
          <a:noFill/>
          <a:ln w="10604">
            <a:solidFill>
              <a:srgbClr val="1A1A16"/>
            </a:solidFill>
            <a:prstDash val="solid"/>
          </a:ln>
        </p:spPr>
      </p:sp>
      <p:sp>
        <p:nvSpPr>
          <p:cNvPr id="129" name="Shape 127"/>
          <p:cNvSpPr/>
          <p:nvPr/>
        </p:nvSpPr>
        <p:spPr>
          <a:xfrm>
            <a:off x="7555054" y="2699612"/>
            <a:ext cx="0" cy="70690"/>
          </a:xfrm>
          <a:prstGeom prst="line">
            <a:avLst/>
          </a:prstGeom>
          <a:noFill/>
          <a:ln w="10604">
            <a:solidFill>
              <a:srgbClr val="1A1A16"/>
            </a:solidFill>
            <a:prstDash val="solid"/>
          </a:ln>
        </p:spPr>
      </p:sp>
      <p:sp>
        <p:nvSpPr>
          <p:cNvPr id="130" name="Shape 128"/>
          <p:cNvSpPr/>
          <p:nvPr/>
        </p:nvSpPr>
        <p:spPr>
          <a:xfrm>
            <a:off x="7555054" y="2546450"/>
            <a:ext cx="0" cy="123708"/>
          </a:xfrm>
          <a:prstGeom prst="line">
            <a:avLst/>
          </a:prstGeom>
          <a:noFill/>
          <a:ln w="12960">
            <a:solidFill>
              <a:srgbClr val="31312D"/>
            </a:solidFill>
            <a:prstDash val="solid"/>
            <a:headEnd type="triangle"/>
          </a:ln>
        </p:spPr>
      </p:sp>
      <p:sp>
        <p:nvSpPr>
          <p:cNvPr id="131" name="Shape 129"/>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12960">
            <a:solidFill>
              <a:srgbClr val="B1B1B0"/>
            </a:solidFill>
            <a:prstDash val="solid"/>
          </a:ln>
        </p:spPr>
      </p:sp>
      <p:sp>
        <p:nvSpPr>
          <p:cNvPr id="132" name="Shape 130"/>
          <p:cNvSpPr/>
          <p:nvPr/>
        </p:nvSpPr>
        <p:spPr>
          <a:xfrm>
            <a:off x="5982198" y="3863054"/>
            <a:ext cx="129599" cy="129599"/>
          </a:xfrm>
          <a:prstGeom prst="ellipse">
            <a:avLst/>
          </a:prstGeom>
          <a:solidFill>
            <a:srgbClr val="FFFFFF"/>
          </a:solidFill>
          <a:ln w="16494">
            <a:solidFill>
              <a:srgbClr val="1A1A16"/>
            </a:solidFill>
            <a:prstDash val="solid"/>
          </a:ln>
        </p:spPr>
      </p:sp>
      <p:sp>
        <p:nvSpPr>
          <p:cNvPr id="133" name="Shape 131"/>
          <p:cNvSpPr/>
          <p:nvPr/>
        </p:nvSpPr>
        <p:spPr>
          <a:xfrm>
            <a:off x="6011652" y="3927854"/>
            <a:ext cx="70690" cy="0"/>
          </a:xfrm>
          <a:prstGeom prst="line">
            <a:avLst/>
          </a:prstGeom>
          <a:noFill/>
          <a:ln w="10604">
            <a:solidFill>
              <a:srgbClr val="1A1A16"/>
            </a:solidFill>
            <a:prstDash val="solid"/>
          </a:ln>
        </p:spPr>
      </p:sp>
      <p:sp>
        <p:nvSpPr>
          <p:cNvPr id="134" name="Shape 132"/>
          <p:cNvSpPr/>
          <p:nvPr/>
        </p:nvSpPr>
        <p:spPr>
          <a:xfrm>
            <a:off x="6046998" y="3892508"/>
            <a:ext cx="0" cy="70690"/>
          </a:xfrm>
          <a:prstGeom prst="line">
            <a:avLst/>
          </a:prstGeom>
          <a:noFill/>
          <a:ln w="10604">
            <a:solidFill>
              <a:srgbClr val="1A1A16"/>
            </a:solidFill>
            <a:prstDash val="solid"/>
          </a:ln>
        </p:spPr>
      </p:sp>
      <p:sp>
        <p:nvSpPr>
          <p:cNvPr id="135" name="Shape 133"/>
          <p:cNvSpPr/>
          <p:nvPr/>
        </p:nvSpPr>
        <p:spPr>
          <a:xfrm>
            <a:off x="6046998" y="3739346"/>
            <a:ext cx="0" cy="123708"/>
          </a:xfrm>
          <a:prstGeom prst="line">
            <a:avLst/>
          </a:prstGeom>
          <a:noFill/>
          <a:ln w="16494">
            <a:solidFill>
              <a:srgbClr val="31312D"/>
            </a:solidFill>
            <a:prstDash val="solid"/>
            <a:headEnd type="triangle"/>
          </a:ln>
        </p:spPr>
      </p:sp>
      <p:sp>
        <p:nvSpPr>
          <p:cNvPr id="136" name="Shape 134"/>
          <p:cNvSpPr/>
          <p:nvPr/>
        </p:nvSpPr>
        <p:spPr>
          <a:xfrm>
            <a:off x="5592813" y="473756"/>
            <a:ext cx="354629" cy="354629"/>
          </a:xfrm>
          <a:prstGeom prst="diamond">
            <a:avLst/>
          </a:prstGeom>
          <a:solidFill>
            <a:srgbClr val="FFFFFF"/>
          </a:solidFill>
          <a:ln w="18851">
            <a:solidFill>
              <a:srgbClr val="1A1A16"/>
            </a:solidFill>
            <a:prstDash val="solid"/>
          </a:ln>
        </p:spPr>
      </p:sp>
      <p:sp>
        <p:nvSpPr>
          <p:cNvPr id="137" name="Shape 135"/>
          <p:cNvSpPr/>
          <p:nvPr/>
        </p:nvSpPr>
        <p:spPr>
          <a:xfrm>
            <a:off x="3659438" y="3555258"/>
            <a:ext cx="156697" cy="156107"/>
          </a:xfrm>
          <a:prstGeom prst="rect">
            <a:avLst/>
          </a:prstGeom>
          <a:solidFill>
            <a:srgbClr val="FFFFFF"/>
          </a:solidFill>
          <a:ln w="12371">
            <a:solidFill>
              <a:srgbClr val="1A1A16"/>
            </a:solidFill>
            <a:prstDash val="solid"/>
          </a:ln>
        </p:spPr>
      </p:sp>
      <p:sp>
        <p:nvSpPr>
          <p:cNvPr id="138" name="Shape 136"/>
          <p:cNvSpPr/>
          <p:nvPr/>
        </p:nvSpPr>
        <p:spPr>
          <a:xfrm>
            <a:off x="7721176" y="1137065"/>
            <a:ext cx="221496" cy="220907"/>
          </a:xfrm>
          <a:prstGeom prst="diamond">
            <a:avLst/>
          </a:prstGeom>
          <a:solidFill>
            <a:srgbClr val="FFFFFF"/>
          </a:solidFill>
          <a:ln w="12371">
            <a:solidFill>
              <a:srgbClr val="1A1A16"/>
            </a:solidFill>
            <a:prstDash val="solid"/>
          </a:ln>
        </p:spPr>
      </p:sp>
      <p:sp>
        <p:nvSpPr>
          <p:cNvPr id="139" name="Shape 137"/>
          <p:cNvSpPr/>
          <p:nvPr/>
        </p:nvSpPr>
        <p:spPr>
          <a:xfrm>
            <a:off x="4180777" y="3522858"/>
            <a:ext cx="221496" cy="220907"/>
          </a:xfrm>
          <a:prstGeom prst="diamond">
            <a:avLst/>
          </a:prstGeom>
          <a:solidFill>
            <a:srgbClr val="FFFFFF"/>
          </a:solidFill>
          <a:ln w="12371">
            <a:solidFill>
              <a:srgbClr val="1A1A16"/>
            </a:solidFill>
            <a:prstDash val="solid"/>
          </a:ln>
        </p:spPr>
      </p:sp>
      <p:sp>
        <p:nvSpPr>
          <p:cNvPr id="140" name="Shape 138"/>
          <p:cNvSpPr/>
          <p:nvPr/>
        </p:nvSpPr>
        <p:spPr>
          <a:xfrm>
            <a:off x="4203163" y="4141397"/>
            <a:ext cx="176725" cy="176725"/>
          </a:xfrm>
          <a:prstGeom prst="ellipse">
            <a:avLst/>
          </a:prstGeom>
          <a:solidFill>
            <a:srgbClr val="FFFFFF"/>
          </a:solidFill>
          <a:ln w="12371">
            <a:solidFill>
              <a:srgbClr val="1A1A16"/>
            </a:solidFill>
            <a:prstDash val="solid"/>
          </a:ln>
        </p:spPr>
      </p:sp>
      <p:sp>
        <p:nvSpPr>
          <p:cNvPr id="141" name="Shape 139"/>
          <p:cNvSpPr/>
          <p:nvPr/>
        </p:nvSpPr>
        <p:spPr>
          <a:xfrm>
            <a:off x="1287194" y="4684827"/>
            <a:ext cx="282761" cy="282761"/>
          </a:xfrm>
          <a:prstGeom prst="ellipse">
            <a:avLst/>
          </a:prstGeom>
          <a:ln w="15316">
            <a:solidFill>
              <a:srgbClr val="BABAB9"/>
            </a:solidFill>
            <a:prstDash val="solid"/>
          </a:ln>
        </p:spPr>
      </p:sp>
      <p:sp>
        <p:nvSpPr>
          <p:cNvPr id="142" name="Shape 140"/>
          <p:cNvSpPr/>
          <p:nvPr/>
        </p:nvSpPr>
        <p:spPr>
          <a:xfrm>
            <a:off x="1340211" y="4737845"/>
            <a:ext cx="176725" cy="176725"/>
          </a:xfrm>
          <a:prstGeom prst="ellipse">
            <a:avLst/>
          </a:prstGeom>
          <a:solidFill>
            <a:srgbClr val="FFFFFF"/>
          </a:solidFill>
          <a:ln w="21207">
            <a:solidFill>
              <a:srgbClr val="1A1A16"/>
            </a:solidFill>
            <a:prstDash val="solid"/>
          </a:ln>
        </p:spPr>
      </p:sp>
      <p:sp>
        <p:nvSpPr>
          <p:cNvPr id="143" name="Shape 141"/>
          <p:cNvSpPr/>
          <p:nvPr/>
        </p:nvSpPr>
        <p:spPr>
          <a:xfrm>
            <a:off x="7714107" y="3515494"/>
            <a:ext cx="235634" cy="235634"/>
          </a:xfrm>
          <a:prstGeom prst="ellipse">
            <a:avLst/>
          </a:prstGeom>
          <a:solidFill>
            <a:srgbClr val="FFFFFF"/>
          </a:solidFill>
          <a:ln w="12371">
            <a:solidFill>
              <a:srgbClr val="1A1A16"/>
            </a:solidFill>
            <a:prstDash val="solid"/>
          </a:ln>
        </p:spPr>
      </p:sp>
      <p:sp>
        <p:nvSpPr>
          <p:cNvPr id="144" name="Shape 142"/>
          <p:cNvSpPr/>
          <p:nvPr/>
        </p:nvSpPr>
        <p:spPr>
          <a:xfrm>
            <a:off x="5691780" y="2362361"/>
            <a:ext cx="156697" cy="156107"/>
          </a:xfrm>
          <a:prstGeom prst="rect">
            <a:avLst/>
          </a:prstGeom>
          <a:solidFill>
            <a:srgbClr val="FFFFFF"/>
          </a:solidFill>
          <a:ln w="12371">
            <a:solidFill>
              <a:srgbClr val="1A1A16"/>
            </a:solidFill>
            <a:prstDash val="solid"/>
          </a:ln>
        </p:spPr>
      </p:sp>
      <p:sp>
        <p:nvSpPr>
          <p:cNvPr id="145" name="Shape 143"/>
          <p:cNvSpPr/>
          <p:nvPr/>
        </p:nvSpPr>
        <p:spPr>
          <a:xfrm>
            <a:off x="5681765" y="2948500"/>
            <a:ext cx="176725" cy="176725"/>
          </a:xfrm>
          <a:prstGeom prst="ellipse">
            <a:avLst/>
          </a:prstGeom>
          <a:solidFill>
            <a:srgbClr val="FFFFFF"/>
          </a:solidFill>
          <a:ln w="12371">
            <a:solidFill>
              <a:srgbClr val="1A1A16"/>
            </a:solidFill>
            <a:prstDash val="solid"/>
          </a:ln>
        </p:spPr>
      </p:sp>
      <p:sp>
        <p:nvSpPr>
          <p:cNvPr id="146" name="Shape 144"/>
          <p:cNvSpPr/>
          <p:nvPr/>
        </p:nvSpPr>
        <p:spPr>
          <a:xfrm>
            <a:off x="3619969" y="4708391"/>
            <a:ext cx="235634" cy="235634"/>
          </a:xfrm>
          <a:prstGeom prst="ellipse">
            <a:avLst/>
          </a:prstGeom>
          <a:solidFill>
            <a:srgbClr val="FFFFFF"/>
          </a:solidFill>
          <a:ln w="12371">
            <a:solidFill>
              <a:srgbClr val="1A1A16"/>
            </a:solidFill>
            <a:prstDash val="solid"/>
          </a:ln>
        </p:spPr>
      </p:sp>
      <p:sp>
        <p:nvSpPr>
          <p:cNvPr id="147" name="Shape 145"/>
          <p:cNvSpPr/>
          <p:nvPr/>
        </p:nvSpPr>
        <p:spPr>
          <a:xfrm>
            <a:off x="9844826" y="2362361"/>
            <a:ext cx="156697" cy="156107"/>
          </a:xfrm>
          <a:prstGeom prst="rect">
            <a:avLst/>
          </a:prstGeom>
          <a:solidFill>
            <a:srgbClr val="FFFFFF"/>
          </a:solidFill>
          <a:ln w="12371">
            <a:solidFill>
              <a:srgbClr val="1A1A16"/>
            </a:solidFill>
            <a:prstDash val="solid"/>
          </a:ln>
        </p:spPr>
      </p:sp>
      <p:sp>
        <p:nvSpPr>
          <p:cNvPr id="148" name="Shape 146"/>
          <p:cNvSpPr/>
          <p:nvPr/>
        </p:nvSpPr>
        <p:spPr>
          <a:xfrm>
            <a:off x="9805357" y="3515494"/>
            <a:ext cx="235634" cy="235634"/>
          </a:xfrm>
          <a:prstGeom prst="ellipse">
            <a:avLst/>
          </a:prstGeom>
          <a:solidFill>
            <a:srgbClr val="FFFFFF"/>
          </a:solidFill>
          <a:ln w="12371">
            <a:solidFill>
              <a:srgbClr val="1A1A16"/>
            </a:solidFill>
            <a:prstDash val="solid"/>
          </a:ln>
        </p:spPr>
      </p:sp>
      <p:sp>
        <p:nvSpPr>
          <p:cNvPr id="149" name="Shape 147"/>
          <p:cNvSpPr/>
          <p:nvPr/>
        </p:nvSpPr>
        <p:spPr>
          <a:xfrm>
            <a:off x="3596406" y="4088379"/>
            <a:ext cx="282761" cy="282761"/>
          </a:xfrm>
          <a:prstGeom prst="ellipse">
            <a:avLst/>
          </a:prstGeom>
          <a:ln w="15316">
            <a:solidFill>
              <a:srgbClr val="BABAB9"/>
            </a:solidFill>
            <a:prstDash val="solid"/>
          </a:ln>
        </p:spPr>
      </p:sp>
      <p:sp>
        <p:nvSpPr>
          <p:cNvPr id="150" name="Shape 148"/>
          <p:cNvSpPr/>
          <p:nvPr/>
        </p:nvSpPr>
        <p:spPr>
          <a:xfrm>
            <a:off x="3649423" y="4141397"/>
            <a:ext cx="176725" cy="176725"/>
          </a:xfrm>
          <a:prstGeom prst="ellipse">
            <a:avLst/>
          </a:prstGeom>
          <a:solidFill>
            <a:srgbClr val="FFFFFF"/>
          </a:solidFill>
          <a:ln w="21207">
            <a:solidFill>
              <a:srgbClr val="1A1A16"/>
            </a:solidFill>
            <a:prstDash val="solid"/>
          </a:ln>
        </p:spPr>
      </p:sp>
      <p:sp>
        <p:nvSpPr>
          <p:cNvPr id="151" name="Shape 149"/>
          <p:cNvSpPr/>
          <p:nvPr/>
        </p:nvSpPr>
        <p:spPr>
          <a:xfrm>
            <a:off x="3095684" y="4141397"/>
            <a:ext cx="176725" cy="176725"/>
          </a:xfrm>
          <a:prstGeom prst="ellipse">
            <a:avLst/>
          </a:prstGeom>
          <a:solidFill>
            <a:srgbClr val="FFFFFF"/>
          </a:solidFill>
          <a:ln w="12371">
            <a:solidFill>
              <a:srgbClr val="1A1A16"/>
            </a:solidFill>
            <a:prstDash val="solid"/>
          </a:ln>
        </p:spPr>
      </p:sp>
      <p:sp>
        <p:nvSpPr>
          <p:cNvPr id="152" name="Shape 150"/>
          <p:cNvSpPr/>
          <p:nvPr/>
        </p:nvSpPr>
        <p:spPr>
          <a:xfrm>
            <a:off x="5659380" y="1733219"/>
            <a:ext cx="221496" cy="221496"/>
          </a:xfrm>
          <a:prstGeom prst="diamond">
            <a:avLst/>
          </a:prstGeom>
          <a:solidFill>
            <a:srgbClr val="FFFFFF"/>
          </a:solidFill>
          <a:ln w="12371">
            <a:solidFill>
              <a:srgbClr val="1A1A16"/>
            </a:solidFill>
            <a:prstDash val="solid"/>
          </a:ln>
        </p:spPr>
      </p:sp>
      <p:sp>
        <p:nvSpPr>
          <p:cNvPr id="153" name="Shape 151"/>
          <p:cNvSpPr/>
          <p:nvPr/>
        </p:nvSpPr>
        <p:spPr>
          <a:xfrm>
            <a:off x="7753576" y="2958515"/>
            <a:ext cx="156697" cy="156697"/>
          </a:xfrm>
          <a:prstGeom prst="rect">
            <a:avLst/>
          </a:prstGeom>
          <a:solidFill>
            <a:srgbClr val="FFFFFF"/>
          </a:solidFill>
          <a:ln w="12371">
            <a:solidFill>
              <a:srgbClr val="1A1A16"/>
            </a:solidFill>
            <a:prstDash val="solid"/>
          </a:ln>
        </p:spPr>
      </p:sp>
      <p:sp>
        <p:nvSpPr>
          <p:cNvPr id="154" name="Shape 152"/>
          <p:cNvSpPr/>
          <p:nvPr/>
        </p:nvSpPr>
        <p:spPr>
          <a:xfrm>
            <a:off x="7989799" y="2302864"/>
            <a:ext cx="237990" cy="206180"/>
          </a:xfrm>
          <a:prstGeom prst="triangle">
            <a:avLst/>
          </a:prstGeom>
          <a:solidFill>
            <a:srgbClr val="FFFFFF"/>
          </a:solidFill>
          <a:ln w="12371">
            <a:solidFill>
              <a:srgbClr val="1A1A16"/>
            </a:solidFill>
            <a:prstDash val="solid"/>
          </a:ln>
        </p:spPr>
      </p:sp>
      <p:sp>
        <p:nvSpPr>
          <p:cNvPr id="155" name="Shape 153"/>
          <p:cNvSpPr/>
          <p:nvPr/>
        </p:nvSpPr>
        <p:spPr>
          <a:xfrm>
            <a:off x="7712929" y="1706710"/>
            <a:ext cx="237990" cy="206180"/>
          </a:xfrm>
          <a:prstGeom prst="triangle">
            <a:avLst/>
          </a:prstGeom>
          <a:solidFill>
            <a:srgbClr val="FFFFFF"/>
          </a:solidFill>
          <a:ln w="12371">
            <a:solidFill>
              <a:srgbClr val="1A1A16"/>
            </a:solidFill>
            <a:prstDash val="solid"/>
          </a:ln>
        </p:spPr>
      </p:sp>
      <p:sp>
        <p:nvSpPr>
          <p:cNvPr id="156" name="Shape 154"/>
          <p:cNvSpPr/>
          <p:nvPr/>
        </p:nvSpPr>
        <p:spPr>
          <a:xfrm>
            <a:off x="5404895" y="3544949"/>
            <a:ext cx="176725" cy="176725"/>
          </a:xfrm>
          <a:prstGeom prst="ellipse">
            <a:avLst/>
          </a:prstGeom>
          <a:solidFill>
            <a:srgbClr val="FFFFFF"/>
          </a:solidFill>
          <a:ln w="12371">
            <a:solidFill>
              <a:srgbClr val="1A1A16"/>
            </a:solidFill>
            <a:prstDash val="solid"/>
          </a:ln>
        </p:spPr>
      </p:sp>
      <p:sp>
        <p:nvSpPr>
          <p:cNvPr id="157" name="Shape 155"/>
          <p:cNvSpPr/>
          <p:nvPr/>
        </p:nvSpPr>
        <p:spPr>
          <a:xfrm>
            <a:off x="7476706" y="2362361"/>
            <a:ext cx="156697" cy="156107"/>
          </a:xfrm>
          <a:prstGeom prst="rect">
            <a:avLst/>
          </a:prstGeom>
          <a:solidFill>
            <a:srgbClr val="FFFFFF"/>
          </a:solidFill>
          <a:ln w="12371">
            <a:solidFill>
              <a:srgbClr val="1A1A16"/>
            </a:solidFill>
            <a:prstDash val="solid"/>
          </a:ln>
        </p:spPr>
      </p:sp>
      <p:sp>
        <p:nvSpPr>
          <p:cNvPr id="158" name="Shape 156"/>
          <p:cNvSpPr/>
          <p:nvPr/>
        </p:nvSpPr>
        <p:spPr>
          <a:xfrm>
            <a:off x="5958635" y="3544949"/>
            <a:ext cx="176725" cy="176725"/>
          </a:xfrm>
          <a:prstGeom prst="ellipse">
            <a:avLst/>
          </a:prstGeom>
          <a:solidFill>
            <a:srgbClr val="FFFFFF"/>
          </a:solidFill>
          <a:ln w="12371">
            <a:solidFill>
              <a:srgbClr val="1A1A16"/>
            </a:solidFill>
            <a:prstDash val="solid"/>
          </a:ln>
        </p:spPr>
      </p:sp>
      <p:sp>
        <p:nvSpPr>
          <p:cNvPr id="159" name="Shape 157"/>
          <p:cNvSpPr/>
          <p:nvPr/>
        </p:nvSpPr>
        <p:spPr>
          <a:xfrm>
            <a:off x="3042666" y="3491931"/>
            <a:ext cx="282761" cy="282761"/>
          </a:xfrm>
          <a:prstGeom prst="ellipse">
            <a:avLst/>
          </a:prstGeom>
          <a:ln w="15316">
            <a:solidFill>
              <a:srgbClr val="BABAB9"/>
            </a:solidFill>
            <a:prstDash val="solid"/>
          </a:ln>
        </p:spPr>
      </p:sp>
      <p:sp>
        <p:nvSpPr>
          <p:cNvPr id="160" name="Shape 158"/>
          <p:cNvSpPr/>
          <p:nvPr/>
        </p:nvSpPr>
        <p:spPr>
          <a:xfrm>
            <a:off x="3105698" y="3555258"/>
            <a:ext cx="156697" cy="156107"/>
          </a:xfrm>
          <a:prstGeom prst="rect">
            <a:avLst/>
          </a:prstGeom>
          <a:solidFill>
            <a:srgbClr val="FFFFFF"/>
          </a:solidFill>
          <a:ln w="21207">
            <a:solidFill>
              <a:srgbClr val="1A1A16"/>
            </a:solidFill>
            <a:prstDash val="solid"/>
          </a:ln>
        </p:spPr>
      </p:sp>
      <p:sp>
        <p:nvSpPr>
          <p:cNvPr id="161" name="Shape 159"/>
          <p:cNvSpPr/>
          <p:nvPr/>
        </p:nvSpPr>
        <p:spPr>
          <a:xfrm>
            <a:off x="7719998" y="5293057"/>
            <a:ext cx="223852" cy="259197"/>
          </a:xfrm>
          <a:prstGeom prst="hexagon">
            <a:avLst/>
          </a:prstGeom>
          <a:solidFill>
            <a:srgbClr val="FFFFFF"/>
          </a:solidFill>
          <a:ln w="12371">
            <a:solidFill>
              <a:srgbClr val="008300"/>
            </a:solidFill>
            <a:prstDash val="solid"/>
          </a:ln>
        </p:spPr>
      </p:sp>
      <p:sp>
        <p:nvSpPr>
          <p:cNvPr id="162" name="Shape 160"/>
          <p:cNvSpPr/>
          <p:nvPr/>
        </p:nvSpPr>
        <p:spPr>
          <a:xfrm>
            <a:off x="2147257" y="5293057"/>
            <a:ext cx="223852" cy="259197"/>
          </a:xfrm>
          <a:prstGeom prst="hexagon">
            <a:avLst/>
          </a:prstGeom>
          <a:solidFill>
            <a:srgbClr val="FFFFFF"/>
          </a:solidFill>
          <a:ln w="12371">
            <a:solidFill>
              <a:srgbClr val="1BAF7A"/>
            </a:solidFill>
            <a:prstDash val="solid"/>
          </a:ln>
        </p:spPr>
      </p:sp>
      <p:sp>
        <p:nvSpPr>
          <p:cNvPr id="163" name="Shape 161"/>
          <p:cNvSpPr/>
          <p:nvPr/>
        </p:nvSpPr>
        <p:spPr>
          <a:xfrm>
            <a:off x="9811248" y="5293057"/>
            <a:ext cx="223852" cy="259197"/>
          </a:xfrm>
          <a:prstGeom prst="hexagon">
            <a:avLst/>
          </a:prstGeom>
          <a:solidFill>
            <a:srgbClr val="FFFFFF"/>
          </a:solidFill>
          <a:ln w="12371">
            <a:solidFill>
              <a:srgbClr val="2A78D6"/>
            </a:solidFill>
            <a:prstDash val="solid"/>
          </a:ln>
        </p:spPr>
      </p:sp>
      <p:sp>
        <p:nvSpPr>
          <p:cNvPr id="164" name="Shape 162"/>
          <p:cNvSpPr/>
          <p:nvPr/>
        </p:nvSpPr>
        <p:spPr>
          <a:xfrm>
            <a:off x="3625860" y="5293057"/>
            <a:ext cx="223852" cy="259197"/>
          </a:xfrm>
          <a:prstGeom prst="hexagon">
            <a:avLst/>
          </a:prstGeom>
          <a:solidFill>
            <a:srgbClr val="FFFFFF"/>
          </a:solidFill>
          <a:ln w="12371">
            <a:solidFill>
              <a:srgbClr val="4A3AA7"/>
            </a:solidFill>
            <a:prstDash val="solid"/>
          </a:ln>
        </p:spPr>
      </p:sp>
      <p:sp>
        <p:nvSpPr>
          <p:cNvPr id="165" name="Text 163"/>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66" name="Text 164"/>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67" name="Text 165"/>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68" name="Text 166"/>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69" name="Text 167"/>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70" name="Text 168"/>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71" name="Text 169"/>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26 CLAIMS  ·  16 GROUPS</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B1B1B0"/>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76CFAF"/>
            </a:solidFill>
            <a:prstDash val="solid"/>
          </a:ln>
        </p:spPr>
      </p:sp>
      <p:sp>
        <p:nvSpPr>
          <p:cNvPr id="45" name="Shape 43"/>
          <p:cNvSpPr/>
          <p:nvPr/>
        </p:nvSpPr>
        <p:spPr>
          <a:xfrm>
            <a:off x="3672987" y="3863054"/>
            <a:ext cx="129599" cy="129599"/>
          </a:xfrm>
          <a:prstGeom prst="ellipse">
            <a:avLst/>
          </a:prstGeom>
          <a:solidFill>
            <a:srgbClr val="FFFFFF"/>
          </a:solidFill>
          <a:ln w="11782">
            <a:solidFill>
              <a:srgbClr val="1A1A16"/>
            </a:solidFill>
            <a:prstDash val="solid"/>
          </a:ln>
        </p:spPr>
      </p:sp>
      <p:sp>
        <p:nvSpPr>
          <p:cNvPr id="46" name="Shape 44"/>
          <p:cNvSpPr/>
          <p:nvPr/>
        </p:nvSpPr>
        <p:spPr>
          <a:xfrm>
            <a:off x="3702441" y="3927854"/>
            <a:ext cx="70690" cy="0"/>
          </a:xfrm>
          <a:prstGeom prst="line">
            <a:avLst/>
          </a:prstGeom>
          <a:noFill/>
          <a:ln w="10604">
            <a:solidFill>
              <a:srgbClr val="1A1A16"/>
            </a:solidFill>
            <a:prstDash val="solid"/>
          </a:ln>
        </p:spPr>
      </p:sp>
      <p:sp>
        <p:nvSpPr>
          <p:cNvPr id="47" name="Shape 45"/>
          <p:cNvSpPr/>
          <p:nvPr/>
        </p:nvSpPr>
        <p:spPr>
          <a:xfrm>
            <a:off x="3737786" y="3892508"/>
            <a:ext cx="0" cy="70690"/>
          </a:xfrm>
          <a:prstGeom prst="line">
            <a:avLst/>
          </a:prstGeom>
          <a:noFill/>
          <a:ln w="10604">
            <a:solidFill>
              <a:srgbClr val="1A1A16"/>
            </a:solidFill>
            <a:prstDash val="solid"/>
          </a:ln>
        </p:spPr>
      </p:sp>
      <p:sp>
        <p:nvSpPr>
          <p:cNvPr id="48" name="Shape 46"/>
          <p:cNvSpPr/>
          <p:nvPr/>
        </p:nvSpPr>
        <p:spPr>
          <a:xfrm>
            <a:off x="3737786" y="3739346"/>
            <a:ext cx="0" cy="123708"/>
          </a:xfrm>
          <a:prstGeom prst="line">
            <a:avLst/>
          </a:prstGeom>
          <a:noFill/>
          <a:ln w="12960">
            <a:solidFill>
              <a:srgbClr val="31312D"/>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1A1A16"/>
            </a:solidFill>
            <a:prstDash val="solid"/>
          </a:ln>
        </p:spPr>
      </p:sp>
      <p:sp>
        <p:nvSpPr>
          <p:cNvPr id="52" name="Shape 50"/>
          <p:cNvSpPr/>
          <p:nvPr/>
        </p:nvSpPr>
        <p:spPr>
          <a:xfrm>
            <a:off x="7796579" y="1542061"/>
            <a:ext cx="70690" cy="0"/>
          </a:xfrm>
          <a:prstGeom prst="line">
            <a:avLst/>
          </a:prstGeom>
          <a:noFill/>
          <a:ln w="10604">
            <a:solidFill>
              <a:srgbClr val="1A1A16"/>
            </a:solidFill>
            <a:prstDash val="solid"/>
          </a:ln>
        </p:spPr>
      </p:sp>
      <p:sp>
        <p:nvSpPr>
          <p:cNvPr id="53" name="Shape 51"/>
          <p:cNvSpPr/>
          <p:nvPr/>
        </p:nvSpPr>
        <p:spPr>
          <a:xfrm>
            <a:off x="7831924" y="1506716"/>
            <a:ext cx="0" cy="70690"/>
          </a:xfrm>
          <a:prstGeom prst="line">
            <a:avLst/>
          </a:prstGeom>
          <a:noFill/>
          <a:ln w="10604">
            <a:solidFill>
              <a:srgbClr val="1A1A16"/>
            </a:solidFill>
            <a:prstDash val="solid"/>
          </a:ln>
        </p:spPr>
      </p:sp>
      <p:sp>
        <p:nvSpPr>
          <p:cNvPr id="54" name="Shape 52"/>
          <p:cNvSpPr/>
          <p:nvPr/>
        </p:nvSpPr>
        <p:spPr>
          <a:xfrm>
            <a:off x="7831924" y="1353554"/>
            <a:ext cx="0" cy="123708"/>
          </a:xfrm>
          <a:prstGeom prst="line">
            <a:avLst/>
          </a:prstGeom>
          <a:noFill/>
          <a:ln w="12960">
            <a:solidFill>
              <a:srgbClr val="31312D"/>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B1B1B0"/>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9289CA"/>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1A1A16"/>
            </a:solidFill>
            <a:prstDash val="solid"/>
          </a:ln>
        </p:spPr>
      </p:sp>
      <p:sp>
        <p:nvSpPr>
          <p:cNvPr id="59" name="Shape 57"/>
          <p:cNvSpPr/>
          <p:nvPr/>
        </p:nvSpPr>
        <p:spPr>
          <a:xfrm>
            <a:off x="4256180" y="3927854"/>
            <a:ext cx="70690" cy="0"/>
          </a:xfrm>
          <a:prstGeom prst="line">
            <a:avLst/>
          </a:prstGeom>
          <a:noFill/>
          <a:ln w="10604">
            <a:solidFill>
              <a:srgbClr val="1A1A16"/>
            </a:solidFill>
            <a:prstDash val="solid"/>
          </a:ln>
        </p:spPr>
      </p:sp>
      <p:sp>
        <p:nvSpPr>
          <p:cNvPr id="60" name="Shape 58"/>
          <p:cNvSpPr/>
          <p:nvPr/>
        </p:nvSpPr>
        <p:spPr>
          <a:xfrm>
            <a:off x="4291525" y="3892508"/>
            <a:ext cx="0" cy="70690"/>
          </a:xfrm>
          <a:prstGeom prst="line">
            <a:avLst/>
          </a:prstGeom>
          <a:noFill/>
          <a:ln w="10604">
            <a:solidFill>
              <a:srgbClr val="1A1A16"/>
            </a:solidFill>
            <a:prstDash val="solid"/>
          </a:ln>
        </p:spPr>
      </p:sp>
      <p:sp>
        <p:nvSpPr>
          <p:cNvPr id="61" name="Shape 59"/>
          <p:cNvSpPr/>
          <p:nvPr/>
        </p:nvSpPr>
        <p:spPr>
          <a:xfrm>
            <a:off x="4291525" y="3739346"/>
            <a:ext cx="0" cy="123708"/>
          </a:xfrm>
          <a:prstGeom prst="line">
            <a:avLst/>
          </a:prstGeom>
          <a:noFill/>
          <a:ln w="12960">
            <a:solidFill>
              <a:srgbClr val="31312D"/>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B1B1B0"/>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76CFA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1A1A16"/>
            </a:solidFill>
            <a:prstDash val="solid"/>
          </a:ln>
        </p:spPr>
      </p:sp>
      <p:sp>
        <p:nvSpPr>
          <p:cNvPr id="65" name="Shape 63"/>
          <p:cNvSpPr/>
          <p:nvPr/>
        </p:nvSpPr>
        <p:spPr>
          <a:xfrm>
            <a:off x="4256180" y="4524302"/>
            <a:ext cx="70690" cy="0"/>
          </a:xfrm>
          <a:prstGeom prst="line">
            <a:avLst/>
          </a:prstGeom>
          <a:noFill/>
          <a:ln w="10604">
            <a:solidFill>
              <a:srgbClr val="1A1A16"/>
            </a:solidFill>
            <a:prstDash val="solid"/>
          </a:ln>
        </p:spPr>
      </p:sp>
      <p:sp>
        <p:nvSpPr>
          <p:cNvPr id="66" name="Shape 64"/>
          <p:cNvSpPr/>
          <p:nvPr/>
        </p:nvSpPr>
        <p:spPr>
          <a:xfrm>
            <a:off x="4291525" y="4488957"/>
            <a:ext cx="0" cy="70690"/>
          </a:xfrm>
          <a:prstGeom prst="line">
            <a:avLst/>
          </a:prstGeom>
          <a:noFill/>
          <a:ln w="10604">
            <a:solidFill>
              <a:srgbClr val="1A1A16"/>
            </a:solidFill>
            <a:prstDash val="solid"/>
          </a:ln>
        </p:spPr>
      </p:sp>
      <p:sp>
        <p:nvSpPr>
          <p:cNvPr id="67" name="Shape 65"/>
          <p:cNvSpPr/>
          <p:nvPr/>
        </p:nvSpPr>
        <p:spPr>
          <a:xfrm>
            <a:off x="4291525" y="4335795"/>
            <a:ext cx="0" cy="123708"/>
          </a:xfrm>
          <a:prstGeom prst="line">
            <a:avLst/>
          </a:prstGeom>
          <a:noFill/>
          <a:ln w="12960">
            <a:solidFill>
              <a:srgbClr val="31312D"/>
            </a:solidFill>
            <a:prstDash val="solid"/>
            <a:headEnd type="triangle"/>
          </a:ln>
        </p:spPr>
      </p:sp>
      <p:sp>
        <p:nvSpPr>
          <p:cNvPr id="68" name="Shape 66"/>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12960">
            <a:solidFill>
              <a:srgbClr val="76CFAF"/>
            </a:solidFill>
            <a:prstDash val="solid"/>
          </a:ln>
        </p:spPr>
      </p:sp>
      <p:sp>
        <p:nvSpPr>
          <p:cNvPr id="69" name="Shape 67"/>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F4C766"/>
            </a:solidFill>
            <a:prstDash val="solid"/>
          </a:ln>
        </p:spPr>
      </p:sp>
      <p:sp>
        <p:nvSpPr>
          <p:cNvPr id="70" name="Shape 68"/>
          <p:cNvSpPr/>
          <p:nvPr/>
        </p:nvSpPr>
        <p:spPr>
          <a:xfrm>
            <a:off x="1363775" y="5055951"/>
            <a:ext cx="129599" cy="129599"/>
          </a:xfrm>
          <a:prstGeom prst="ellipse">
            <a:avLst/>
          </a:prstGeom>
          <a:solidFill>
            <a:srgbClr val="FFFFFF"/>
          </a:solidFill>
          <a:ln w="16494">
            <a:solidFill>
              <a:srgbClr val="1A1A16"/>
            </a:solidFill>
            <a:prstDash val="solid"/>
          </a:ln>
        </p:spPr>
      </p:sp>
      <p:sp>
        <p:nvSpPr>
          <p:cNvPr id="71" name="Shape 69"/>
          <p:cNvSpPr/>
          <p:nvPr/>
        </p:nvSpPr>
        <p:spPr>
          <a:xfrm>
            <a:off x="1393229" y="5120750"/>
            <a:ext cx="70690" cy="0"/>
          </a:xfrm>
          <a:prstGeom prst="line">
            <a:avLst/>
          </a:prstGeom>
          <a:noFill/>
          <a:ln w="10604">
            <a:solidFill>
              <a:srgbClr val="1A1A16"/>
            </a:solidFill>
            <a:prstDash val="solid"/>
          </a:ln>
        </p:spPr>
      </p:sp>
      <p:sp>
        <p:nvSpPr>
          <p:cNvPr id="72" name="Shape 70"/>
          <p:cNvSpPr/>
          <p:nvPr/>
        </p:nvSpPr>
        <p:spPr>
          <a:xfrm>
            <a:off x="1428574" y="5085405"/>
            <a:ext cx="0" cy="70690"/>
          </a:xfrm>
          <a:prstGeom prst="line">
            <a:avLst/>
          </a:prstGeom>
          <a:noFill/>
          <a:ln w="10604">
            <a:solidFill>
              <a:srgbClr val="1A1A16"/>
            </a:solidFill>
            <a:prstDash val="solid"/>
          </a:ln>
        </p:spPr>
      </p:sp>
      <p:sp>
        <p:nvSpPr>
          <p:cNvPr id="73" name="Shape 71"/>
          <p:cNvSpPr/>
          <p:nvPr/>
        </p:nvSpPr>
        <p:spPr>
          <a:xfrm>
            <a:off x="1428574" y="4932243"/>
            <a:ext cx="0" cy="123708"/>
          </a:xfrm>
          <a:prstGeom prst="line">
            <a:avLst/>
          </a:prstGeom>
          <a:noFill/>
          <a:ln w="16494">
            <a:solidFill>
              <a:srgbClr val="31312D"/>
            </a:solidFill>
            <a:prstDash val="solid"/>
            <a:headEnd type="triangle"/>
          </a:ln>
        </p:spPr>
      </p:sp>
      <p:sp>
        <p:nvSpPr>
          <p:cNvPr id="74" name="Shape 72"/>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B1B1B0"/>
            </a:solidFill>
            <a:prstDash val="solid"/>
          </a:ln>
        </p:spPr>
      </p:sp>
      <p:sp>
        <p:nvSpPr>
          <p:cNvPr id="75" name="Shape 73"/>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76" name="Shape 74"/>
          <p:cNvSpPr/>
          <p:nvPr/>
        </p:nvSpPr>
        <p:spPr>
          <a:xfrm>
            <a:off x="5705328" y="2670158"/>
            <a:ext cx="129599" cy="129599"/>
          </a:xfrm>
          <a:prstGeom prst="ellipse">
            <a:avLst/>
          </a:prstGeom>
          <a:solidFill>
            <a:srgbClr val="FFFFFF"/>
          </a:solidFill>
          <a:ln w="11782">
            <a:solidFill>
              <a:srgbClr val="1A1A16"/>
            </a:solidFill>
            <a:prstDash val="solid"/>
          </a:ln>
        </p:spPr>
      </p:sp>
      <p:sp>
        <p:nvSpPr>
          <p:cNvPr id="77" name="Shape 75"/>
          <p:cNvSpPr/>
          <p:nvPr/>
        </p:nvSpPr>
        <p:spPr>
          <a:xfrm>
            <a:off x="5734783" y="2734957"/>
            <a:ext cx="70690" cy="0"/>
          </a:xfrm>
          <a:prstGeom prst="line">
            <a:avLst/>
          </a:prstGeom>
          <a:noFill/>
          <a:ln w="10604">
            <a:solidFill>
              <a:srgbClr val="1A1A16"/>
            </a:solidFill>
            <a:prstDash val="solid"/>
          </a:ln>
        </p:spPr>
      </p:sp>
      <p:sp>
        <p:nvSpPr>
          <p:cNvPr id="78" name="Shape 76"/>
          <p:cNvSpPr/>
          <p:nvPr/>
        </p:nvSpPr>
        <p:spPr>
          <a:xfrm>
            <a:off x="5770128" y="2699612"/>
            <a:ext cx="0" cy="70690"/>
          </a:xfrm>
          <a:prstGeom prst="line">
            <a:avLst/>
          </a:prstGeom>
          <a:noFill/>
          <a:ln w="10604">
            <a:solidFill>
              <a:srgbClr val="1A1A16"/>
            </a:solidFill>
            <a:prstDash val="solid"/>
          </a:ln>
        </p:spPr>
      </p:sp>
      <p:sp>
        <p:nvSpPr>
          <p:cNvPr id="79" name="Shape 77"/>
          <p:cNvSpPr/>
          <p:nvPr/>
        </p:nvSpPr>
        <p:spPr>
          <a:xfrm>
            <a:off x="5770128" y="2546450"/>
            <a:ext cx="0" cy="123708"/>
          </a:xfrm>
          <a:prstGeom prst="line">
            <a:avLst/>
          </a:prstGeom>
          <a:noFill/>
          <a:ln w="12960">
            <a:solidFill>
              <a:srgbClr val="31312D"/>
            </a:solidFill>
            <a:prstDash val="solid"/>
            <a:headEnd type="triangle"/>
          </a:ln>
        </p:spPr>
      </p:sp>
      <p:sp>
        <p:nvSpPr>
          <p:cNvPr id="80" name="Shape 78"/>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B1B1B0"/>
            </a:solidFill>
            <a:prstDash val="solid"/>
          </a:ln>
        </p:spPr>
      </p:sp>
      <p:sp>
        <p:nvSpPr>
          <p:cNvPr id="81" name="Shape 79"/>
          <p:cNvSpPr/>
          <p:nvPr/>
        </p:nvSpPr>
        <p:spPr>
          <a:xfrm>
            <a:off x="5705328" y="3266606"/>
            <a:ext cx="129599" cy="129599"/>
          </a:xfrm>
          <a:prstGeom prst="ellipse">
            <a:avLst/>
          </a:prstGeom>
          <a:solidFill>
            <a:srgbClr val="FFFFFF"/>
          </a:solidFill>
          <a:ln w="11782">
            <a:solidFill>
              <a:srgbClr val="1A1A16"/>
            </a:solidFill>
            <a:prstDash val="solid"/>
          </a:ln>
        </p:spPr>
      </p:sp>
      <p:sp>
        <p:nvSpPr>
          <p:cNvPr id="82" name="Shape 80"/>
          <p:cNvSpPr/>
          <p:nvPr/>
        </p:nvSpPr>
        <p:spPr>
          <a:xfrm>
            <a:off x="5734783" y="3331405"/>
            <a:ext cx="70690" cy="0"/>
          </a:xfrm>
          <a:prstGeom prst="line">
            <a:avLst/>
          </a:prstGeom>
          <a:noFill/>
          <a:ln w="10604">
            <a:solidFill>
              <a:srgbClr val="1A1A16"/>
            </a:solidFill>
            <a:prstDash val="solid"/>
          </a:ln>
        </p:spPr>
      </p:sp>
      <p:sp>
        <p:nvSpPr>
          <p:cNvPr id="83" name="Shape 81"/>
          <p:cNvSpPr/>
          <p:nvPr/>
        </p:nvSpPr>
        <p:spPr>
          <a:xfrm>
            <a:off x="5770128" y="3296060"/>
            <a:ext cx="0" cy="70690"/>
          </a:xfrm>
          <a:prstGeom prst="line">
            <a:avLst/>
          </a:prstGeom>
          <a:noFill/>
          <a:ln w="10604">
            <a:solidFill>
              <a:srgbClr val="1A1A16"/>
            </a:solidFill>
            <a:prstDash val="solid"/>
          </a:ln>
        </p:spPr>
      </p:sp>
      <p:sp>
        <p:nvSpPr>
          <p:cNvPr id="84" name="Shape 82"/>
          <p:cNvSpPr/>
          <p:nvPr/>
        </p:nvSpPr>
        <p:spPr>
          <a:xfrm>
            <a:off x="5770128" y="3142898"/>
            <a:ext cx="0" cy="123708"/>
          </a:xfrm>
          <a:prstGeom prst="line">
            <a:avLst/>
          </a:prstGeom>
          <a:noFill/>
          <a:ln w="12960">
            <a:solidFill>
              <a:srgbClr val="31312D"/>
            </a:solidFill>
            <a:prstDash val="solid"/>
            <a:headEnd type="triangle"/>
          </a:ln>
        </p:spPr>
      </p:sp>
      <p:sp>
        <p:nvSpPr>
          <p:cNvPr id="85" name="Shape 83"/>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sp>
      <p:sp>
        <p:nvSpPr>
          <p:cNvPr id="86" name="Shape 84"/>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sp>
      <p:sp>
        <p:nvSpPr>
          <p:cNvPr id="87" name="Shape 85"/>
          <p:cNvSpPr/>
          <p:nvPr/>
        </p:nvSpPr>
        <p:spPr>
          <a:xfrm>
            <a:off x="9858375" y="2670158"/>
            <a:ext cx="129599" cy="129599"/>
          </a:xfrm>
          <a:prstGeom prst="ellipse">
            <a:avLst/>
          </a:prstGeom>
          <a:solidFill>
            <a:srgbClr val="FFFFFF"/>
          </a:solidFill>
          <a:ln w="11782">
            <a:solidFill>
              <a:srgbClr val="1A1A16"/>
            </a:solidFill>
            <a:prstDash val="solid"/>
          </a:ln>
        </p:spPr>
      </p:sp>
      <p:sp>
        <p:nvSpPr>
          <p:cNvPr id="88" name="Shape 86"/>
          <p:cNvSpPr/>
          <p:nvPr/>
        </p:nvSpPr>
        <p:spPr>
          <a:xfrm>
            <a:off x="9887829" y="2734957"/>
            <a:ext cx="70690" cy="0"/>
          </a:xfrm>
          <a:prstGeom prst="line">
            <a:avLst/>
          </a:prstGeom>
          <a:noFill/>
          <a:ln w="10604">
            <a:solidFill>
              <a:srgbClr val="1A1A16"/>
            </a:solidFill>
            <a:prstDash val="solid"/>
          </a:ln>
        </p:spPr>
      </p:sp>
      <p:sp>
        <p:nvSpPr>
          <p:cNvPr id="89" name="Shape 87"/>
          <p:cNvSpPr/>
          <p:nvPr/>
        </p:nvSpPr>
        <p:spPr>
          <a:xfrm>
            <a:off x="9923174" y="2699612"/>
            <a:ext cx="0" cy="70690"/>
          </a:xfrm>
          <a:prstGeom prst="line">
            <a:avLst/>
          </a:prstGeom>
          <a:noFill/>
          <a:ln w="10604">
            <a:solidFill>
              <a:srgbClr val="1A1A16"/>
            </a:solidFill>
            <a:prstDash val="solid"/>
          </a:ln>
        </p:spPr>
      </p:sp>
      <p:sp>
        <p:nvSpPr>
          <p:cNvPr id="90" name="Shape 88"/>
          <p:cNvSpPr/>
          <p:nvPr/>
        </p:nvSpPr>
        <p:spPr>
          <a:xfrm>
            <a:off x="9923174" y="2546450"/>
            <a:ext cx="0" cy="123708"/>
          </a:xfrm>
          <a:prstGeom prst="line">
            <a:avLst/>
          </a:prstGeom>
          <a:noFill/>
          <a:ln w="12960">
            <a:solidFill>
              <a:srgbClr val="31312D"/>
            </a:solidFill>
            <a:prstDash val="solid"/>
            <a:headEnd type="triangle"/>
          </a:ln>
        </p:spPr>
      </p:sp>
      <p:sp>
        <p:nvSpPr>
          <p:cNvPr id="91" name="Shape 89"/>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12960">
            <a:solidFill>
              <a:srgbClr val="B1B1B0"/>
            </a:solidFill>
            <a:prstDash val="solid"/>
          </a:ln>
        </p:spPr>
      </p:sp>
      <p:sp>
        <p:nvSpPr>
          <p:cNvPr id="92" name="Shape 90"/>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12960">
            <a:solidFill>
              <a:srgbClr val="B1B1B0"/>
            </a:solidFill>
            <a:prstDash val="solid"/>
          </a:ln>
        </p:spPr>
      </p:sp>
      <p:sp>
        <p:nvSpPr>
          <p:cNvPr id="93" name="Shape 91"/>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12960">
            <a:solidFill>
              <a:srgbClr val="9289CA"/>
            </a:solidFill>
            <a:prstDash val="solid"/>
          </a:ln>
        </p:spPr>
      </p:sp>
      <p:sp>
        <p:nvSpPr>
          <p:cNvPr id="94" name="Shape 92"/>
          <p:cNvSpPr/>
          <p:nvPr/>
        </p:nvSpPr>
        <p:spPr>
          <a:xfrm>
            <a:off x="3672987" y="4459502"/>
            <a:ext cx="129599" cy="129599"/>
          </a:xfrm>
          <a:prstGeom prst="ellipse">
            <a:avLst/>
          </a:prstGeom>
          <a:solidFill>
            <a:srgbClr val="FFFFFF"/>
          </a:solidFill>
          <a:ln w="16494">
            <a:solidFill>
              <a:srgbClr val="1A1A16"/>
            </a:solidFill>
            <a:prstDash val="solid"/>
          </a:ln>
        </p:spPr>
      </p:sp>
      <p:sp>
        <p:nvSpPr>
          <p:cNvPr id="95" name="Shape 93"/>
          <p:cNvSpPr/>
          <p:nvPr/>
        </p:nvSpPr>
        <p:spPr>
          <a:xfrm>
            <a:off x="3702441" y="4524302"/>
            <a:ext cx="70690" cy="0"/>
          </a:xfrm>
          <a:prstGeom prst="line">
            <a:avLst/>
          </a:prstGeom>
          <a:noFill/>
          <a:ln w="10604">
            <a:solidFill>
              <a:srgbClr val="1A1A16"/>
            </a:solidFill>
            <a:prstDash val="solid"/>
          </a:ln>
        </p:spPr>
      </p:sp>
      <p:sp>
        <p:nvSpPr>
          <p:cNvPr id="96" name="Shape 94"/>
          <p:cNvSpPr/>
          <p:nvPr/>
        </p:nvSpPr>
        <p:spPr>
          <a:xfrm>
            <a:off x="3737786" y="4488957"/>
            <a:ext cx="0" cy="70690"/>
          </a:xfrm>
          <a:prstGeom prst="line">
            <a:avLst/>
          </a:prstGeom>
          <a:noFill/>
          <a:ln w="10604">
            <a:solidFill>
              <a:srgbClr val="1A1A16"/>
            </a:solidFill>
            <a:prstDash val="solid"/>
          </a:ln>
        </p:spPr>
      </p:sp>
      <p:sp>
        <p:nvSpPr>
          <p:cNvPr id="97" name="Shape 95"/>
          <p:cNvSpPr/>
          <p:nvPr/>
        </p:nvSpPr>
        <p:spPr>
          <a:xfrm>
            <a:off x="3737786" y="4335795"/>
            <a:ext cx="0" cy="123708"/>
          </a:xfrm>
          <a:prstGeom prst="line">
            <a:avLst/>
          </a:prstGeom>
          <a:noFill/>
          <a:ln w="16494">
            <a:solidFill>
              <a:srgbClr val="31312D"/>
            </a:solidFill>
            <a:prstDash val="solid"/>
            <a:headEnd type="triangle"/>
          </a:ln>
        </p:spPr>
      </p:sp>
      <p:sp>
        <p:nvSpPr>
          <p:cNvPr id="98" name="Shape 96"/>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sp>
      <p:sp>
        <p:nvSpPr>
          <p:cNvPr id="99" name="Shape 97"/>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sp>
      <p:sp>
        <p:nvSpPr>
          <p:cNvPr id="100" name="Shape 98"/>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9289CA"/>
            </a:solidFill>
            <a:prstDash val="solid"/>
          </a:ln>
        </p:spPr>
      </p:sp>
      <p:sp>
        <p:nvSpPr>
          <p:cNvPr id="101" name="Shape 99"/>
          <p:cNvSpPr/>
          <p:nvPr/>
        </p:nvSpPr>
        <p:spPr>
          <a:xfrm>
            <a:off x="3119247" y="4459502"/>
            <a:ext cx="129599" cy="129599"/>
          </a:xfrm>
          <a:prstGeom prst="ellipse">
            <a:avLst/>
          </a:prstGeom>
          <a:solidFill>
            <a:srgbClr val="FFFFFF"/>
          </a:solidFill>
          <a:ln w="11782">
            <a:solidFill>
              <a:srgbClr val="1A1A16"/>
            </a:solidFill>
            <a:prstDash val="solid"/>
          </a:ln>
        </p:spPr>
      </p:sp>
      <p:sp>
        <p:nvSpPr>
          <p:cNvPr id="102" name="Shape 100"/>
          <p:cNvSpPr/>
          <p:nvPr/>
        </p:nvSpPr>
        <p:spPr>
          <a:xfrm>
            <a:off x="3148701" y="4524302"/>
            <a:ext cx="70690" cy="0"/>
          </a:xfrm>
          <a:prstGeom prst="line">
            <a:avLst/>
          </a:prstGeom>
          <a:noFill/>
          <a:ln w="10604">
            <a:solidFill>
              <a:srgbClr val="1A1A16"/>
            </a:solidFill>
            <a:prstDash val="solid"/>
          </a:ln>
        </p:spPr>
      </p:sp>
      <p:sp>
        <p:nvSpPr>
          <p:cNvPr id="103" name="Shape 101"/>
          <p:cNvSpPr/>
          <p:nvPr/>
        </p:nvSpPr>
        <p:spPr>
          <a:xfrm>
            <a:off x="3184046" y="4488957"/>
            <a:ext cx="0" cy="70690"/>
          </a:xfrm>
          <a:prstGeom prst="line">
            <a:avLst/>
          </a:prstGeom>
          <a:noFill/>
          <a:ln w="10604">
            <a:solidFill>
              <a:srgbClr val="1A1A16"/>
            </a:solidFill>
            <a:prstDash val="solid"/>
          </a:ln>
        </p:spPr>
      </p:sp>
      <p:sp>
        <p:nvSpPr>
          <p:cNvPr id="104" name="Shape 102"/>
          <p:cNvSpPr/>
          <p:nvPr/>
        </p:nvSpPr>
        <p:spPr>
          <a:xfrm>
            <a:off x="3184046" y="4335795"/>
            <a:ext cx="0" cy="123708"/>
          </a:xfrm>
          <a:prstGeom prst="line">
            <a:avLst/>
          </a:prstGeom>
          <a:noFill/>
          <a:ln w="12960">
            <a:solidFill>
              <a:srgbClr val="31312D"/>
            </a:solidFill>
            <a:prstDash val="solid"/>
            <a:headEnd type="triangle"/>
          </a:ln>
        </p:spPr>
      </p:sp>
      <p:sp>
        <p:nvSpPr>
          <p:cNvPr id="105" name="Shape 103"/>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sp>
      <p:sp>
        <p:nvSpPr>
          <p:cNvPr id="106" name="Shape 104"/>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107" name="Shape 105"/>
          <p:cNvSpPr/>
          <p:nvPr/>
        </p:nvSpPr>
        <p:spPr>
          <a:xfrm>
            <a:off x="5705328" y="2073710"/>
            <a:ext cx="129599" cy="129599"/>
          </a:xfrm>
          <a:prstGeom prst="ellipse">
            <a:avLst/>
          </a:prstGeom>
          <a:solidFill>
            <a:srgbClr val="FFFFFF"/>
          </a:solidFill>
          <a:ln w="11782">
            <a:solidFill>
              <a:srgbClr val="1A1A16"/>
            </a:solidFill>
            <a:prstDash val="solid"/>
          </a:ln>
        </p:spPr>
      </p:sp>
      <p:sp>
        <p:nvSpPr>
          <p:cNvPr id="108" name="Shape 106"/>
          <p:cNvSpPr/>
          <p:nvPr/>
        </p:nvSpPr>
        <p:spPr>
          <a:xfrm>
            <a:off x="5734783" y="2138509"/>
            <a:ext cx="70690" cy="0"/>
          </a:xfrm>
          <a:prstGeom prst="line">
            <a:avLst/>
          </a:prstGeom>
          <a:noFill/>
          <a:ln w="10604">
            <a:solidFill>
              <a:srgbClr val="1A1A16"/>
            </a:solidFill>
            <a:prstDash val="solid"/>
          </a:ln>
        </p:spPr>
      </p:sp>
      <p:sp>
        <p:nvSpPr>
          <p:cNvPr id="109" name="Shape 107"/>
          <p:cNvSpPr/>
          <p:nvPr/>
        </p:nvSpPr>
        <p:spPr>
          <a:xfrm>
            <a:off x="5770128" y="2103164"/>
            <a:ext cx="0" cy="70690"/>
          </a:xfrm>
          <a:prstGeom prst="line">
            <a:avLst/>
          </a:prstGeom>
          <a:noFill/>
          <a:ln w="10604">
            <a:solidFill>
              <a:srgbClr val="1A1A16"/>
            </a:solidFill>
            <a:prstDash val="solid"/>
          </a:ln>
        </p:spPr>
      </p:sp>
      <p:sp>
        <p:nvSpPr>
          <p:cNvPr id="110" name="Shape 108"/>
          <p:cNvSpPr/>
          <p:nvPr/>
        </p:nvSpPr>
        <p:spPr>
          <a:xfrm>
            <a:off x="5770128" y="1950002"/>
            <a:ext cx="0" cy="123708"/>
          </a:xfrm>
          <a:prstGeom prst="line">
            <a:avLst/>
          </a:prstGeom>
          <a:noFill/>
          <a:ln w="12960">
            <a:solidFill>
              <a:srgbClr val="31312D"/>
            </a:solidFill>
            <a:prstDash val="solid"/>
            <a:headEnd type="triangle"/>
          </a:ln>
        </p:spPr>
      </p:sp>
      <p:sp>
        <p:nvSpPr>
          <p:cNvPr id="111" name="Shape 109"/>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B1B1B0"/>
            </a:solidFill>
            <a:prstDash val="solid"/>
          </a:ln>
        </p:spPr>
      </p:sp>
      <p:sp>
        <p:nvSpPr>
          <p:cNvPr id="112" name="Shape 110"/>
          <p:cNvSpPr/>
          <p:nvPr/>
        </p:nvSpPr>
        <p:spPr>
          <a:xfrm>
            <a:off x="7767125" y="3266606"/>
            <a:ext cx="129599" cy="129599"/>
          </a:xfrm>
          <a:prstGeom prst="ellipse">
            <a:avLst/>
          </a:prstGeom>
          <a:solidFill>
            <a:srgbClr val="FFFFFF"/>
          </a:solidFill>
          <a:ln w="11782">
            <a:solidFill>
              <a:srgbClr val="1A1A16"/>
            </a:solidFill>
            <a:prstDash val="solid"/>
          </a:ln>
        </p:spPr>
      </p:sp>
      <p:sp>
        <p:nvSpPr>
          <p:cNvPr id="113" name="Shape 111"/>
          <p:cNvSpPr/>
          <p:nvPr/>
        </p:nvSpPr>
        <p:spPr>
          <a:xfrm>
            <a:off x="7796579" y="3331405"/>
            <a:ext cx="70690" cy="0"/>
          </a:xfrm>
          <a:prstGeom prst="line">
            <a:avLst/>
          </a:prstGeom>
          <a:noFill/>
          <a:ln w="10604">
            <a:solidFill>
              <a:srgbClr val="1A1A16"/>
            </a:solidFill>
            <a:prstDash val="solid"/>
          </a:ln>
        </p:spPr>
      </p:sp>
      <p:sp>
        <p:nvSpPr>
          <p:cNvPr id="114" name="Shape 112"/>
          <p:cNvSpPr/>
          <p:nvPr/>
        </p:nvSpPr>
        <p:spPr>
          <a:xfrm>
            <a:off x="7831924" y="3296060"/>
            <a:ext cx="0" cy="70690"/>
          </a:xfrm>
          <a:prstGeom prst="line">
            <a:avLst/>
          </a:prstGeom>
          <a:noFill/>
          <a:ln w="10604">
            <a:solidFill>
              <a:srgbClr val="1A1A16"/>
            </a:solidFill>
            <a:prstDash val="solid"/>
          </a:ln>
        </p:spPr>
      </p:sp>
      <p:sp>
        <p:nvSpPr>
          <p:cNvPr id="115" name="Shape 113"/>
          <p:cNvSpPr/>
          <p:nvPr/>
        </p:nvSpPr>
        <p:spPr>
          <a:xfrm>
            <a:off x="7831924" y="3142898"/>
            <a:ext cx="0" cy="123708"/>
          </a:xfrm>
          <a:prstGeom prst="line">
            <a:avLst/>
          </a:prstGeom>
          <a:noFill/>
          <a:ln w="12960">
            <a:solidFill>
              <a:srgbClr val="31312D"/>
            </a:solidFill>
            <a:prstDash val="solid"/>
            <a:headEnd type="triangle"/>
          </a:ln>
        </p:spPr>
      </p:sp>
      <p:sp>
        <p:nvSpPr>
          <p:cNvPr id="116" name="Shape 114"/>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17" name="Shape 115"/>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B1B1B0"/>
            </a:solidFill>
            <a:prstDash val="solid"/>
          </a:ln>
        </p:spPr>
      </p:sp>
      <p:sp>
        <p:nvSpPr>
          <p:cNvPr id="118" name="Shape 116"/>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B1B1B0"/>
            </a:solidFill>
            <a:prstDash val="solid"/>
          </a:ln>
        </p:spPr>
      </p:sp>
      <p:sp>
        <p:nvSpPr>
          <p:cNvPr id="119" name="Shape 117"/>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66B566"/>
            </a:solidFill>
            <a:prstDash val="solid"/>
          </a:ln>
        </p:spPr>
      </p:sp>
      <p:sp>
        <p:nvSpPr>
          <p:cNvPr id="120" name="Shape 118"/>
          <p:cNvSpPr/>
          <p:nvPr/>
        </p:nvSpPr>
        <p:spPr>
          <a:xfrm>
            <a:off x="8043994" y="2670158"/>
            <a:ext cx="129599" cy="129599"/>
          </a:xfrm>
          <a:prstGeom prst="ellipse">
            <a:avLst/>
          </a:prstGeom>
          <a:solidFill>
            <a:srgbClr val="FFFFFF"/>
          </a:solidFill>
          <a:ln w="11782">
            <a:solidFill>
              <a:srgbClr val="1A1A16"/>
            </a:solidFill>
            <a:prstDash val="solid"/>
          </a:ln>
        </p:spPr>
      </p:sp>
      <p:sp>
        <p:nvSpPr>
          <p:cNvPr id="121" name="Shape 119"/>
          <p:cNvSpPr/>
          <p:nvPr/>
        </p:nvSpPr>
        <p:spPr>
          <a:xfrm>
            <a:off x="8073449" y="2734957"/>
            <a:ext cx="70690" cy="0"/>
          </a:xfrm>
          <a:prstGeom prst="line">
            <a:avLst/>
          </a:prstGeom>
          <a:noFill/>
          <a:ln w="10604">
            <a:solidFill>
              <a:srgbClr val="1A1A16"/>
            </a:solidFill>
            <a:prstDash val="solid"/>
          </a:ln>
        </p:spPr>
      </p:sp>
      <p:sp>
        <p:nvSpPr>
          <p:cNvPr id="122" name="Shape 120"/>
          <p:cNvSpPr/>
          <p:nvPr/>
        </p:nvSpPr>
        <p:spPr>
          <a:xfrm>
            <a:off x="8108794" y="2699612"/>
            <a:ext cx="0" cy="70690"/>
          </a:xfrm>
          <a:prstGeom prst="line">
            <a:avLst/>
          </a:prstGeom>
          <a:noFill/>
          <a:ln w="10604">
            <a:solidFill>
              <a:srgbClr val="1A1A16"/>
            </a:solidFill>
            <a:prstDash val="solid"/>
          </a:ln>
        </p:spPr>
      </p:sp>
      <p:sp>
        <p:nvSpPr>
          <p:cNvPr id="123" name="Shape 121"/>
          <p:cNvSpPr/>
          <p:nvPr/>
        </p:nvSpPr>
        <p:spPr>
          <a:xfrm>
            <a:off x="8108794" y="2546450"/>
            <a:ext cx="0" cy="123708"/>
          </a:xfrm>
          <a:prstGeom prst="line">
            <a:avLst/>
          </a:prstGeom>
          <a:noFill/>
          <a:ln w="12960">
            <a:solidFill>
              <a:srgbClr val="31312D"/>
            </a:solidFill>
            <a:prstDash val="solid"/>
            <a:headEnd type="triangle"/>
          </a:ln>
        </p:spPr>
      </p:sp>
      <p:sp>
        <p:nvSpPr>
          <p:cNvPr id="124" name="Shape 122"/>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sp>
      <p:sp>
        <p:nvSpPr>
          <p:cNvPr id="125" name="Shape 123"/>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sp>
      <p:sp>
        <p:nvSpPr>
          <p:cNvPr id="126" name="Shape 124"/>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sp>
      <p:sp>
        <p:nvSpPr>
          <p:cNvPr id="127" name="Shape 125"/>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28" name="Shape 126"/>
          <p:cNvSpPr/>
          <p:nvPr/>
        </p:nvSpPr>
        <p:spPr>
          <a:xfrm>
            <a:off x="7767125" y="2073710"/>
            <a:ext cx="129599" cy="129599"/>
          </a:xfrm>
          <a:prstGeom prst="ellipse">
            <a:avLst/>
          </a:prstGeom>
          <a:solidFill>
            <a:srgbClr val="FFFFFF"/>
          </a:solidFill>
          <a:ln w="11782">
            <a:solidFill>
              <a:srgbClr val="1A1A16"/>
            </a:solidFill>
            <a:prstDash val="solid"/>
          </a:ln>
        </p:spPr>
      </p:sp>
      <p:sp>
        <p:nvSpPr>
          <p:cNvPr id="129" name="Shape 127"/>
          <p:cNvSpPr/>
          <p:nvPr/>
        </p:nvSpPr>
        <p:spPr>
          <a:xfrm>
            <a:off x="7796579" y="2138509"/>
            <a:ext cx="70690" cy="0"/>
          </a:xfrm>
          <a:prstGeom prst="line">
            <a:avLst/>
          </a:prstGeom>
          <a:noFill/>
          <a:ln w="10604">
            <a:solidFill>
              <a:srgbClr val="1A1A16"/>
            </a:solidFill>
            <a:prstDash val="solid"/>
          </a:ln>
        </p:spPr>
      </p:sp>
      <p:sp>
        <p:nvSpPr>
          <p:cNvPr id="130" name="Shape 128"/>
          <p:cNvSpPr/>
          <p:nvPr/>
        </p:nvSpPr>
        <p:spPr>
          <a:xfrm>
            <a:off x="7831924" y="2103164"/>
            <a:ext cx="0" cy="70690"/>
          </a:xfrm>
          <a:prstGeom prst="line">
            <a:avLst/>
          </a:prstGeom>
          <a:noFill/>
          <a:ln w="10604">
            <a:solidFill>
              <a:srgbClr val="1A1A16"/>
            </a:solidFill>
            <a:prstDash val="solid"/>
          </a:ln>
        </p:spPr>
      </p:sp>
      <p:sp>
        <p:nvSpPr>
          <p:cNvPr id="131" name="Shape 129"/>
          <p:cNvSpPr/>
          <p:nvPr/>
        </p:nvSpPr>
        <p:spPr>
          <a:xfrm>
            <a:off x="7831924" y="1950002"/>
            <a:ext cx="0" cy="123708"/>
          </a:xfrm>
          <a:prstGeom prst="line">
            <a:avLst/>
          </a:prstGeom>
          <a:noFill/>
          <a:ln w="12960">
            <a:solidFill>
              <a:srgbClr val="31312D"/>
            </a:solidFill>
            <a:prstDash val="solid"/>
            <a:headEnd type="triangle"/>
          </a:ln>
        </p:spPr>
      </p:sp>
      <p:sp>
        <p:nvSpPr>
          <p:cNvPr id="132" name="Shape 130"/>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sp>
      <p:sp>
        <p:nvSpPr>
          <p:cNvPr id="133" name="Shape 131"/>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B1B1B0"/>
            </a:solidFill>
            <a:prstDash val="solid"/>
          </a:ln>
        </p:spPr>
      </p:sp>
      <p:sp>
        <p:nvSpPr>
          <p:cNvPr id="134" name="Shape 132"/>
          <p:cNvSpPr/>
          <p:nvPr/>
        </p:nvSpPr>
        <p:spPr>
          <a:xfrm>
            <a:off x="5428459" y="3863054"/>
            <a:ext cx="129599" cy="129599"/>
          </a:xfrm>
          <a:prstGeom prst="ellipse">
            <a:avLst/>
          </a:prstGeom>
          <a:solidFill>
            <a:srgbClr val="FFFFFF"/>
          </a:solidFill>
          <a:ln w="11782">
            <a:solidFill>
              <a:srgbClr val="1A1A16"/>
            </a:solidFill>
            <a:prstDash val="solid"/>
          </a:ln>
        </p:spPr>
      </p:sp>
      <p:sp>
        <p:nvSpPr>
          <p:cNvPr id="135" name="Shape 133"/>
          <p:cNvSpPr/>
          <p:nvPr/>
        </p:nvSpPr>
        <p:spPr>
          <a:xfrm>
            <a:off x="5457913" y="3927854"/>
            <a:ext cx="70690" cy="0"/>
          </a:xfrm>
          <a:prstGeom prst="line">
            <a:avLst/>
          </a:prstGeom>
          <a:noFill/>
          <a:ln w="10604">
            <a:solidFill>
              <a:srgbClr val="1A1A16"/>
            </a:solidFill>
            <a:prstDash val="solid"/>
          </a:ln>
        </p:spPr>
      </p:sp>
      <p:sp>
        <p:nvSpPr>
          <p:cNvPr id="136" name="Shape 134"/>
          <p:cNvSpPr/>
          <p:nvPr/>
        </p:nvSpPr>
        <p:spPr>
          <a:xfrm>
            <a:off x="5493258" y="3892508"/>
            <a:ext cx="0" cy="70690"/>
          </a:xfrm>
          <a:prstGeom prst="line">
            <a:avLst/>
          </a:prstGeom>
          <a:noFill/>
          <a:ln w="10604">
            <a:solidFill>
              <a:srgbClr val="1A1A16"/>
            </a:solidFill>
            <a:prstDash val="solid"/>
          </a:ln>
        </p:spPr>
      </p:sp>
      <p:sp>
        <p:nvSpPr>
          <p:cNvPr id="137" name="Shape 135"/>
          <p:cNvSpPr/>
          <p:nvPr/>
        </p:nvSpPr>
        <p:spPr>
          <a:xfrm>
            <a:off x="5493258" y="3739346"/>
            <a:ext cx="0" cy="123708"/>
          </a:xfrm>
          <a:prstGeom prst="line">
            <a:avLst/>
          </a:prstGeom>
          <a:noFill/>
          <a:ln w="12960">
            <a:solidFill>
              <a:srgbClr val="31312D"/>
            </a:solidFill>
            <a:prstDash val="solid"/>
            <a:headEnd type="triangle"/>
          </a:ln>
        </p:spPr>
      </p:sp>
      <p:sp>
        <p:nvSpPr>
          <p:cNvPr id="138" name="Shape 136"/>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B1B1B0"/>
            </a:solidFill>
            <a:prstDash val="solid"/>
          </a:ln>
        </p:spPr>
      </p:sp>
      <p:sp>
        <p:nvSpPr>
          <p:cNvPr id="139" name="Shape 137"/>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B1B1B0"/>
            </a:solidFill>
            <a:prstDash val="solid"/>
          </a:ln>
        </p:spPr>
      </p:sp>
      <p:sp>
        <p:nvSpPr>
          <p:cNvPr id="140" name="Shape 138"/>
          <p:cNvSpPr/>
          <p:nvPr/>
        </p:nvSpPr>
        <p:spPr>
          <a:xfrm>
            <a:off x="7490255" y="2670158"/>
            <a:ext cx="129599" cy="129599"/>
          </a:xfrm>
          <a:prstGeom prst="ellipse">
            <a:avLst/>
          </a:prstGeom>
          <a:solidFill>
            <a:srgbClr val="FFFFFF"/>
          </a:solidFill>
          <a:ln w="11782">
            <a:solidFill>
              <a:srgbClr val="1A1A16"/>
            </a:solidFill>
            <a:prstDash val="solid"/>
          </a:ln>
        </p:spPr>
      </p:sp>
      <p:sp>
        <p:nvSpPr>
          <p:cNvPr id="141" name="Shape 139"/>
          <p:cNvSpPr/>
          <p:nvPr/>
        </p:nvSpPr>
        <p:spPr>
          <a:xfrm>
            <a:off x="7519709" y="2734957"/>
            <a:ext cx="70690" cy="0"/>
          </a:xfrm>
          <a:prstGeom prst="line">
            <a:avLst/>
          </a:prstGeom>
          <a:noFill/>
          <a:ln w="10604">
            <a:solidFill>
              <a:srgbClr val="1A1A16"/>
            </a:solidFill>
            <a:prstDash val="solid"/>
          </a:ln>
        </p:spPr>
      </p:sp>
      <p:sp>
        <p:nvSpPr>
          <p:cNvPr id="142" name="Shape 140"/>
          <p:cNvSpPr/>
          <p:nvPr/>
        </p:nvSpPr>
        <p:spPr>
          <a:xfrm>
            <a:off x="7555054" y="2699612"/>
            <a:ext cx="0" cy="70690"/>
          </a:xfrm>
          <a:prstGeom prst="line">
            <a:avLst/>
          </a:prstGeom>
          <a:noFill/>
          <a:ln w="10604">
            <a:solidFill>
              <a:srgbClr val="1A1A16"/>
            </a:solidFill>
            <a:prstDash val="solid"/>
          </a:ln>
        </p:spPr>
      </p:sp>
      <p:sp>
        <p:nvSpPr>
          <p:cNvPr id="143" name="Shape 141"/>
          <p:cNvSpPr/>
          <p:nvPr/>
        </p:nvSpPr>
        <p:spPr>
          <a:xfrm>
            <a:off x="7555054" y="2546450"/>
            <a:ext cx="0" cy="123708"/>
          </a:xfrm>
          <a:prstGeom prst="line">
            <a:avLst/>
          </a:prstGeom>
          <a:noFill/>
          <a:ln w="12960">
            <a:solidFill>
              <a:srgbClr val="31312D"/>
            </a:solidFill>
            <a:prstDash val="solid"/>
            <a:headEnd type="triangle"/>
          </a:ln>
        </p:spPr>
      </p:sp>
      <p:sp>
        <p:nvSpPr>
          <p:cNvPr id="144" name="Shape 142"/>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B1B1B0"/>
            </a:solidFill>
            <a:prstDash val="solid"/>
          </a:ln>
        </p:spPr>
      </p:sp>
      <p:sp>
        <p:nvSpPr>
          <p:cNvPr id="145" name="Shape 143"/>
          <p:cNvSpPr/>
          <p:nvPr/>
        </p:nvSpPr>
        <p:spPr>
          <a:xfrm>
            <a:off x="5982198" y="3863054"/>
            <a:ext cx="129599" cy="129599"/>
          </a:xfrm>
          <a:prstGeom prst="ellipse">
            <a:avLst/>
          </a:prstGeom>
          <a:solidFill>
            <a:srgbClr val="FFFFFF"/>
          </a:solidFill>
          <a:ln w="11782">
            <a:solidFill>
              <a:srgbClr val="1A1A16"/>
            </a:solidFill>
            <a:prstDash val="solid"/>
          </a:ln>
        </p:spPr>
      </p:sp>
      <p:sp>
        <p:nvSpPr>
          <p:cNvPr id="146" name="Shape 144"/>
          <p:cNvSpPr/>
          <p:nvPr/>
        </p:nvSpPr>
        <p:spPr>
          <a:xfrm>
            <a:off x="6011652" y="3927854"/>
            <a:ext cx="70690" cy="0"/>
          </a:xfrm>
          <a:prstGeom prst="line">
            <a:avLst/>
          </a:prstGeom>
          <a:noFill/>
          <a:ln w="10604">
            <a:solidFill>
              <a:srgbClr val="1A1A16"/>
            </a:solidFill>
            <a:prstDash val="solid"/>
          </a:ln>
        </p:spPr>
      </p:sp>
      <p:sp>
        <p:nvSpPr>
          <p:cNvPr id="147" name="Shape 145"/>
          <p:cNvSpPr/>
          <p:nvPr/>
        </p:nvSpPr>
        <p:spPr>
          <a:xfrm>
            <a:off x="6046998" y="3892508"/>
            <a:ext cx="0" cy="70690"/>
          </a:xfrm>
          <a:prstGeom prst="line">
            <a:avLst/>
          </a:prstGeom>
          <a:noFill/>
          <a:ln w="10604">
            <a:solidFill>
              <a:srgbClr val="1A1A16"/>
            </a:solidFill>
            <a:prstDash val="solid"/>
          </a:ln>
        </p:spPr>
      </p:sp>
      <p:sp>
        <p:nvSpPr>
          <p:cNvPr id="148" name="Shape 146"/>
          <p:cNvSpPr/>
          <p:nvPr/>
        </p:nvSpPr>
        <p:spPr>
          <a:xfrm>
            <a:off x="6046998" y="3739346"/>
            <a:ext cx="0" cy="123708"/>
          </a:xfrm>
          <a:prstGeom prst="line">
            <a:avLst/>
          </a:prstGeom>
          <a:noFill/>
          <a:ln w="12960">
            <a:solidFill>
              <a:srgbClr val="31312D"/>
            </a:solidFill>
            <a:prstDash val="solid"/>
            <a:headEnd type="triangle"/>
          </a:ln>
        </p:spPr>
      </p:sp>
      <p:sp>
        <p:nvSpPr>
          <p:cNvPr id="149" name="Shape 147"/>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12960">
            <a:solidFill>
              <a:srgbClr val="B1B1B0"/>
            </a:solidFill>
            <a:prstDash val="solid"/>
          </a:ln>
        </p:spPr>
      </p:sp>
      <p:sp>
        <p:nvSpPr>
          <p:cNvPr id="150" name="Shape 148"/>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12960">
            <a:solidFill>
              <a:srgbClr val="76CFAF"/>
            </a:solidFill>
            <a:prstDash val="solid"/>
          </a:ln>
        </p:spPr>
      </p:sp>
      <p:sp>
        <p:nvSpPr>
          <p:cNvPr id="151" name="Shape 149"/>
          <p:cNvSpPr/>
          <p:nvPr/>
        </p:nvSpPr>
        <p:spPr>
          <a:xfrm>
            <a:off x="3119247" y="3863054"/>
            <a:ext cx="129599" cy="129599"/>
          </a:xfrm>
          <a:prstGeom prst="ellipse">
            <a:avLst/>
          </a:prstGeom>
          <a:solidFill>
            <a:srgbClr val="FFFFFF"/>
          </a:solidFill>
          <a:ln w="16494">
            <a:solidFill>
              <a:srgbClr val="1A1A16"/>
            </a:solidFill>
            <a:prstDash val="solid"/>
          </a:ln>
        </p:spPr>
      </p:sp>
      <p:sp>
        <p:nvSpPr>
          <p:cNvPr id="152" name="Shape 150"/>
          <p:cNvSpPr/>
          <p:nvPr/>
        </p:nvSpPr>
        <p:spPr>
          <a:xfrm>
            <a:off x="3148701" y="3927854"/>
            <a:ext cx="70690" cy="0"/>
          </a:xfrm>
          <a:prstGeom prst="line">
            <a:avLst/>
          </a:prstGeom>
          <a:noFill/>
          <a:ln w="10604">
            <a:solidFill>
              <a:srgbClr val="1A1A16"/>
            </a:solidFill>
            <a:prstDash val="solid"/>
          </a:ln>
        </p:spPr>
      </p:sp>
      <p:sp>
        <p:nvSpPr>
          <p:cNvPr id="153" name="Shape 151"/>
          <p:cNvSpPr/>
          <p:nvPr/>
        </p:nvSpPr>
        <p:spPr>
          <a:xfrm>
            <a:off x="3184046" y="3892508"/>
            <a:ext cx="0" cy="70690"/>
          </a:xfrm>
          <a:prstGeom prst="line">
            <a:avLst/>
          </a:prstGeom>
          <a:noFill/>
          <a:ln w="10604">
            <a:solidFill>
              <a:srgbClr val="1A1A16"/>
            </a:solidFill>
            <a:prstDash val="solid"/>
          </a:ln>
        </p:spPr>
      </p:sp>
      <p:sp>
        <p:nvSpPr>
          <p:cNvPr id="154" name="Shape 152"/>
          <p:cNvSpPr/>
          <p:nvPr/>
        </p:nvSpPr>
        <p:spPr>
          <a:xfrm>
            <a:off x="3184046" y="3739346"/>
            <a:ext cx="0" cy="123708"/>
          </a:xfrm>
          <a:prstGeom prst="line">
            <a:avLst/>
          </a:prstGeom>
          <a:noFill/>
          <a:ln w="16494">
            <a:solidFill>
              <a:srgbClr val="31312D"/>
            </a:solidFill>
            <a:prstDash val="solid"/>
            <a:headEnd type="triangle"/>
          </a:ln>
        </p:spPr>
      </p:sp>
      <p:sp>
        <p:nvSpPr>
          <p:cNvPr id="155" name="Shape 153"/>
          <p:cNvSpPr/>
          <p:nvPr/>
        </p:nvSpPr>
        <p:spPr>
          <a:xfrm>
            <a:off x="5592813" y="473756"/>
            <a:ext cx="354629" cy="354629"/>
          </a:xfrm>
          <a:prstGeom prst="diamond">
            <a:avLst/>
          </a:prstGeom>
          <a:solidFill>
            <a:srgbClr val="FFFFFF"/>
          </a:solidFill>
          <a:ln w="18851">
            <a:solidFill>
              <a:srgbClr val="1A1A16"/>
            </a:solidFill>
            <a:prstDash val="solid"/>
          </a:ln>
        </p:spPr>
      </p:sp>
      <p:sp>
        <p:nvSpPr>
          <p:cNvPr id="156" name="Shape 154"/>
          <p:cNvSpPr/>
          <p:nvPr/>
        </p:nvSpPr>
        <p:spPr>
          <a:xfrm>
            <a:off x="3659438" y="3555258"/>
            <a:ext cx="156697" cy="156107"/>
          </a:xfrm>
          <a:prstGeom prst="rect">
            <a:avLst/>
          </a:prstGeom>
          <a:solidFill>
            <a:srgbClr val="FFFFFF"/>
          </a:solidFill>
          <a:ln w="12371">
            <a:solidFill>
              <a:srgbClr val="1A1A16"/>
            </a:solidFill>
            <a:prstDash val="solid"/>
          </a:ln>
        </p:spPr>
      </p:sp>
      <p:sp>
        <p:nvSpPr>
          <p:cNvPr id="157" name="Shape 155"/>
          <p:cNvSpPr/>
          <p:nvPr/>
        </p:nvSpPr>
        <p:spPr>
          <a:xfrm>
            <a:off x="7721176" y="1137065"/>
            <a:ext cx="221496" cy="220907"/>
          </a:xfrm>
          <a:prstGeom prst="diamond">
            <a:avLst/>
          </a:prstGeom>
          <a:solidFill>
            <a:srgbClr val="FFFFFF"/>
          </a:solidFill>
          <a:ln w="12371">
            <a:solidFill>
              <a:srgbClr val="1A1A16"/>
            </a:solidFill>
            <a:prstDash val="solid"/>
          </a:ln>
        </p:spPr>
      </p:sp>
      <p:sp>
        <p:nvSpPr>
          <p:cNvPr id="158" name="Shape 156"/>
          <p:cNvSpPr/>
          <p:nvPr/>
        </p:nvSpPr>
        <p:spPr>
          <a:xfrm>
            <a:off x="4180777" y="3522858"/>
            <a:ext cx="221496" cy="220907"/>
          </a:xfrm>
          <a:prstGeom prst="diamond">
            <a:avLst/>
          </a:prstGeom>
          <a:solidFill>
            <a:srgbClr val="FFFFFF"/>
          </a:solidFill>
          <a:ln w="12371">
            <a:solidFill>
              <a:srgbClr val="1A1A16"/>
            </a:solidFill>
            <a:prstDash val="solid"/>
          </a:ln>
        </p:spPr>
      </p:sp>
      <p:sp>
        <p:nvSpPr>
          <p:cNvPr id="159" name="Shape 157"/>
          <p:cNvSpPr/>
          <p:nvPr/>
        </p:nvSpPr>
        <p:spPr>
          <a:xfrm>
            <a:off x="4203163" y="4141397"/>
            <a:ext cx="176725" cy="176725"/>
          </a:xfrm>
          <a:prstGeom prst="ellipse">
            <a:avLst/>
          </a:prstGeom>
          <a:solidFill>
            <a:srgbClr val="FFFFFF"/>
          </a:solidFill>
          <a:ln w="12371">
            <a:solidFill>
              <a:srgbClr val="1A1A16"/>
            </a:solidFill>
            <a:prstDash val="solid"/>
          </a:ln>
        </p:spPr>
      </p:sp>
      <p:sp>
        <p:nvSpPr>
          <p:cNvPr id="160" name="Shape 158"/>
          <p:cNvSpPr/>
          <p:nvPr/>
        </p:nvSpPr>
        <p:spPr>
          <a:xfrm>
            <a:off x="1840933" y="4684827"/>
            <a:ext cx="282761" cy="282761"/>
          </a:xfrm>
          <a:prstGeom prst="ellipse">
            <a:avLst/>
          </a:prstGeom>
          <a:ln w="15316">
            <a:solidFill>
              <a:srgbClr val="BABAB9"/>
            </a:solidFill>
            <a:prstDash val="solid"/>
          </a:ln>
        </p:spPr>
      </p:sp>
      <p:sp>
        <p:nvSpPr>
          <p:cNvPr id="161" name="Shape 159"/>
          <p:cNvSpPr/>
          <p:nvPr/>
        </p:nvSpPr>
        <p:spPr>
          <a:xfrm>
            <a:off x="1893951" y="4737845"/>
            <a:ext cx="176725" cy="176725"/>
          </a:xfrm>
          <a:prstGeom prst="ellipse">
            <a:avLst/>
          </a:prstGeom>
          <a:solidFill>
            <a:srgbClr val="FFFFFF"/>
          </a:solidFill>
          <a:ln w="21207">
            <a:solidFill>
              <a:srgbClr val="1A1A16"/>
            </a:solidFill>
            <a:prstDash val="solid"/>
          </a:ln>
        </p:spPr>
      </p:sp>
      <p:sp>
        <p:nvSpPr>
          <p:cNvPr id="162" name="Shape 160"/>
          <p:cNvSpPr/>
          <p:nvPr/>
        </p:nvSpPr>
        <p:spPr>
          <a:xfrm>
            <a:off x="1340211" y="4737845"/>
            <a:ext cx="176725" cy="176725"/>
          </a:xfrm>
          <a:prstGeom prst="ellipse">
            <a:avLst/>
          </a:prstGeom>
          <a:solidFill>
            <a:srgbClr val="FFFFFF"/>
          </a:solidFill>
          <a:ln w="12371">
            <a:solidFill>
              <a:srgbClr val="1A1A16"/>
            </a:solidFill>
            <a:prstDash val="solid"/>
          </a:ln>
        </p:spPr>
      </p:sp>
      <p:sp>
        <p:nvSpPr>
          <p:cNvPr id="163" name="Shape 161"/>
          <p:cNvSpPr/>
          <p:nvPr/>
        </p:nvSpPr>
        <p:spPr>
          <a:xfrm>
            <a:off x="7714107" y="3515494"/>
            <a:ext cx="235634" cy="235634"/>
          </a:xfrm>
          <a:prstGeom prst="ellipse">
            <a:avLst/>
          </a:prstGeom>
          <a:solidFill>
            <a:srgbClr val="FFFFFF"/>
          </a:solidFill>
          <a:ln w="12371">
            <a:solidFill>
              <a:srgbClr val="1A1A16"/>
            </a:solidFill>
            <a:prstDash val="solid"/>
          </a:ln>
        </p:spPr>
      </p:sp>
      <p:sp>
        <p:nvSpPr>
          <p:cNvPr id="164" name="Shape 162"/>
          <p:cNvSpPr/>
          <p:nvPr/>
        </p:nvSpPr>
        <p:spPr>
          <a:xfrm>
            <a:off x="5691780" y="2362361"/>
            <a:ext cx="156697" cy="156107"/>
          </a:xfrm>
          <a:prstGeom prst="rect">
            <a:avLst/>
          </a:prstGeom>
          <a:solidFill>
            <a:srgbClr val="FFFFFF"/>
          </a:solidFill>
          <a:ln w="12371">
            <a:solidFill>
              <a:srgbClr val="1A1A16"/>
            </a:solidFill>
            <a:prstDash val="solid"/>
          </a:ln>
        </p:spPr>
      </p:sp>
      <p:sp>
        <p:nvSpPr>
          <p:cNvPr id="165" name="Shape 163"/>
          <p:cNvSpPr/>
          <p:nvPr/>
        </p:nvSpPr>
        <p:spPr>
          <a:xfrm>
            <a:off x="5681765" y="2948500"/>
            <a:ext cx="176725" cy="176725"/>
          </a:xfrm>
          <a:prstGeom prst="ellipse">
            <a:avLst/>
          </a:prstGeom>
          <a:solidFill>
            <a:srgbClr val="FFFFFF"/>
          </a:solidFill>
          <a:ln w="12371">
            <a:solidFill>
              <a:srgbClr val="1A1A16"/>
            </a:solidFill>
            <a:prstDash val="solid"/>
          </a:ln>
        </p:spPr>
      </p:sp>
      <p:sp>
        <p:nvSpPr>
          <p:cNvPr id="166" name="Shape 164"/>
          <p:cNvSpPr/>
          <p:nvPr/>
        </p:nvSpPr>
        <p:spPr>
          <a:xfrm>
            <a:off x="3619969" y="4708391"/>
            <a:ext cx="235634" cy="235634"/>
          </a:xfrm>
          <a:prstGeom prst="ellipse">
            <a:avLst/>
          </a:prstGeom>
          <a:solidFill>
            <a:srgbClr val="FFFFFF"/>
          </a:solidFill>
          <a:ln w="12371">
            <a:solidFill>
              <a:srgbClr val="1A1A16"/>
            </a:solidFill>
            <a:prstDash val="solid"/>
          </a:ln>
        </p:spPr>
      </p:sp>
      <p:sp>
        <p:nvSpPr>
          <p:cNvPr id="167" name="Shape 165"/>
          <p:cNvSpPr/>
          <p:nvPr/>
        </p:nvSpPr>
        <p:spPr>
          <a:xfrm>
            <a:off x="9844826" y="2362361"/>
            <a:ext cx="156697" cy="156107"/>
          </a:xfrm>
          <a:prstGeom prst="rect">
            <a:avLst/>
          </a:prstGeom>
          <a:solidFill>
            <a:srgbClr val="FFFFFF"/>
          </a:solidFill>
          <a:ln w="12371">
            <a:solidFill>
              <a:srgbClr val="1A1A16"/>
            </a:solidFill>
            <a:prstDash val="solid"/>
          </a:ln>
        </p:spPr>
      </p:sp>
      <p:sp>
        <p:nvSpPr>
          <p:cNvPr id="168" name="Shape 166"/>
          <p:cNvSpPr/>
          <p:nvPr/>
        </p:nvSpPr>
        <p:spPr>
          <a:xfrm>
            <a:off x="9805357" y="3515494"/>
            <a:ext cx="235634" cy="235634"/>
          </a:xfrm>
          <a:prstGeom prst="ellipse">
            <a:avLst/>
          </a:prstGeom>
          <a:solidFill>
            <a:srgbClr val="FFFFFF"/>
          </a:solidFill>
          <a:ln w="12371">
            <a:solidFill>
              <a:srgbClr val="1A1A16"/>
            </a:solidFill>
            <a:prstDash val="solid"/>
          </a:ln>
        </p:spPr>
      </p:sp>
      <p:sp>
        <p:nvSpPr>
          <p:cNvPr id="169" name="Shape 167"/>
          <p:cNvSpPr/>
          <p:nvPr/>
        </p:nvSpPr>
        <p:spPr>
          <a:xfrm>
            <a:off x="3649423" y="4141397"/>
            <a:ext cx="176725" cy="176725"/>
          </a:xfrm>
          <a:prstGeom prst="ellipse">
            <a:avLst/>
          </a:prstGeom>
          <a:solidFill>
            <a:srgbClr val="FFFFFF"/>
          </a:solidFill>
          <a:ln w="12371">
            <a:solidFill>
              <a:srgbClr val="1A1A16"/>
            </a:solidFill>
            <a:prstDash val="solid"/>
          </a:ln>
        </p:spPr>
      </p:sp>
      <p:sp>
        <p:nvSpPr>
          <p:cNvPr id="170" name="Shape 168"/>
          <p:cNvSpPr/>
          <p:nvPr/>
        </p:nvSpPr>
        <p:spPr>
          <a:xfrm>
            <a:off x="3095684" y="4141397"/>
            <a:ext cx="176725" cy="176725"/>
          </a:xfrm>
          <a:prstGeom prst="ellipse">
            <a:avLst/>
          </a:prstGeom>
          <a:solidFill>
            <a:srgbClr val="FFFFFF"/>
          </a:solidFill>
          <a:ln w="12371">
            <a:solidFill>
              <a:srgbClr val="1A1A16"/>
            </a:solidFill>
            <a:prstDash val="solid"/>
          </a:ln>
        </p:spPr>
      </p:sp>
      <p:sp>
        <p:nvSpPr>
          <p:cNvPr id="171" name="Shape 169"/>
          <p:cNvSpPr/>
          <p:nvPr/>
        </p:nvSpPr>
        <p:spPr>
          <a:xfrm>
            <a:off x="5659380" y="1733219"/>
            <a:ext cx="221496" cy="221496"/>
          </a:xfrm>
          <a:prstGeom prst="diamond">
            <a:avLst/>
          </a:prstGeom>
          <a:solidFill>
            <a:srgbClr val="FFFFFF"/>
          </a:solidFill>
          <a:ln w="12371">
            <a:solidFill>
              <a:srgbClr val="1A1A16"/>
            </a:solidFill>
            <a:prstDash val="solid"/>
          </a:ln>
        </p:spPr>
      </p:sp>
      <p:sp>
        <p:nvSpPr>
          <p:cNvPr id="172" name="Shape 170"/>
          <p:cNvSpPr/>
          <p:nvPr/>
        </p:nvSpPr>
        <p:spPr>
          <a:xfrm>
            <a:off x="7753576" y="2958515"/>
            <a:ext cx="156697" cy="156697"/>
          </a:xfrm>
          <a:prstGeom prst="rect">
            <a:avLst/>
          </a:prstGeom>
          <a:solidFill>
            <a:srgbClr val="FFFFFF"/>
          </a:solidFill>
          <a:ln w="12371">
            <a:solidFill>
              <a:srgbClr val="1A1A16"/>
            </a:solidFill>
            <a:prstDash val="solid"/>
          </a:ln>
        </p:spPr>
      </p:sp>
      <p:sp>
        <p:nvSpPr>
          <p:cNvPr id="173" name="Shape 171"/>
          <p:cNvSpPr/>
          <p:nvPr/>
        </p:nvSpPr>
        <p:spPr>
          <a:xfrm>
            <a:off x="7989799" y="2302864"/>
            <a:ext cx="237990" cy="206180"/>
          </a:xfrm>
          <a:prstGeom prst="triangle">
            <a:avLst/>
          </a:prstGeom>
          <a:solidFill>
            <a:srgbClr val="FFFFFF"/>
          </a:solidFill>
          <a:ln w="12371">
            <a:solidFill>
              <a:srgbClr val="1A1A16"/>
            </a:solidFill>
            <a:prstDash val="solid"/>
          </a:ln>
        </p:spPr>
      </p:sp>
      <p:sp>
        <p:nvSpPr>
          <p:cNvPr id="174" name="Shape 172"/>
          <p:cNvSpPr/>
          <p:nvPr/>
        </p:nvSpPr>
        <p:spPr>
          <a:xfrm>
            <a:off x="7712929" y="1706710"/>
            <a:ext cx="237990" cy="206180"/>
          </a:xfrm>
          <a:prstGeom prst="triangle">
            <a:avLst/>
          </a:prstGeom>
          <a:solidFill>
            <a:srgbClr val="FFFFFF"/>
          </a:solidFill>
          <a:ln w="12371">
            <a:solidFill>
              <a:srgbClr val="1A1A16"/>
            </a:solidFill>
            <a:prstDash val="solid"/>
          </a:ln>
        </p:spPr>
      </p:sp>
      <p:sp>
        <p:nvSpPr>
          <p:cNvPr id="175" name="Shape 173"/>
          <p:cNvSpPr/>
          <p:nvPr/>
        </p:nvSpPr>
        <p:spPr>
          <a:xfrm>
            <a:off x="5404895" y="3544949"/>
            <a:ext cx="176725" cy="176725"/>
          </a:xfrm>
          <a:prstGeom prst="ellipse">
            <a:avLst/>
          </a:prstGeom>
          <a:solidFill>
            <a:srgbClr val="FFFFFF"/>
          </a:solidFill>
          <a:ln w="12371">
            <a:solidFill>
              <a:srgbClr val="1A1A16"/>
            </a:solidFill>
            <a:prstDash val="solid"/>
          </a:ln>
        </p:spPr>
      </p:sp>
      <p:sp>
        <p:nvSpPr>
          <p:cNvPr id="176" name="Shape 174"/>
          <p:cNvSpPr/>
          <p:nvPr/>
        </p:nvSpPr>
        <p:spPr>
          <a:xfrm>
            <a:off x="7476706" y="2362361"/>
            <a:ext cx="156697" cy="156107"/>
          </a:xfrm>
          <a:prstGeom prst="rect">
            <a:avLst/>
          </a:prstGeom>
          <a:solidFill>
            <a:srgbClr val="FFFFFF"/>
          </a:solidFill>
          <a:ln w="12371">
            <a:solidFill>
              <a:srgbClr val="1A1A16"/>
            </a:solidFill>
            <a:prstDash val="solid"/>
          </a:ln>
        </p:spPr>
      </p:sp>
      <p:sp>
        <p:nvSpPr>
          <p:cNvPr id="177" name="Shape 175"/>
          <p:cNvSpPr/>
          <p:nvPr/>
        </p:nvSpPr>
        <p:spPr>
          <a:xfrm>
            <a:off x="5958635" y="3544949"/>
            <a:ext cx="176725" cy="176725"/>
          </a:xfrm>
          <a:prstGeom prst="ellipse">
            <a:avLst/>
          </a:prstGeom>
          <a:solidFill>
            <a:srgbClr val="FFFFFF"/>
          </a:solidFill>
          <a:ln w="12371">
            <a:solidFill>
              <a:srgbClr val="1A1A16"/>
            </a:solidFill>
            <a:prstDash val="solid"/>
          </a:ln>
        </p:spPr>
      </p:sp>
      <p:sp>
        <p:nvSpPr>
          <p:cNvPr id="178" name="Shape 176"/>
          <p:cNvSpPr/>
          <p:nvPr/>
        </p:nvSpPr>
        <p:spPr>
          <a:xfrm>
            <a:off x="3105698" y="3555258"/>
            <a:ext cx="156697" cy="156107"/>
          </a:xfrm>
          <a:prstGeom prst="rect">
            <a:avLst/>
          </a:prstGeom>
          <a:solidFill>
            <a:srgbClr val="FFFFFF"/>
          </a:solidFill>
          <a:ln w="12371">
            <a:solidFill>
              <a:srgbClr val="1A1A16"/>
            </a:solidFill>
            <a:prstDash val="solid"/>
          </a:ln>
        </p:spPr>
      </p:sp>
      <p:sp>
        <p:nvSpPr>
          <p:cNvPr id="179" name="Shape 177"/>
          <p:cNvSpPr/>
          <p:nvPr/>
        </p:nvSpPr>
        <p:spPr>
          <a:xfrm>
            <a:off x="7719998" y="5293057"/>
            <a:ext cx="223852" cy="259197"/>
          </a:xfrm>
          <a:prstGeom prst="hexagon">
            <a:avLst/>
          </a:prstGeom>
          <a:solidFill>
            <a:srgbClr val="FFFFFF"/>
          </a:solidFill>
          <a:ln w="12371">
            <a:solidFill>
              <a:srgbClr val="008300"/>
            </a:solidFill>
            <a:prstDash val="solid"/>
          </a:ln>
        </p:spPr>
      </p:sp>
      <p:sp>
        <p:nvSpPr>
          <p:cNvPr id="180" name="Shape 178"/>
          <p:cNvSpPr/>
          <p:nvPr/>
        </p:nvSpPr>
        <p:spPr>
          <a:xfrm>
            <a:off x="2147257" y="5293057"/>
            <a:ext cx="223852" cy="259197"/>
          </a:xfrm>
          <a:prstGeom prst="hexagon">
            <a:avLst/>
          </a:prstGeom>
          <a:solidFill>
            <a:srgbClr val="FFFFFF"/>
          </a:solidFill>
          <a:ln w="12371">
            <a:solidFill>
              <a:srgbClr val="1BAF7A"/>
            </a:solidFill>
            <a:prstDash val="solid"/>
          </a:ln>
        </p:spPr>
      </p:sp>
      <p:sp>
        <p:nvSpPr>
          <p:cNvPr id="181" name="Shape 179"/>
          <p:cNvSpPr/>
          <p:nvPr/>
        </p:nvSpPr>
        <p:spPr>
          <a:xfrm>
            <a:off x="9811248" y="5293057"/>
            <a:ext cx="223852" cy="259197"/>
          </a:xfrm>
          <a:prstGeom prst="hexagon">
            <a:avLst/>
          </a:prstGeom>
          <a:solidFill>
            <a:srgbClr val="FFFFFF"/>
          </a:solidFill>
          <a:ln w="12371">
            <a:solidFill>
              <a:srgbClr val="2A78D6"/>
            </a:solidFill>
            <a:prstDash val="solid"/>
          </a:ln>
        </p:spPr>
      </p:sp>
      <p:sp>
        <p:nvSpPr>
          <p:cNvPr id="182" name="Shape 180"/>
          <p:cNvSpPr/>
          <p:nvPr/>
        </p:nvSpPr>
        <p:spPr>
          <a:xfrm>
            <a:off x="3625860" y="5293057"/>
            <a:ext cx="223852" cy="259197"/>
          </a:xfrm>
          <a:prstGeom prst="hexagon">
            <a:avLst/>
          </a:prstGeom>
          <a:solidFill>
            <a:srgbClr val="FFFFFF"/>
          </a:solidFill>
          <a:ln w="12371">
            <a:solidFill>
              <a:srgbClr val="4A3AA7"/>
            </a:solidFill>
            <a:prstDash val="solid"/>
          </a:ln>
        </p:spPr>
      </p:sp>
      <p:sp>
        <p:nvSpPr>
          <p:cNvPr id="183" name="Shape 181"/>
          <p:cNvSpPr/>
          <p:nvPr/>
        </p:nvSpPr>
        <p:spPr>
          <a:xfrm>
            <a:off x="980870" y="5251821"/>
            <a:ext cx="341669" cy="341669"/>
          </a:xfrm>
          <a:prstGeom prst="ellipse">
            <a:avLst/>
          </a:prstGeom>
          <a:ln w="15316">
            <a:solidFill>
              <a:srgbClr val="BABAB9"/>
            </a:solidFill>
            <a:prstDash val="solid"/>
          </a:ln>
        </p:spPr>
      </p:sp>
      <p:sp>
        <p:nvSpPr>
          <p:cNvPr id="184" name="Shape 182"/>
          <p:cNvSpPr/>
          <p:nvPr/>
        </p:nvSpPr>
        <p:spPr>
          <a:xfrm>
            <a:off x="1039778" y="5293057"/>
            <a:ext cx="223852" cy="259197"/>
          </a:xfrm>
          <a:prstGeom prst="hexagon">
            <a:avLst/>
          </a:prstGeom>
          <a:solidFill>
            <a:srgbClr val="FFFFFF"/>
          </a:solidFill>
          <a:ln w="21207">
            <a:solidFill>
              <a:srgbClr val="EDA100"/>
            </a:solidFill>
            <a:prstDash val="solid"/>
          </a:ln>
        </p:spPr>
      </p:sp>
      <p:sp>
        <p:nvSpPr>
          <p:cNvPr id="185" name="Text 183"/>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86" name="Text 184"/>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87" name="Text 185"/>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88" name="Text 186"/>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89" name="Text 187"/>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0" name="Text 188"/>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1" name="Text 189"/>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28 CLAIMS  ·  19 GROUPS</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B1B1B0"/>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B1B1B0"/>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B1B1B0"/>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1A1A16"/>
            </a:solidFill>
            <a:prstDash val="solid"/>
          </a:ln>
        </p:spPr>
      </p:sp>
      <p:sp>
        <p:nvSpPr>
          <p:cNvPr id="39" name="Shape 37"/>
          <p:cNvSpPr/>
          <p:nvPr/>
        </p:nvSpPr>
        <p:spPr>
          <a:xfrm>
            <a:off x="5734783" y="945613"/>
            <a:ext cx="70690" cy="0"/>
          </a:xfrm>
          <a:prstGeom prst="line">
            <a:avLst/>
          </a:prstGeom>
          <a:noFill/>
          <a:ln w="10604">
            <a:solidFill>
              <a:srgbClr val="1A1A16"/>
            </a:solidFill>
            <a:prstDash val="solid"/>
          </a:ln>
        </p:spPr>
      </p:sp>
      <p:sp>
        <p:nvSpPr>
          <p:cNvPr id="40" name="Shape 38"/>
          <p:cNvSpPr/>
          <p:nvPr/>
        </p:nvSpPr>
        <p:spPr>
          <a:xfrm>
            <a:off x="5770128" y="910268"/>
            <a:ext cx="0" cy="70690"/>
          </a:xfrm>
          <a:prstGeom prst="line">
            <a:avLst/>
          </a:prstGeom>
          <a:noFill/>
          <a:ln w="10604">
            <a:solidFill>
              <a:srgbClr val="1A1A16"/>
            </a:solidFill>
            <a:prstDash val="solid"/>
          </a:ln>
        </p:spPr>
      </p:sp>
      <p:sp>
        <p:nvSpPr>
          <p:cNvPr id="41" name="Shape 39"/>
          <p:cNvSpPr/>
          <p:nvPr/>
        </p:nvSpPr>
        <p:spPr>
          <a:xfrm>
            <a:off x="5770128" y="810123"/>
            <a:ext cx="0" cy="70690"/>
          </a:xfrm>
          <a:prstGeom prst="line">
            <a:avLst/>
          </a:prstGeom>
          <a:noFill/>
          <a:ln w="12960">
            <a:solidFill>
              <a:srgbClr val="31312D"/>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B1B1B0"/>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76CFAF"/>
            </a:solidFill>
            <a:prstDash val="solid"/>
          </a:ln>
        </p:spPr>
      </p:sp>
      <p:sp>
        <p:nvSpPr>
          <p:cNvPr id="45" name="Shape 43"/>
          <p:cNvSpPr/>
          <p:nvPr/>
        </p:nvSpPr>
        <p:spPr>
          <a:xfrm>
            <a:off x="3672987" y="3863054"/>
            <a:ext cx="129599" cy="129599"/>
          </a:xfrm>
          <a:prstGeom prst="ellipse">
            <a:avLst/>
          </a:prstGeom>
          <a:solidFill>
            <a:srgbClr val="FFFFFF"/>
          </a:solidFill>
          <a:ln w="11782">
            <a:solidFill>
              <a:srgbClr val="1A1A16"/>
            </a:solidFill>
            <a:prstDash val="solid"/>
          </a:ln>
        </p:spPr>
      </p:sp>
      <p:sp>
        <p:nvSpPr>
          <p:cNvPr id="46" name="Shape 44"/>
          <p:cNvSpPr/>
          <p:nvPr/>
        </p:nvSpPr>
        <p:spPr>
          <a:xfrm>
            <a:off x="3702441" y="3927854"/>
            <a:ext cx="70690" cy="0"/>
          </a:xfrm>
          <a:prstGeom prst="line">
            <a:avLst/>
          </a:prstGeom>
          <a:noFill/>
          <a:ln w="10604">
            <a:solidFill>
              <a:srgbClr val="1A1A16"/>
            </a:solidFill>
            <a:prstDash val="solid"/>
          </a:ln>
        </p:spPr>
      </p:sp>
      <p:sp>
        <p:nvSpPr>
          <p:cNvPr id="47" name="Shape 45"/>
          <p:cNvSpPr/>
          <p:nvPr/>
        </p:nvSpPr>
        <p:spPr>
          <a:xfrm>
            <a:off x="3737786" y="3892508"/>
            <a:ext cx="0" cy="70690"/>
          </a:xfrm>
          <a:prstGeom prst="line">
            <a:avLst/>
          </a:prstGeom>
          <a:noFill/>
          <a:ln w="10604">
            <a:solidFill>
              <a:srgbClr val="1A1A16"/>
            </a:solidFill>
            <a:prstDash val="solid"/>
          </a:ln>
        </p:spPr>
      </p:sp>
      <p:sp>
        <p:nvSpPr>
          <p:cNvPr id="48" name="Shape 46"/>
          <p:cNvSpPr/>
          <p:nvPr/>
        </p:nvSpPr>
        <p:spPr>
          <a:xfrm>
            <a:off x="3737786" y="3739346"/>
            <a:ext cx="0" cy="123708"/>
          </a:xfrm>
          <a:prstGeom prst="line">
            <a:avLst/>
          </a:prstGeom>
          <a:noFill/>
          <a:ln w="12960">
            <a:solidFill>
              <a:srgbClr val="31312D"/>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B1B1B0"/>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1A1A16"/>
            </a:solidFill>
            <a:prstDash val="solid"/>
          </a:ln>
        </p:spPr>
      </p:sp>
      <p:sp>
        <p:nvSpPr>
          <p:cNvPr id="52" name="Shape 50"/>
          <p:cNvSpPr/>
          <p:nvPr/>
        </p:nvSpPr>
        <p:spPr>
          <a:xfrm>
            <a:off x="7796579" y="1542061"/>
            <a:ext cx="70690" cy="0"/>
          </a:xfrm>
          <a:prstGeom prst="line">
            <a:avLst/>
          </a:prstGeom>
          <a:noFill/>
          <a:ln w="10604">
            <a:solidFill>
              <a:srgbClr val="1A1A16"/>
            </a:solidFill>
            <a:prstDash val="solid"/>
          </a:ln>
        </p:spPr>
      </p:sp>
      <p:sp>
        <p:nvSpPr>
          <p:cNvPr id="53" name="Shape 51"/>
          <p:cNvSpPr/>
          <p:nvPr/>
        </p:nvSpPr>
        <p:spPr>
          <a:xfrm>
            <a:off x="7831924" y="1506716"/>
            <a:ext cx="0" cy="70690"/>
          </a:xfrm>
          <a:prstGeom prst="line">
            <a:avLst/>
          </a:prstGeom>
          <a:noFill/>
          <a:ln w="10604">
            <a:solidFill>
              <a:srgbClr val="1A1A16"/>
            </a:solidFill>
            <a:prstDash val="solid"/>
          </a:ln>
        </p:spPr>
      </p:sp>
      <p:sp>
        <p:nvSpPr>
          <p:cNvPr id="54" name="Shape 52"/>
          <p:cNvSpPr/>
          <p:nvPr/>
        </p:nvSpPr>
        <p:spPr>
          <a:xfrm>
            <a:off x="7831924" y="1353554"/>
            <a:ext cx="0" cy="123708"/>
          </a:xfrm>
          <a:prstGeom prst="line">
            <a:avLst/>
          </a:prstGeom>
          <a:noFill/>
          <a:ln w="12960">
            <a:solidFill>
              <a:srgbClr val="31312D"/>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B1B1B0"/>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9289CA"/>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1A1A16"/>
            </a:solidFill>
            <a:prstDash val="solid"/>
          </a:ln>
        </p:spPr>
      </p:sp>
      <p:sp>
        <p:nvSpPr>
          <p:cNvPr id="59" name="Shape 57"/>
          <p:cNvSpPr/>
          <p:nvPr/>
        </p:nvSpPr>
        <p:spPr>
          <a:xfrm>
            <a:off x="4256180" y="3927854"/>
            <a:ext cx="70690" cy="0"/>
          </a:xfrm>
          <a:prstGeom prst="line">
            <a:avLst/>
          </a:prstGeom>
          <a:noFill/>
          <a:ln w="10604">
            <a:solidFill>
              <a:srgbClr val="1A1A16"/>
            </a:solidFill>
            <a:prstDash val="solid"/>
          </a:ln>
        </p:spPr>
      </p:sp>
      <p:sp>
        <p:nvSpPr>
          <p:cNvPr id="60" name="Shape 58"/>
          <p:cNvSpPr/>
          <p:nvPr/>
        </p:nvSpPr>
        <p:spPr>
          <a:xfrm>
            <a:off x="4291525" y="3892508"/>
            <a:ext cx="0" cy="70690"/>
          </a:xfrm>
          <a:prstGeom prst="line">
            <a:avLst/>
          </a:prstGeom>
          <a:noFill/>
          <a:ln w="10604">
            <a:solidFill>
              <a:srgbClr val="1A1A16"/>
            </a:solidFill>
            <a:prstDash val="solid"/>
          </a:ln>
        </p:spPr>
      </p:sp>
      <p:sp>
        <p:nvSpPr>
          <p:cNvPr id="61" name="Shape 59"/>
          <p:cNvSpPr/>
          <p:nvPr/>
        </p:nvSpPr>
        <p:spPr>
          <a:xfrm>
            <a:off x="4291525" y="3739346"/>
            <a:ext cx="0" cy="123708"/>
          </a:xfrm>
          <a:prstGeom prst="line">
            <a:avLst/>
          </a:prstGeom>
          <a:noFill/>
          <a:ln w="12960">
            <a:solidFill>
              <a:srgbClr val="31312D"/>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B1B1B0"/>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76CFA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1A1A16"/>
            </a:solidFill>
            <a:prstDash val="solid"/>
          </a:ln>
        </p:spPr>
      </p:sp>
      <p:sp>
        <p:nvSpPr>
          <p:cNvPr id="65" name="Shape 63"/>
          <p:cNvSpPr/>
          <p:nvPr/>
        </p:nvSpPr>
        <p:spPr>
          <a:xfrm>
            <a:off x="4256180" y="4524302"/>
            <a:ext cx="70690" cy="0"/>
          </a:xfrm>
          <a:prstGeom prst="line">
            <a:avLst/>
          </a:prstGeom>
          <a:noFill/>
          <a:ln w="10604">
            <a:solidFill>
              <a:srgbClr val="1A1A16"/>
            </a:solidFill>
            <a:prstDash val="solid"/>
          </a:ln>
        </p:spPr>
      </p:sp>
      <p:sp>
        <p:nvSpPr>
          <p:cNvPr id="66" name="Shape 64"/>
          <p:cNvSpPr/>
          <p:nvPr/>
        </p:nvSpPr>
        <p:spPr>
          <a:xfrm>
            <a:off x="4291525" y="4488957"/>
            <a:ext cx="0" cy="70690"/>
          </a:xfrm>
          <a:prstGeom prst="line">
            <a:avLst/>
          </a:prstGeom>
          <a:noFill/>
          <a:ln w="10604">
            <a:solidFill>
              <a:srgbClr val="1A1A16"/>
            </a:solidFill>
            <a:prstDash val="solid"/>
          </a:ln>
        </p:spPr>
      </p:sp>
      <p:sp>
        <p:nvSpPr>
          <p:cNvPr id="67" name="Shape 65"/>
          <p:cNvSpPr/>
          <p:nvPr/>
        </p:nvSpPr>
        <p:spPr>
          <a:xfrm>
            <a:off x="4291525" y="4335795"/>
            <a:ext cx="0" cy="123708"/>
          </a:xfrm>
          <a:prstGeom prst="line">
            <a:avLst/>
          </a:prstGeom>
          <a:noFill/>
          <a:ln w="12960">
            <a:solidFill>
              <a:srgbClr val="31312D"/>
            </a:solidFill>
            <a:prstDash val="solid"/>
            <a:headEnd type="triangle"/>
          </a:ln>
        </p:spPr>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12960">
            <a:solidFill>
              <a:srgbClr val="B1B1B0"/>
            </a:solidFill>
            <a:prstDash val="solid"/>
          </a:ln>
        </p:spPr>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12960">
            <a:solidFill>
              <a:srgbClr val="F1B0C8"/>
            </a:solidFill>
            <a:prstDash val="solid"/>
          </a:ln>
        </p:spPr>
      </p:sp>
      <p:sp>
        <p:nvSpPr>
          <p:cNvPr id="70" name="Shape 68"/>
          <p:cNvSpPr/>
          <p:nvPr/>
        </p:nvSpPr>
        <p:spPr>
          <a:xfrm>
            <a:off x="1917514" y="5055951"/>
            <a:ext cx="129599" cy="129599"/>
          </a:xfrm>
          <a:prstGeom prst="ellipse">
            <a:avLst/>
          </a:prstGeom>
          <a:solidFill>
            <a:srgbClr val="FFFFFF"/>
          </a:solidFill>
          <a:ln w="16494">
            <a:solidFill>
              <a:srgbClr val="1A1A16"/>
            </a:solidFill>
            <a:prstDash val="solid"/>
          </a:ln>
        </p:spPr>
      </p:sp>
      <p:sp>
        <p:nvSpPr>
          <p:cNvPr id="71" name="Shape 69"/>
          <p:cNvSpPr/>
          <p:nvPr/>
        </p:nvSpPr>
        <p:spPr>
          <a:xfrm>
            <a:off x="1946969" y="5120750"/>
            <a:ext cx="70690" cy="0"/>
          </a:xfrm>
          <a:prstGeom prst="line">
            <a:avLst/>
          </a:prstGeom>
          <a:noFill/>
          <a:ln w="10604">
            <a:solidFill>
              <a:srgbClr val="1A1A16"/>
            </a:solidFill>
            <a:prstDash val="solid"/>
          </a:ln>
        </p:spPr>
      </p:sp>
      <p:sp>
        <p:nvSpPr>
          <p:cNvPr id="72" name="Shape 70"/>
          <p:cNvSpPr/>
          <p:nvPr/>
        </p:nvSpPr>
        <p:spPr>
          <a:xfrm>
            <a:off x="1982314" y="5085405"/>
            <a:ext cx="0" cy="70690"/>
          </a:xfrm>
          <a:prstGeom prst="line">
            <a:avLst/>
          </a:prstGeom>
          <a:noFill/>
          <a:ln w="10604">
            <a:solidFill>
              <a:srgbClr val="1A1A16"/>
            </a:solidFill>
            <a:prstDash val="solid"/>
          </a:ln>
        </p:spPr>
      </p:sp>
      <p:sp>
        <p:nvSpPr>
          <p:cNvPr id="73" name="Shape 71"/>
          <p:cNvSpPr/>
          <p:nvPr/>
        </p:nvSpPr>
        <p:spPr>
          <a:xfrm>
            <a:off x="1982314" y="4932243"/>
            <a:ext cx="0" cy="123708"/>
          </a:xfrm>
          <a:prstGeom prst="line">
            <a:avLst/>
          </a:prstGeom>
          <a:noFill/>
          <a:ln w="16494">
            <a:solidFill>
              <a:srgbClr val="31312D"/>
            </a:solidFill>
            <a:prstDash val="solid"/>
            <a:headEnd type="triangle"/>
          </a:ln>
        </p:spPr>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76CFAF"/>
            </a:solidFill>
            <a:prstDash val="solid"/>
          </a:ln>
        </p:spPr>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4C766"/>
            </a:solidFill>
            <a:prstDash val="solid"/>
          </a:ln>
        </p:spPr>
      </p:sp>
      <p:sp>
        <p:nvSpPr>
          <p:cNvPr id="76" name="Shape 74"/>
          <p:cNvSpPr/>
          <p:nvPr/>
        </p:nvSpPr>
        <p:spPr>
          <a:xfrm>
            <a:off x="1363775" y="5055951"/>
            <a:ext cx="129599" cy="129599"/>
          </a:xfrm>
          <a:prstGeom prst="ellipse">
            <a:avLst/>
          </a:prstGeom>
          <a:solidFill>
            <a:srgbClr val="FFFFFF"/>
          </a:solidFill>
          <a:ln w="11782">
            <a:solidFill>
              <a:srgbClr val="1A1A16"/>
            </a:solidFill>
            <a:prstDash val="solid"/>
          </a:ln>
        </p:spPr>
      </p:sp>
      <p:sp>
        <p:nvSpPr>
          <p:cNvPr id="77" name="Shape 75"/>
          <p:cNvSpPr/>
          <p:nvPr/>
        </p:nvSpPr>
        <p:spPr>
          <a:xfrm>
            <a:off x="1393229" y="5120750"/>
            <a:ext cx="70690" cy="0"/>
          </a:xfrm>
          <a:prstGeom prst="line">
            <a:avLst/>
          </a:prstGeom>
          <a:noFill/>
          <a:ln w="10604">
            <a:solidFill>
              <a:srgbClr val="1A1A16"/>
            </a:solidFill>
            <a:prstDash val="solid"/>
          </a:ln>
        </p:spPr>
      </p:sp>
      <p:sp>
        <p:nvSpPr>
          <p:cNvPr id="78" name="Shape 76"/>
          <p:cNvSpPr/>
          <p:nvPr/>
        </p:nvSpPr>
        <p:spPr>
          <a:xfrm>
            <a:off x="1428574" y="5085405"/>
            <a:ext cx="0" cy="70690"/>
          </a:xfrm>
          <a:prstGeom prst="line">
            <a:avLst/>
          </a:prstGeom>
          <a:noFill/>
          <a:ln w="10604">
            <a:solidFill>
              <a:srgbClr val="1A1A16"/>
            </a:solidFill>
            <a:prstDash val="solid"/>
          </a:ln>
        </p:spPr>
      </p:sp>
      <p:sp>
        <p:nvSpPr>
          <p:cNvPr id="79" name="Shape 77"/>
          <p:cNvSpPr/>
          <p:nvPr/>
        </p:nvSpPr>
        <p:spPr>
          <a:xfrm>
            <a:off x="1428574" y="4932243"/>
            <a:ext cx="0" cy="123708"/>
          </a:xfrm>
          <a:prstGeom prst="line">
            <a:avLst/>
          </a:prstGeom>
          <a:noFill/>
          <a:ln w="12960">
            <a:solidFill>
              <a:srgbClr val="31312D"/>
            </a:solidFill>
            <a:prstDash val="solid"/>
            <a:headEnd type="triangle"/>
          </a:ln>
        </p:spPr>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B1B1B0"/>
            </a:solidFill>
            <a:prstDash val="solid"/>
          </a:ln>
        </p:spPr>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82" name="Shape 80"/>
          <p:cNvSpPr/>
          <p:nvPr/>
        </p:nvSpPr>
        <p:spPr>
          <a:xfrm>
            <a:off x="5705328" y="2670158"/>
            <a:ext cx="129599" cy="129599"/>
          </a:xfrm>
          <a:prstGeom prst="ellipse">
            <a:avLst/>
          </a:prstGeom>
          <a:solidFill>
            <a:srgbClr val="FFFFFF"/>
          </a:solidFill>
          <a:ln w="11782">
            <a:solidFill>
              <a:srgbClr val="1A1A16"/>
            </a:solidFill>
            <a:prstDash val="solid"/>
          </a:ln>
        </p:spPr>
      </p:sp>
      <p:sp>
        <p:nvSpPr>
          <p:cNvPr id="83" name="Shape 81"/>
          <p:cNvSpPr/>
          <p:nvPr/>
        </p:nvSpPr>
        <p:spPr>
          <a:xfrm>
            <a:off x="5734783" y="2734957"/>
            <a:ext cx="70690" cy="0"/>
          </a:xfrm>
          <a:prstGeom prst="line">
            <a:avLst/>
          </a:prstGeom>
          <a:noFill/>
          <a:ln w="10604">
            <a:solidFill>
              <a:srgbClr val="1A1A16"/>
            </a:solidFill>
            <a:prstDash val="solid"/>
          </a:ln>
        </p:spPr>
      </p:sp>
      <p:sp>
        <p:nvSpPr>
          <p:cNvPr id="84" name="Shape 82"/>
          <p:cNvSpPr/>
          <p:nvPr/>
        </p:nvSpPr>
        <p:spPr>
          <a:xfrm>
            <a:off x="5770128" y="2699612"/>
            <a:ext cx="0" cy="70690"/>
          </a:xfrm>
          <a:prstGeom prst="line">
            <a:avLst/>
          </a:prstGeom>
          <a:noFill/>
          <a:ln w="10604">
            <a:solidFill>
              <a:srgbClr val="1A1A16"/>
            </a:solidFill>
            <a:prstDash val="solid"/>
          </a:ln>
        </p:spPr>
      </p:sp>
      <p:sp>
        <p:nvSpPr>
          <p:cNvPr id="85" name="Shape 83"/>
          <p:cNvSpPr/>
          <p:nvPr/>
        </p:nvSpPr>
        <p:spPr>
          <a:xfrm>
            <a:off x="5770128" y="2546450"/>
            <a:ext cx="0" cy="123708"/>
          </a:xfrm>
          <a:prstGeom prst="line">
            <a:avLst/>
          </a:prstGeom>
          <a:noFill/>
          <a:ln w="12960">
            <a:solidFill>
              <a:srgbClr val="31312D"/>
            </a:solidFill>
            <a:prstDash val="solid"/>
            <a:headEnd type="triangle"/>
          </a:ln>
        </p:spPr>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B1B1B0"/>
            </a:solidFill>
            <a:prstDash val="solid"/>
          </a:ln>
        </p:spPr>
      </p:sp>
      <p:sp>
        <p:nvSpPr>
          <p:cNvPr id="87" name="Shape 85"/>
          <p:cNvSpPr/>
          <p:nvPr/>
        </p:nvSpPr>
        <p:spPr>
          <a:xfrm>
            <a:off x="5705328" y="3266606"/>
            <a:ext cx="129599" cy="129599"/>
          </a:xfrm>
          <a:prstGeom prst="ellipse">
            <a:avLst/>
          </a:prstGeom>
          <a:solidFill>
            <a:srgbClr val="FFFFFF"/>
          </a:solidFill>
          <a:ln w="11782">
            <a:solidFill>
              <a:srgbClr val="1A1A16"/>
            </a:solidFill>
            <a:prstDash val="solid"/>
          </a:ln>
        </p:spPr>
      </p:sp>
      <p:sp>
        <p:nvSpPr>
          <p:cNvPr id="88" name="Shape 86"/>
          <p:cNvSpPr/>
          <p:nvPr/>
        </p:nvSpPr>
        <p:spPr>
          <a:xfrm>
            <a:off x="5734783" y="3331405"/>
            <a:ext cx="70690" cy="0"/>
          </a:xfrm>
          <a:prstGeom prst="line">
            <a:avLst/>
          </a:prstGeom>
          <a:noFill/>
          <a:ln w="10604">
            <a:solidFill>
              <a:srgbClr val="1A1A16"/>
            </a:solidFill>
            <a:prstDash val="solid"/>
          </a:ln>
        </p:spPr>
      </p:sp>
      <p:sp>
        <p:nvSpPr>
          <p:cNvPr id="89" name="Shape 87"/>
          <p:cNvSpPr/>
          <p:nvPr/>
        </p:nvSpPr>
        <p:spPr>
          <a:xfrm>
            <a:off x="5770128" y="3296060"/>
            <a:ext cx="0" cy="70690"/>
          </a:xfrm>
          <a:prstGeom prst="line">
            <a:avLst/>
          </a:prstGeom>
          <a:noFill/>
          <a:ln w="10604">
            <a:solidFill>
              <a:srgbClr val="1A1A16"/>
            </a:solidFill>
            <a:prstDash val="solid"/>
          </a:ln>
        </p:spPr>
      </p:sp>
      <p:sp>
        <p:nvSpPr>
          <p:cNvPr id="90" name="Shape 88"/>
          <p:cNvSpPr/>
          <p:nvPr/>
        </p:nvSpPr>
        <p:spPr>
          <a:xfrm>
            <a:off x="5770128" y="3142898"/>
            <a:ext cx="0" cy="123708"/>
          </a:xfrm>
          <a:prstGeom prst="line">
            <a:avLst/>
          </a:prstGeom>
          <a:noFill/>
          <a:ln w="12960">
            <a:solidFill>
              <a:srgbClr val="31312D"/>
            </a:solidFill>
            <a:prstDash val="solid"/>
            <a:headEnd type="triangle"/>
          </a:ln>
        </p:spPr>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B1B1B0"/>
            </a:solidFill>
            <a:prstDash val="solid"/>
          </a:ln>
        </p:spPr>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7FAEE6"/>
            </a:solidFill>
            <a:prstDash val="solid"/>
          </a:ln>
        </p:spPr>
      </p:sp>
      <p:sp>
        <p:nvSpPr>
          <p:cNvPr id="93" name="Shape 91"/>
          <p:cNvSpPr/>
          <p:nvPr/>
        </p:nvSpPr>
        <p:spPr>
          <a:xfrm>
            <a:off x="9858375" y="2670158"/>
            <a:ext cx="129599" cy="129599"/>
          </a:xfrm>
          <a:prstGeom prst="ellipse">
            <a:avLst/>
          </a:prstGeom>
          <a:solidFill>
            <a:srgbClr val="FFFFFF"/>
          </a:solidFill>
          <a:ln w="11782">
            <a:solidFill>
              <a:srgbClr val="1A1A16"/>
            </a:solidFill>
            <a:prstDash val="solid"/>
          </a:ln>
        </p:spPr>
      </p:sp>
      <p:sp>
        <p:nvSpPr>
          <p:cNvPr id="94" name="Shape 92"/>
          <p:cNvSpPr/>
          <p:nvPr/>
        </p:nvSpPr>
        <p:spPr>
          <a:xfrm>
            <a:off x="9887829" y="2734957"/>
            <a:ext cx="70690" cy="0"/>
          </a:xfrm>
          <a:prstGeom prst="line">
            <a:avLst/>
          </a:prstGeom>
          <a:noFill/>
          <a:ln w="10604">
            <a:solidFill>
              <a:srgbClr val="1A1A16"/>
            </a:solidFill>
            <a:prstDash val="solid"/>
          </a:ln>
        </p:spPr>
      </p:sp>
      <p:sp>
        <p:nvSpPr>
          <p:cNvPr id="95" name="Shape 93"/>
          <p:cNvSpPr/>
          <p:nvPr/>
        </p:nvSpPr>
        <p:spPr>
          <a:xfrm>
            <a:off x="9923174" y="2699612"/>
            <a:ext cx="0" cy="70690"/>
          </a:xfrm>
          <a:prstGeom prst="line">
            <a:avLst/>
          </a:prstGeom>
          <a:noFill/>
          <a:ln w="10604">
            <a:solidFill>
              <a:srgbClr val="1A1A16"/>
            </a:solidFill>
            <a:prstDash val="solid"/>
          </a:ln>
        </p:spPr>
      </p:sp>
      <p:sp>
        <p:nvSpPr>
          <p:cNvPr id="96" name="Shape 94"/>
          <p:cNvSpPr/>
          <p:nvPr/>
        </p:nvSpPr>
        <p:spPr>
          <a:xfrm>
            <a:off x="9923174" y="2546450"/>
            <a:ext cx="0" cy="123708"/>
          </a:xfrm>
          <a:prstGeom prst="line">
            <a:avLst/>
          </a:prstGeom>
          <a:noFill/>
          <a:ln w="12960">
            <a:solidFill>
              <a:srgbClr val="31312D"/>
            </a:solidFill>
            <a:prstDash val="solid"/>
            <a:headEnd type="triangle"/>
          </a:ln>
        </p:spPr>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B1B1B0"/>
            </a:solidFill>
            <a:prstDash val="solid"/>
          </a:ln>
        </p:spPr>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9289CA"/>
            </a:solidFill>
            <a:prstDash val="solid"/>
          </a:ln>
        </p:spPr>
      </p:sp>
      <p:sp>
        <p:nvSpPr>
          <p:cNvPr id="100" name="Shape 98"/>
          <p:cNvSpPr/>
          <p:nvPr/>
        </p:nvSpPr>
        <p:spPr>
          <a:xfrm>
            <a:off x="3672987" y="4459502"/>
            <a:ext cx="129599" cy="129599"/>
          </a:xfrm>
          <a:prstGeom prst="ellipse">
            <a:avLst/>
          </a:prstGeom>
          <a:solidFill>
            <a:srgbClr val="FFFFFF"/>
          </a:solidFill>
          <a:ln w="11782">
            <a:solidFill>
              <a:srgbClr val="1A1A16"/>
            </a:solidFill>
            <a:prstDash val="solid"/>
          </a:ln>
        </p:spPr>
      </p:sp>
      <p:sp>
        <p:nvSpPr>
          <p:cNvPr id="101" name="Shape 99"/>
          <p:cNvSpPr/>
          <p:nvPr/>
        </p:nvSpPr>
        <p:spPr>
          <a:xfrm>
            <a:off x="3702441" y="4524302"/>
            <a:ext cx="70690" cy="0"/>
          </a:xfrm>
          <a:prstGeom prst="line">
            <a:avLst/>
          </a:prstGeom>
          <a:noFill/>
          <a:ln w="10604">
            <a:solidFill>
              <a:srgbClr val="1A1A16"/>
            </a:solidFill>
            <a:prstDash val="solid"/>
          </a:ln>
        </p:spPr>
      </p:sp>
      <p:sp>
        <p:nvSpPr>
          <p:cNvPr id="102" name="Shape 100"/>
          <p:cNvSpPr/>
          <p:nvPr/>
        </p:nvSpPr>
        <p:spPr>
          <a:xfrm>
            <a:off x="3737786" y="4488957"/>
            <a:ext cx="0" cy="70690"/>
          </a:xfrm>
          <a:prstGeom prst="line">
            <a:avLst/>
          </a:prstGeom>
          <a:noFill/>
          <a:ln w="10604">
            <a:solidFill>
              <a:srgbClr val="1A1A16"/>
            </a:solidFill>
            <a:prstDash val="solid"/>
          </a:ln>
        </p:spPr>
      </p:sp>
      <p:sp>
        <p:nvSpPr>
          <p:cNvPr id="103" name="Shape 101"/>
          <p:cNvSpPr/>
          <p:nvPr/>
        </p:nvSpPr>
        <p:spPr>
          <a:xfrm>
            <a:off x="3737786" y="4335795"/>
            <a:ext cx="0" cy="123708"/>
          </a:xfrm>
          <a:prstGeom prst="line">
            <a:avLst/>
          </a:prstGeom>
          <a:noFill/>
          <a:ln w="12960">
            <a:solidFill>
              <a:srgbClr val="31312D"/>
            </a:solidFill>
            <a:prstDash val="solid"/>
            <a:headEnd type="triangle"/>
          </a:ln>
        </p:spPr>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B1B1B0"/>
            </a:solidFill>
            <a:prstDash val="solid"/>
          </a:ln>
        </p:spPr>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9289CA"/>
            </a:solidFill>
            <a:prstDash val="solid"/>
          </a:ln>
        </p:spPr>
      </p:sp>
      <p:sp>
        <p:nvSpPr>
          <p:cNvPr id="107" name="Shape 105"/>
          <p:cNvSpPr/>
          <p:nvPr/>
        </p:nvSpPr>
        <p:spPr>
          <a:xfrm>
            <a:off x="3119247" y="4459502"/>
            <a:ext cx="129599" cy="129599"/>
          </a:xfrm>
          <a:prstGeom prst="ellipse">
            <a:avLst/>
          </a:prstGeom>
          <a:solidFill>
            <a:srgbClr val="FFFFFF"/>
          </a:solidFill>
          <a:ln w="11782">
            <a:solidFill>
              <a:srgbClr val="1A1A16"/>
            </a:solidFill>
            <a:prstDash val="solid"/>
          </a:ln>
        </p:spPr>
      </p:sp>
      <p:sp>
        <p:nvSpPr>
          <p:cNvPr id="108" name="Shape 106"/>
          <p:cNvSpPr/>
          <p:nvPr/>
        </p:nvSpPr>
        <p:spPr>
          <a:xfrm>
            <a:off x="3148701" y="4524302"/>
            <a:ext cx="70690" cy="0"/>
          </a:xfrm>
          <a:prstGeom prst="line">
            <a:avLst/>
          </a:prstGeom>
          <a:noFill/>
          <a:ln w="10604">
            <a:solidFill>
              <a:srgbClr val="1A1A16"/>
            </a:solidFill>
            <a:prstDash val="solid"/>
          </a:ln>
        </p:spPr>
      </p:sp>
      <p:sp>
        <p:nvSpPr>
          <p:cNvPr id="109" name="Shape 107"/>
          <p:cNvSpPr/>
          <p:nvPr/>
        </p:nvSpPr>
        <p:spPr>
          <a:xfrm>
            <a:off x="3184046" y="4488957"/>
            <a:ext cx="0" cy="70690"/>
          </a:xfrm>
          <a:prstGeom prst="line">
            <a:avLst/>
          </a:prstGeom>
          <a:noFill/>
          <a:ln w="10604">
            <a:solidFill>
              <a:srgbClr val="1A1A16"/>
            </a:solidFill>
            <a:prstDash val="solid"/>
          </a:ln>
        </p:spPr>
      </p:sp>
      <p:sp>
        <p:nvSpPr>
          <p:cNvPr id="110" name="Shape 108"/>
          <p:cNvSpPr/>
          <p:nvPr/>
        </p:nvSpPr>
        <p:spPr>
          <a:xfrm>
            <a:off x="3184046" y="4335795"/>
            <a:ext cx="0" cy="123708"/>
          </a:xfrm>
          <a:prstGeom prst="line">
            <a:avLst/>
          </a:prstGeom>
          <a:noFill/>
          <a:ln w="12960">
            <a:solidFill>
              <a:srgbClr val="31312D"/>
            </a:solidFill>
            <a:prstDash val="solid"/>
            <a:headEnd type="triangle"/>
          </a:ln>
        </p:spPr>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B1B1B0"/>
            </a:solidFill>
            <a:prstDash val="solid"/>
          </a:ln>
        </p:spPr>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B1B1B0"/>
            </a:solidFill>
            <a:prstDash val="solid"/>
          </a:ln>
        </p:spPr>
      </p:sp>
      <p:sp>
        <p:nvSpPr>
          <p:cNvPr id="113" name="Shape 111"/>
          <p:cNvSpPr/>
          <p:nvPr/>
        </p:nvSpPr>
        <p:spPr>
          <a:xfrm>
            <a:off x="5705328" y="2073710"/>
            <a:ext cx="129599" cy="129599"/>
          </a:xfrm>
          <a:prstGeom prst="ellipse">
            <a:avLst/>
          </a:prstGeom>
          <a:solidFill>
            <a:srgbClr val="FFFFFF"/>
          </a:solidFill>
          <a:ln w="11782">
            <a:solidFill>
              <a:srgbClr val="1A1A16"/>
            </a:solidFill>
            <a:prstDash val="solid"/>
          </a:ln>
        </p:spPr>
      </p:sp>
      <p:sp>
        <p:nvSpPr>
          <p:cNvPr id="114" name="Shape 112"/>
          <p:cNvSpPr/>
          <p:nvPr/>
        </p:nvSpPr>
        <p:spPr>
          <a:xfrm>
            <a:off x="5734783" y="2138509"/>
            <a:ext cx="70690" cy="0"/>
          </a:xfrm>
          <a:prstGeom prst="line">
            <a:avLst/>
          </a:prstGeom>
          <a:noFill/>
          <a:ln w="10604">
            <a:solidFill>
              <a:srgbClr val="1A1A16"/>
            </a:solidFill>
            <a:prstDash val="solid"/>
          </a:ln>
        </p:spPr>
      </p:sp>
      <p:sp>
        <p:nvSpPr>
          <p:cNvPr id="115" name="Shape 113"/>
          <p:cNvSpPr/>
          <p:nvPr/>
        </p:nvSpPr>
        <p:spPr>
          <a:xfrm>
            <a:off x="5770128" y="2103164"/>
            <a:ext cx="0" cy="70690"/>
          </a:xfrm>
          <a:prstGeom prst="line">
            <a:avLst/>
          </a:prstGeom>
          <a:noFill/>
          <a:ln w="10604">
            <a:solidFill>
              <a:srgbClr val="1A1A16"/>
            </a:solidFill>
            <a:prstDash val="solid"/>
          </a:ln>
        </p:spPr>
      </p:sp>
      <p:sp>
        <p:nvSpPr>
          <p:cNvPr id="116" name="Shape 114"/>
          <p:cNvSpPr/>
          <p:nvPr/>
        </p:nvSpPr>
        <p:spPr>
          <a:xfrm>
            <a:off x="5770128" y="1950002"/>
            <a:ext cx="0" cy="123708"/>
          </a:xfrm>
          <a:prstGeom prst="line">
            <a:avLst/>
          </a:prstGeom>
          <a:noFill/>
          <a:ln w="12960">
            <a:solidFill>
              <a:srgbClr val="31312D"/>
            </a:solidFill>
            <a:prstDash val="solid"/>
            <a:headEnd type="triangle"/>
          </a:ln>
        </p:spPr>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B1B1B0"/>
            </a:solidFill>
            <a:prstDash val="solid"/>
          </a:ln>
        </p:spPr>
      </p:sp>
      <p:sp>
        <p:nvSpPr>
          <p:cNvPr id="118" name="Shape 116"/>
          <p:cNvSpPr/>
          <p:nvPr/>
        </p:nvSpPr>
        <p:spPr>
          <a:xfrm>
            <a:off x="7767125" y="3266606"/>
            <a:ext cx="129599" cy="129599"/>
          </a:xfrm>
          <a:prstGeom prst="ellipse">
            <a:avLst/>
          </a:prstGeom>
          <a:solidFill>
            <a:srgbClr val="FFFFFF"/>
          </a:solidFill>
          <a:ln w="11782">
            <a:solidFill>
              <a:srgbClr val="1A1A16"/>
            </a:solidFill>
            <a:prstDash val="solid"/>
          </a:ln>
        </p:spPr>
      </p:sp>
      <p:sp>
        <p:nvSpPr>
          <p:cNvPr id="119" name="Shape 117"/>
          <p:cNvSpPr/>
          <p:nvPr/>
        </p:nvSpPr>
        <p:spPr>
          <a:xfrm>
            <a:off x="7796579" y="3331405"/>
            <a:ext cx="70690" cy="0"/>
          </a:xfrm>
          <a:prstGeom prst="line">
            <a:avLst/>
          </a:prstGeom>
          <a:noFill/>
          <a:ln w="10604">
            <a:solidFill>
              <a:srgbClr val="1A1A16"/>
            </a:solidFill>
            <a:prstDash val="solid"/>
          </a:ln>
        </p:spPr>
      </p:sp>
      <p:sp>
        <p:nvSpPr>
          <p:cNvPr id="120" name="Shape 118"/>
          <p:cNvSpPr/>
          <p:nvPr/>
        </p:nvSpPr>
        <p:spPr>
          <a:xfrm>
            <a:off x="7831924" y="3296060"/>
            <a:ext cx="0" cy="70690"/>
          </a:xfrm>
          <a:prstGeom prst="line">
            <a:avLst/>
          </a:prstGeom>
          <a:noFill/>
          <a:ln w="10604">
            <a:solidFill>
              <a:srgbClr val="1A1A16"/>
            </a:solidFill>
            <a:prstDash val="solid"/>
          </a:ln>
        </p:spPr>
      </p:sp>
      <p:sp>
        <p:nvSpPr>
          <p:cNvPr id="121" name="Shape 119"/>
          <p:cNvSpPr/>
          <p:nvPr/>
        </p:nvSpPr>
        <p:spPr>
          <a:xfrm>
            <a:off x="7831924" y="3142898"/>
            <a:ext cx="0" cy="123708"/>
          </a:xfrm>
          <a:prstGeom prst="line">
            <a:avLst/>
          </a:prstGeom>
          <a:noFill/>
          <a:ln w="12960">
            <a:solidFill>
              <a:srgbClr val="31312D"/>
            </a:solidFill>
            <a:prstDash val="solid"/>
            <a:headEnd type="triangle"/>
          </a:ln>
        </p:spPr>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B1B1B0"/>
            </a:solidFill>
            <a:prstDash val="solid"/>
          </a:ln>
        </p:spPr>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B1B1B0"/>
            </a:solidFill>
            <a:prstDash val="solid"/>
          </a:ln>
        </p:spPr>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66B566"/>
            </a:solidFill>
            <a:prstDash val="solid"/>
          </a:ln>
        </p:spPr>
      </p:sp>
      <p:sp>
        <p:nvSpPr>
          <p:cNvPr id="126" name="Shape 124"/>
          <p:cNvSpPr/>
          <p:nvPr/>
        </p:nvSpPr>
        <p:spPr>
          <a:xfrm>
            <a:off x="8043994" y="2670158"/>
            <a:ext cx="129599" cy="129599"/>
          </a:xfrm>
          <a:prstGeom prst="ellipse">
            <a:avLst/>
          </a:prstGeom>
          <a:solidFill>
            <a:srgbClr val="FFFFFF"/>
          </a:solidFill>
          <a:ln w="11782">
            <a:solidFill>
              <a:srgbClr val="1A1A16"/>
            </a:solidFill>
            <a:prstDash val="solid"/>
          </a:ln>
        </p:spPr>
      </p:sp>
      <p:sp>
        <p:nvSpPr>
          <p:cNvPr id="127" name="Shape 125"/>
          <p:cNvSpPr/>
          <p:nvPr/>
        </p:nvSpPr>
        <p:spPr>
          <a:xfrm>
            <a:off x="8073449" y="2734957"/>
            <a:ext cx="70690" cy="0"/>
          </a:xfrm>
          <a:prstGeom prst="line">
            <a:avLst/>
          </a:prstGeom>
          <a:noFill/>
          <a:ln w="10604">
            <a:solidFill>
              <a:srgbClr val="1A1A16"/>
            </a:solidFill>
            <a:prstDash val="solid"/>
          </a:ln>
        </p:spPr>
      </p:sp>
      <p:sp>
        <p:nvSpPr>
          <p:cNvPr id="128" name="Shape 126"/>
          <p:cNvSpPr/>
          <p:nvPr/>
        </p:nvSpPr>
        <p:spPr>
          <a:xfrm>
            <a:off x="8108794" y="2699612"/>
            <a:ext cx="0" cy="70690"/>
          </a:xfrm>
          <a:prstGeom prst="line">
            <a:avLst/>
          </a:prstGeom>
          <a:noFill/>
          <a:ln w="10604">
            <a:solidFill>
              <a:srgbClr val="1A1A16"/>
            </a:solidFill>
            <a:prstDash val="solid"/>
          </a:ln>
        </p:spPr>
      </p:sp>
      <p:sp>
        <p:nvSpPr>
          <p:cNvPr id="129" name="Shape 127"/>
          <p:cNvSpPr/>
          <p:nvPr/>
        </p:nvSpPr>
        <p:spPr>
          <a:xfrm>
            <a:off x="8108794" y="2546450"/>
            <a:ext cx="0" cy="123708"/>
          </a:xfrm>
          <a:prstGeom prst="line">
            <a:avLst/>
          </a:prstGeom>
          <a:noFill/>
          <a:ln w="12960">
            <a:solidFill>
              <a:srgbClr val="31312D"/>
            </a:solidFill>
            <a:prstDash val="solid"/>
            <a:headEnd type="triangle"/>
          </a:ln>
        </p:spPr>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B1B1B0"/>
            </a:solidFill>
            <a:prstDash val="solid"/>
          </a:ln>
        </p:spPr>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B1B1B0"/>
            </a:solidFill>
            <a:prstDash val="solid"/>
          </a:ln>
        </p:spPr>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B1B1B0"/>
            </a:solidFill>
            <a:prstDash val="solid"/>
          </a:ln>
        </p:spPr>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B1B1B0"/>
            </a:solidFill>
            <a:prstDash val="solid"/>
          </a:ln>
        </p:spPr>
      </p:sp>
      <p:sp>
        <p:nvSpPr>
          <p:cNvPr id="134" name="Shape 132"/>
          <p:cNvSpPr/>
          <p:nvPr/>
        </p:nvSpPr>
        <p:spPr>
          <a:xfrm>
            <a:off x="7767125" y="2073710"/>
            <a:ext cx="129599" cy="129599"/>
          </a:xfrm>
          <a:prstGeom prst="ellipse">
            <a:avLst/>
          </a:prstGeom>
          <a:solidFill>
            <a:srgbClr val="FFFFFF"/>
          </a:solidFill>
          <a:ln w="11782">
            <a:solidFill>
              <a:srgbClr val="1A1A16"/>
            </a:solidFill>
            <a:prstDash val="solid"/>
          </a:ln>
        </p:spPr>
      </p:sp>
      <p:sp>
        <p:nvSpPr>
          <p:cNvPr id="135" name="Shape 133"/>
          <p:cNvSpPr/>
          <p:nvPr/>
        </p:nvSpPr>
        <p:spPr>
          <a:xfrm>
            <a:off x="7796579" y="2138509"/>
            <a:ext cx="70690" cy="0"/>
          </a:xfrm>
          <a:prstGeom prst="line">
            <a:avLst/>
          </a:prstGeom>
          <a:noFill/>
          <a:ln w="10604">
            <a:solidFill>
              <a:srgbClr val="1A1A16"/>
            </a:solidFill>
            <a:prstDash val="solid"/>
          </a:ln>
        </p:spPr>
      </p:sp>
      <p:sp>
        <p:nvSpPr>
          <p:cNvPr id="136" name="Shape 134"/>
          <p:cNvSpPr/>
          <p:nvPr/>
        </p:nvSpPr>
        <p:spPr>
          <a:xfrm>
            <a:off x="7831924" y="2103164"/>
            <a:ext cx="0" cy="70690"/>
          </a:xfrm>
          <a:prstGeom prst="line">
            <a:avLst/>
          </a:prstGeom>
          <a:noFill/>
          <a:ln w="10604">
            <a:solidFill>
              <a:srgbClr val="1A1A16"/>
            </a:solidFill>
            <a:prstDash val="solid"/>
          </a:ln>
        </p:spPr>
      </p:sp>
      <p:sp>
        <p:nvSpPr>
          <p:cNvPr id="137" name="Shape 135"/>
          <p:cNvSpPr/>
          <p:nvPr/>
        </p:nvSpPr>
        <p:spPr>
          <a:xfrm>
            <a:off x="7831924" y="1950002"/>
            <a:ext cx="0" cy="123708"/>
          </a:xfrm>
          <a:prstGeom prst="line">
            <a:avLst/>
          </a:prstGeom>
          <a:noFill/>
          <a:ln w="12960">
            <a:solidFill>
              <a:srgbClr val="31312D"/>
            </a:solidFill>
            <a:prstDash val="solid"/>
            <a:headEnd type="triangle"/>
          </a:ln>
        </p:spPr>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B1B1B0"/>
            </a:solidFill>
            <a:prstDash val="solid"/>
          </a:ln>
        </p:spPr>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B1B1B0"/>
            </a:solidFill>
            <a:prstDash val="solid"/>
          </a:ln>
        </p:spPr>
      </p:sp>
      <p:sp>
        <p:nvSpPr>
          <p:cNvPr id="140" name="Shape 138"/>
          <p:cNvSpPr/>
          <p:nvPr/>
        </p:nvSpPr>
        <p:spPr>
          <a:xfrm>
            <a:off x="5428459" y="3863054"/>
            <a:ext cx="129599" cy="129599"/>
          </a:xfrm>
          <a:prstGeom prst="ellipse">
            <a:avLst/>
          </a:prstGeom>
          <a:solidFill>
            <a:srgbClr val="FFFFFF"/>
          </a:solidFill>
          <a:ln w="11782">
            <a:solidFill>
              <a:srgbClr val="1A1A16"/>
            </a:solidFill>
            <a:prstDash val="solid"/>
          </a:ln>
        </p:spPr>
      </p:sp>
      <p:sp>
        <p:nvSpPr>
          <p:cNvPr id="141" name="Shape 139"/>
          <p:cNvSpPr/>
          <p:nvPr/>
        </p:nvSpPr>
        <p:spPr>
          <a:xfrm>
            <a:off x="5457913" y="3927854"/>
            <a:ext cx="70690" cy="0"/>
          </a:xfrm>
          <a:prstGeom prst="line">
            <a:avLst/>
          </a:prstGeom>
          <a:noFill/>
          <a:ln w="10604">
            <a:solidFill>
              <a:srgbClr val="1A1A16"/>
            </a:solidFill>
            <a:prstDash val="solid"/>
          </a:ln>
        </p:spPr>
      </p:sp>
      <p:sp>
        <p:nvSpPr>
          <p:cNvPr id="142" name="Shape 140"/>
          <p:cNvSpPr/>
          <p:nvPr/>
        </p:nvSpPr>
        <p:spPr>
          <a:xfrm>
            <a:off x="5493258" y="3892508"/>
            <a:ext cx="0" cy="70690"/>
          </a:xfrm>
          <a:prstGeom prst="line">
            <a:avLst/>
          </a:prstGeom>
          <a:noFill/>
          <a:ln w="10604">
            <a:solidFill>
              <a:srgbClr val="1A1A16"/>
            </a:solidFill>
            <a:prstDash val="solid"/>
          </a:ln>
        </p:spPr>
      </p:sp>
      <p:sp>
        <p:nvSpPr>
          <p:cNvPr id="143" name="Shape 141"/>
          <p:cNvSpPr/>
          <p:nvPr/>
        </p:nvSpPr>
        <p:spPr>
          <a:xfrm>
            <a:off x="5493258" y="3739346"/>
            <a:ext cx="0" cy="123708"/>
          </a:xfrm>
          <a:prstGeom prst="line">
            <a:avLst/>
          </a:prstGeom>
          <a:noFill/>
          <a:ln w="12960">
            <a:solidFill>
              <a:srgbClr val="31312D"/>
            </a:solidFill>
            <a:prstDash val="solid"/>
            <a:headEnd type="triangle"/>
          </a:ln>
        </p:spPr>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B1B1B0"/>
            </a:solidFill>
            <a:prstDash val="solid"/>
          </a:ln>
        </p:spPr>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B1B1B0"/>
            </a:solidFill>
            <a:prstDash val="solid"/>
          </a:ln>
        </p:spPr>
      </p:sp>
      <p:sp>
        <p:nvSpPr>
          <p:cNvPr id="146" name="Shape 144"/>
          <p:cNvSpPr/>
          <p:nvPr/>
        </p:nvSpPr>
        <p:spPr>
          <a:xfrm>
            <a:off x="7490255" y="2670158"/>
            <a:ext cx="129599" cy="129599"/>
          </a:xfrm>
          <a:prstGeom prst="ellipse">
            <a:avLst/>
          </a:prstGeom>
          <a:solidFill>
            <a:srgbClr val="FFFFFF"/>
          </a:solidFill>
          <a:ln w="11782">
            <a:solidFill>
              <a:srgbClr val="1A1A16"/>
            </a:solidFill>
            <a:prstDash val="solid"/>
          </a:ln>
        </p:spPr>
      </p:sp>
      <p:sp>
        <p:nvSpPr>
          <p:cNvPr id="147" name="Shape 145"/>
          <p:cNvSpPr/>
          <p:nvPr/>
        </p:nvSpPr>
        <p:spPr>
          <a:xfrm>
            <a:off x="7519709" y="2734957"/>
            <a:ext cx="70690" cy="0"/>
          </a:xfrm>
          <a:prstGeom prst="line">
            <a:avLst/>
          </a:prstGeom>
          <a:noFill/>
          <a:ln w="10604">
            <a:solidFill>
              <a:srgbClr val="1A1A16"/>
            </a:solidFill>
            <a:prstDash val="solid"/>
          </a:ln>
        </p:spPr>
      </p:sp>
      <p:sp>
        <p:nvSpPr>
          <p:cNvPr id="148" name="Shape 146"/>
          <p:cNvSpPr/>
          <p:nvPr/>
        </p:nvSpPr>
        <p:spPr>
          <a:xfrm>
            <a:off x="7555054" y="2699612"/>
            <a:ext cx="0" cy="70690"/>
          </a:xfrm>
          <a:prstGeom prst="line">
            <a:avLst/>
          </a:prstGeom>
          <a:noFill/>
          <a:ln w="10604">
            <a:solidFill>
              <a:srgbClr val="1A1A16"/>
            </a:solidFill>
            <a:prstDash val="solid"/>
          </a:ln>
        </p:spPr>
      </p:sp>
      <p:sp>
        <p:nvSpPr>
          <p:cNvPr id="149" name="Shape 147"/>
          <p:cNvSpPr/>
          <p:nvPr/>
        </p:nvSpPr>
        <p:spPr>
          <a:xfrm>
            <a:off x="7555054" y="2546450"/>
            <a:ext cx="0" cy="123708"/>
          </a:xfrm>
          <a:prstGeom prst="line">
            <a:avLst/>
          </a:prstGeom>
          <a:noFill/>
          <a:ln w="12960">
            <a:solidFill>
              <a:srgbClr val="31312D"/>
            </a:solidFill>
            <a:prstDash val="solid"/>
            <a:headEnd type="triangle"/>
          </a:ln>
        </p:spPr>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B1B1B0"/>
            </a:solidFill>
            <a:prstDash val="solid"/>
          </a:ln>
        </p:spPr>
      </p:sp>
      <p:sp>
        <p:nvSpPr>
          <p:cNvPr id="151" name="Shape 149"/>
          <p:cNvSpPr/>
          <p:nvPr/>
        </p:nvSpPr>
        <p:spPr>
          <a:xfrm>
            <a:off x="5982198" y="3863054"/>
            <a:ext cx="129599" cy="129599"/>
          </a:xfrm>
          <a:prstGeom prst="ellipse">
            <a:avLst/>
          </a:prstGeom>
          <a:solidFill>
            <a:srgbClr val="FFFFFF"/>
          </a:solidFill>
          <a:ln w="11782">
            <a:solidFill>
              <a:srgbClr val="1A1A16"/>
            </a:solidFill>
            <a:prstDash val="solid"/>
          </a:ln>
        </p:spPr>
      </p:sp>
      <p:sp>
        <p:nvSpPr>
          <p:cNvPr id="152" name="Shape 150"/>
          <p:cNvSpPr/>
          <p:nvPr/>
        </p:nvSpPr>
        <p:spPr>
          <a:xfrm>
            <a:off x="6011652" y="3927854"/>
            <a:ext cx="70690" cy="0"/>
          </a:xfrm>
          <a:prstGeom prst="line">
            <a:avLst/>
          </a:prstGeom>
          <a:noFill/>
          <a:ln w="10604">
            <a:solidFill>
              <a:srgbClr val="1A1A16"/>
            </a:solidFill>
            <a:prstDash val="solid"/>
          </a:ln>
        </p:spPr>
      </p:sp>
      <p:sp>
        <p:nvSpPr>
          <p:cNvPr id="153" name="Shape 151"/>
          <p:cNvSpPr/>
          <p:nvPr/>
        </p:nvSpPr>
        <p:spPr>
          <a:xfrm>
            <a:off x="6046998" y="3892508"/>
            <a:ext cx="0" cy="70690"/>
          </a:xfrm>
          <a:prstGeom prst="line">
            <a:avLst/>
          </a:prstGeom>
          <a:noFill/>
          <a:ln w="10604">
            <a:solidFill>
              <a:srgbClr val="1A1A16"/>
            </a:solidFill>
            <a:prstDash val="solid"/>
          </a:ln>
        </p:spPr>
      </p:sp>
      <p:sp>
        <p:nvSpPr>
          <p:cNvPr id="154" name="Shape 152"/>
          <p:cNvSpPr/>
          <p:nvPr/>
        </p:nvSpPr>
        <p:spPr>
          <a:xfrm>
            <a:off x="6046998" y="3739346"/>
            <a:ext cx="0" cy="123708"/>
          </a:xfrm>
          <a:prstGeom prst="line">
            <a:avLst/>
          </a:prstGeom>
          <a:noFill/>
          <a:ln w="12960">
            <a:solidFill>
              <a:srgbClr val="31312D"/>
            </a:solidFill>
            <a:prstDash val="solid"/>
            <a:headEnd type="triangle"/>
          </a:ln>
        </p:spPr>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B1B1B0"/>
            </a:solidFill>
            <a:prstDash val="solid"/>
          </a:ln>
        </p:spPr>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76CFAF"/>
            </a:solidFill>
            <a:prstDash val="solid"/>
          </a:ln>
        </p:spPr>
      </p:sp>
      <p:sp>
        <p:nvSpPr>
          <p:cNvPr id="157" name="Shape 155"/>
          <p:cNvSpPr/>
          <p:nvPr/>
        </p:nvSpPr>
        <p:spPr>
          <a:xfrm>
            <a:off x="3119247" y="3863054"/>
            <a:ext cx="129599" cy="129599"/>
          </a:xfrm>
          <a:prstGeom prst="ellipse">
            <a:avLst/>
          </a:prstGeom>
          <a:solidFill>
            <a:srgbClr val="FFFFFF"/>
          </a:solidFill>
          <a:ln w="11782">
            <a:solidFill>
              <a:srgbClr val="1A1A16"/>
            </a:solidFill>
            <a:prstDash val="solid"/>
          </a:ln>
        </p:spPr>
      </p:sp>
      <p:sp>
        <p:nvSpPr>
          <p:cNvPr id="158" name="Shape 156"/>
          <p:cNvSpPr/>
          <p:nvPr/>
        </p:nvSpPr>
        <p:spPr>
          <a:xfrm>
            <a:off x="3148701" y="3927854"/>
            <a:ext cx="70690" cy="0"/>
          </a:xfrm>
          <a:prstGeom prst="line">
            <a:avLst/>
          </a:prstGeom>
          <a:noFill/>
          <a:ln w="10604">
            <a:solidFill>
              <a:srgbClr val="1A1A16"/>
            </a:solidFill>
            <a:prstDash val="solid"/>
          </a:ln>
        </p:spPr>
      </p:sp>
      <p:sp>
        <p:nvSpPr>
          <p:cNvPr id="159" name="Shape 157"/>
          <p:cNvSpPr/>
          <p:nvPr/>
        </p:nvSpPr>
        <p:spPr>
          <a:xfrm>
            <a:off x="3184046" y="3892508"/>
            <a:ext cx="0" cy="70690"/>
          </a:xfrm>
          <a:prstGeom prst="line">
            <a:avLst/>
          </a:prstGeom>
          <a:noFill/>
          <a:ln w="10604">
            <a:solidFill>
              <a:srgbClr val="1A1A16"/>
            </a:solidFill>
            <a:prstDash val="solid"/>
          </a:ln>
        </p:spPr>
      </p:sp>
      <p:sp>
        <p:nvSpPr>
          <p:cNvPr id="160" name="Shape 158"/>
          <p:cNvSpPr/>
          <p:nvPr/>
        </p:nvSpPr>
        <p:spPr>
          <a:xfrm>
            <a:off x="3184046" y="3739346"/>
            <a:ext cx="0" cy="123708"/>
          </a:xfrm>
          <a:prstGeom prst="line">
            <a:avLst/>
          </a:prstGeom>
          <a:noFill/>
          <a:ln w="12960">
            <a:solidFill>
              <a:srgbClr val="31312D"/>
            </a:solidFill>
            <a:prstDash val="solid"/>
            <a:headEnd type="triangle"/>
          </a:ln>
        </p:spPr>
      </p:sp>
      <p:sp>
        <p:nvSpPr>
          <p:cNvPr id="161" name="Shape 159"/>
          <p:cNvSpPr/>
          <p:nvPr/>
        </p:nvSpPr>
        <p:spPr>
          <a:xfrm>
            <a:off x="5592813" y="473756"/>
            <a:ext cx="354629" cy="354629"/>
          </a:xfrm>
          <a:prstGeom prst="diamond">
            <a:avLst/>
          </a:prstGeom>
          <a:solidFill>
            <a:srgbClr val="FFFFFF"/>
          </a:solidFill>
          <a:ln w="18851">
            <a:solidFill>
              <a:srgbClr val="1A1A16"/>
            </a:solidFill>
            <a:prstDash val="solid"/>
          </a:ln>
        </p:spPr>
      </p:sp>
      <p:sp>
        <p:nvSpPr>
          <p:cNvPr id="162" name="Shape 160"/>
          <p:cNvSpPr/>
          <p:nvPr/>
        </p:nvSpPr>
        <p:spPr>
          <a:xfrm>
            <a:off x="3659438" y="3555258"/>
            <a:ext cx="156697" cy="156107"/>
          </a:xfrm>
          <a:prstGeom prst="rect">
            <a:avLst/>
          </a:prstGeom>
          <a:solidFill>
            <a:srgbClr val="FFFFFF"/>
          </a:solidFill>
          <a:ln w="12371">
            <a:solidFill>
              <a:srgbClr val="1A1A16"/>
            </a:solidFill>
            <a:prstDash val="solid"/>
          </a:ln>
        </p:spPr>
      </p:sp>
      <p:sp>
        <p:nvSpPr>
          <p:cNvPr id="163" name="Shape 161"/>
          <p:cNvSpPr/>
          <p:nvPr/>
        </p:nvSpPr>
        <p:spPr>
          <a:xfrm>
            <a:off x="7721176" y="1137065"/>
            <a:ext cx="221496" cy="220907"/>
          </a:xfrm>
          <a:prstGeom prst="diamond">
            <a:avLst/>
          </a:prstGeom>
          <a:solidFill>
            <a:srgbClr val="FFFFFF"/>
          </a:solidFill>
          <a:ln w="12371">
            <a:solidFill>
              <a:srgbClr val="1A1A16"/>
            </a:solidFill>
            <a:prstDash val="solid"/>
          </a:ln>
        </p:spPr>
      </p:sp>
      <p:sp>
        <p:nvSpPr>
          <p:cNvPr id="164" name="Shape 162"/>
          <p:cNvSpPr/>
          <p:nvPr/>
        </p:nvSpPr>
        <p:spPr>
          <a:xfrm>
            <a:off x="4180777" y="3522858"/>
            <a:ext cx="221496" cy="220907"/>
          </a:xfrm>
          <a:prstGeom prst="diamond">
            <a:avLst/>
          </a:prstGeom>
          <a:solidFill>
            <a:srgbClr val="FFFFFF"/>
          </a:solidFill>
          <a:ln w="12371">
            <a:solidFill>
              <a:srgbClr val="1A1A16"/>
            </a:solidFill>
            <a:prstDash val="solid"/>
          </a:ln>
        </p:spPr>
      </p:sp>
      <p:sp>
        <p:nvSpPr>
          <p:cNvPr id="165" name="Shape 163"/>
          <p:cNvSpPr/>
          <p:nvPr/>
        </p:nvSpPr>
        <p:spPr>
          <a:xfrm>
            <a:off x="4203163" y="4141397"/>
            <a:ext cx="176725" cy="176725"/>
          </a:xfrm>
          <a:prstGeom prst="ellipse">
            <a:avLst/>
          </a:prstGeom>
          <a:solidFill>
            <a:srgbClr val="FFFFFF"/>
          </a:solidFill>
          <a:ln w="12371">
            <a:solidFill>
              <a:srgbClr val="1A1A16"/>
            </a:solidFill>
            <a:prstDash val="solid"/>
          </a:ln>
        </p:spPr>
      </p:sp>
      <p:sp>
        <p:nvSpPr>
          <p:cNvPr id="166" name="Shape 164"/>
          <p:cNvSpPr/>
          <p:nvPr/>
        </p:nvSpPr>
        <p:spPr>
          <a:xfrm>
            <a:off x="1893951" y="4737845"/>
            <a:ext cx="176725" cy="176725"/>
          </a:xfrm>
          <a:prstGeom prst="ellipse">
            <a:avLst/>
          </a:prstGeom>
          <a:solidFill>
            <a:srgbClr val="FFFFFF"/>
          </a:solidFill>
          <a:ln w="12371">
            <a:solidFill>
              <a:srgbClr val="1A1A16"/>
            </a:solidFill>
            <a:prstDash val="solid"/>
          </a:ln>
        </p:spPr>
      </p:sp>
      <p:sp>
        <p:nvSpPr>
          <p:cNvPr id="167" name="Shape 165"/>
          <p:cNvSpPr/>
          <p:nvPr/>
        </p:nvSpPr>
        <p:spPr>
          <a:xfrm>
            <a:off x="1340211" y="4737845"/>
            <a:ext cx="176725" cy="176725"/>
          </a:xfrm>
          <a:prstGeom prst="ellipse">
            <a:avLst/>
          </a:prstGeom>
          <a:solidFill>
            <a:srgbClr val="FFFFFF"/>
          </a:solidFill>
          <a:ln w="12371">
            <a:solidFill>
              <a:srgbClr val="1A1A16"/>
            </a:solidFill>
            <a:prstDash val="solid"/>
          </a:ln>
        </p:spPr>
      </p:sp>
      <p:sp>
        <p:nvSpPr>
          <p:cNvPr id="168" name="Shape 166"/>
          <p:cNvSpPr/>
          <p:nvPr/>
        </p:nvSpPr>
        <p:spPr>
          <a:xfrm>
            <a:off x="7714107" y="3515494"/>
            <a:ext cx="235634" cy="235634"/>
          </a:xfrm>
          <a:prstGeom prst="ellipse">
            <a:avLst/>
          </a:prstGeom>
          <a:solidFill>
            <a:srgbClr val="FFFFFF"/>
          </a:solidFill>
          <a:ln w="12371">
            <a:solidFill>
              <a:srgbClr val="1A1A16"/>
            </a:solidFill>
            <a:prstDash val="solid"/>
          </a:ln>
        </p:spPr>
      </p:sp>
      <p:sp>
        <p:nvSpPr>
          <p:cNvPr id="169" name="Shape 167"/>
          <p:cNvSpPr/>
          <p:nvPr/>
        </p:nvSpPr>
        <p:spPr>
          <a:xfrm>
            <a:off x="5691780" y="2362361"/>
            <a:ext cx="156697" cy="156107"/>
          </a:xfrm>
          <a:prstGeom prst="rect">
            <a:avLst/>
          </a:prstGeom>
          <a:solidFill>
            <a:srgbClr val="FFFFFF"/>
          </a:solidFill>
          <a:ln w="12371">
            <a:solidFill>
              <a:srgbClr val="1A1A16"/>
            </a:solidFill>
            <a:prstDash val="solid"/>
          </a:ln>
        </p:spPr>
      </p:sp>
      <p:sp>
        <p:nvSpPr>
          <p:cNvPr id="170" name="Shape 168"/>
          <p:cNvSpPr/>
          <p:nvPr/>
        </p:nvSpPr>
        <p:spPr>
          <a:xfrm>
            <a:off x="5681765" y="2948500"/>
            <a:ext cx="176725" cy="176725"/>
          </a:xfrm>
          <a:prstGeom prst="ellipse">
            <a:avLst/>
          </a:prstGeom>
          <a:solidFill>
            <a:srgbClr val="FFFFFF"/>
          </a:solidFill>
          <a:ln w="12371">
            <a:solidFill>
              <a:srgbClr val="1A1A16"/>
            </a:solidFill>
            <a:prstDash val="solid"/>
          </a:ln>
        </p:spPr>
      </p:sp>
      <p:sp>
        <p:nvSpPr>
          <p:cNvPr id="171" name="Shape 169"/>
          <p:cNvSpPr/>
          <p:nvPr/>
        </p:nvSpPr>
        <p:spPr>
          <a:xfrm>
            <a:off x="3619969" y="4708391"/>
            <a:ext cx="235634" cy="235634"/>
          </a:xfrm>
          <a:prstGeom prst="ellipse">
            <a:avLst/>
          </a:prstGeom>
          <a:solidFill>
            <a:srgbClr val="FFFFFF"/>
          </a:solidFill>
          <a:ln w="12371">
            <a:solidFill>
              <a:srgbClr val="1A1A16"/>
            </a:solidFill>
            <a:prstDash val="solid"/>
          </a:ln>
        </p:spPr>
      </p:sp>
      <p:sp>
        <p:nvSpPr>
          <p:cNvPr id="172" name="Shape 170"/>
          <p:cNvSpPr/>
          <p:nvPr/>
        </p:nvSpPr>
        <p:spPr>
          <a:xfrm>
            <a:off x="9844826" y="2362361"/>
            <a:ext cx="156697" cy="156107"/>
          </a:xfrm>
          <a:prstGeom prst="rect">
            <a:avLst/>
          </a:prstGeom>
          <a:solidFill>
            <a:srgbClr val="FFFFFF"/>
          </a:solidFill>
          <a:ln w="12371">
            <a:solidFill>
              <a:srgbClr val="1A1A16"/>
            </a:solidFill>
            <a:prstDash val="solid"/>
          </a:ln>
        </p:spPr>
      </p:sp>
      <p:sp>
        <p:nvSpPr>
          <p:cNvPr id="173" name="Shape 171"/>
          <p:cNvSpPr/>
          <p:nvPr/>
        </p:nvSpPr>
        <p:spPr>
          <a:xfrm>
            <a:off x="9805357" y="3515494"/>
            <a:ext cx="235634" cy="235634"/>
          </a:xfrm>
          <a:prstGeom prst="ellipse">
            <a:avLst/>
          </a:prstGeom>
          <a:solidFill>
            <a:srgbClr val="FFFFFF"/>
          </a:solidFill>
          <a:ln w="12371">
            <a:solidFill>
              <a:srgbClr val="1A1A16"/>
            </a:solidFill>
            <a:prstDash val="solid"/>
          </a:ln>
        </p:spPr>
      </p:sp>
      <p:sp>
        <p:nvSpPr>
          <p:cNvPr id="174" name="Shape 172"/>
          <p:cNvSpPr/>
          <p:nvPr/>
        </p:nvSpPr>
        <p:spPr>
          <a:xfrm>
            <a:off x="3649423" y="4141397"/>
            <a:ext cx="176725" cy="176725"/>
          </a:xfrm>
          <a:prstGeom prst="ellipse">
            <a:avLst/>
          </a:prstGeom>
          <a:solidFill>
            <a:srgbClr val="FFFFFF"/>
          </a:solidFill>
          <a:ln w="12371">
            <a:solidFill>
              <a:srgbClr val="1A1A16"/>
            </a:solidFill>
            <a:prstDash val="solid"/>
          </a:ln>
        </p:spPr>
      </p:sp>
      <p:sp>
        <p:nvSpPr>
          <p:cNvPr id="175" name="Shape 173"/>
          <p:cNvSpPr/>
          <p:nvPr/>
        </p:nvSpPr>
        <p:spPr>
          <a:xfrm>
            <a:off x="3095684" y="4141397"/>
            <a:ext cx="176725" cy="176725"/>
          </a:xfrm>
          <a:prstGeom prst="ellipse">
            <a:avLst/>
          </a:prstGeom>
          <a:solidFill>
            <a:srgbClr val="FFFFFF"/>
          </a:solidFill>
          <a:ln w="12371">
            <a:solidFill>
              <a:srgbClr val="1A1A16"/>
            </a:solidFill>
            <a:prstDash val="solid"/>
          </a:ln>
        </p:spPr>
      </p:sp>
      <p:sp>
        <p:nvSpPr>
          <p:cNvPr id="176" name="Shape 174"/>
          <p:cNvSpPr/>
          <p:nvPr/>
        </p:nvSpPr>
        <p:spPr>
          <a:xfrm>
            <a:off x="5659380" y="1733219"/>
            <a:ext cx="221496" cy="221496"/>
          </a:xfrm>
          <a:prstGeom prst="diamond">
            <a:avLst/>
          </a:prstGeom>
          <a:solidFill>
            <a:srgbClr val="FFFFFF"/>
          </a:solidFill>
          <a:ln w="12371">
            <a:solidFill>
              <a:srgbClr val="1A1A16"/>
            </a:solidFill>
            <a:prstDash val="solid"/>
          </a:ln>
        </p:spPr>
      </p:sp>
      <p:sp>
        <p:nvSpPr>
          <p:cNvPr id="177" name="Shape 175"/>
          <p:cNvSpPr/>
          <p:nvPr/>
        </p:nvSpPr>
        <p:spPr>
          <a:xfrm>
            <a:off x="7753576" y="2958515"/>
            <a:ext cx="156697" cy="156697"/>
          </a:xfrm>
          <a:prstGeom prst="rect">
            <a:avLst/>
          </a:prstGeom>
          <a:solidFill>
            <a:srgbClr val="FFFFFF"/>
          </a:solidFill>
          <a:ln w="12371">
            <a:solidFill>
              <a:srgbClr val="1A1A16"/>
            </a:solidFill>
            <a:prstDash val="solid"/>
          </a:ln>
        </p:spPr>
      </p:sp>
      <p:sp>
        <p:nvSpPr>
          <p:cNvPr id="178" name="Shape 176"/>
          <p:cNvSpPr/>
          <p:nvPr/>
        </p:nvSpPr>
        <p:spPr>
          <a:xfrm>
            <a:off x="7989799" y="2302864"/>
            <a:ext cx="237990" cy="206180"/>
          </a:xfrm>
          <a:prstGeom prst="triangle">
            <a:avLst/>
          </a:prstGeom>
          <a:solidFill>
            <a:srgbClr val="FFFFFF"/>
          </a:solidFill>
          <a:ln w="12371">
            <a:solidFill>
              <a:srgbClr val="1A1A16"/>
            </a:solidFill>
            <a:prstDash val="solid"/>
          </a:ln>
        </p:spPr>
      </p:sp>
      <p:sp>
        <p:nvSpPr>
          <p:cNvPr id="179" name="Shape 177"/>
          <p:cNvSpPr/>
          <p:nvPr/>
        </p:nvSpPr>
        <p:spPr>
          <a:xfrm>
            <a:off x="7712929" y="1706710"/>
            <a:ext cx="237990" cy="206180"/>
          </a:xfrm>
          <a:prstGeom prst="triangle">
            <a:avLst/>
          </a:prstGeom>
          <a:solidFill>
            <a:srgbClr val="FFFFFF"/>
          </a:solidFill>
          <a:ln w="12371">
            <a:solidFill>
              <a:srgbClr val="1A1A16"/>
            </a:solidFill>
            <a:prstDash val="solid"/>
          </a:ln>
        </p:spPr>
      </p:sp>
      <p:sp>
        <p:nvSpPr>
          <p:cNvPr id="180" name="Shape 178"/>
          <p:cNvSpPr/>
          <p:nvPr/>
        </p:nvSpPr>
        <p:spPr>
          <a:xfrm>
            <a:off x="5404895" y="3544949"/>
            <a:ext cx="176725" cy="176725"/>
          </a:xfrm>
          <a:prstGeom prst="ellipse">
            <a:avLst/>
          </a:prstGeom>
          <a:solidFill>
            <a:srgbClr val="FFFFFF"/>
          </a:solidFill>
          <a:ln w="12371">
            <a:solidFill>
              <a:srgbClr val="1A1A16"/>
            </a:solidFill>
            <a:prstDash val="solid"/>
          </a:ln>
        </p:spPr>
      </p:sp>
      <p:sp>
        <p:nvSpPr>
          <p:cNvPr id="181" name="Shape 179"/>
          <p:cNvSpPr/>
          <p:nvPr/>
        </p:nvSpPr>
        <p:spPr>
          <a:xfrm>
            <a:off x="7476706" y="2362361"/>
            <a:ext cx="156697" cy="156107"/>
          </a:xfrm>
          <a:prstGeom prst="rect">
            <a:avLst/>
          </a:prstGeom>
          <a:solidFill>
            <a:srgbClr val="FFFFFF"/>
          </a:solidFill>
          <a:ln w="12371">
            <a:solidFill>
              <a:srgbClr val="1A1A16"/>
            </a:solidFill>
            <a:prstDash val="solid"/>
          </a:ln>
        </p:spPr>
      </p:sp>
      <p:sp>
        <p:nvSpPr>
          <p:cNvPr id="182" name="Shape 180"/>
          <p:cNvSpPr/>
          <p:nvPr/>
        </p:nvSpPr>
        <p:spPr>
          <a:xfrm>
            <a:off x="5958635" y="3544949"/>
            <a:ext cx="176725" cy="176725"/>
          </a:xfrm>
          <a:prstGeom prst="ellipse">
            <a:avLst/>
          </a:prstGeom>
          <a:solidFill>
            <a:srgbClr val="FFFFFF"/>
          </a:solidFill>
          <a:ln w="12371">
            <a:solidFill>
              <a:srgbClr val="1A1A16"/>
            </a:solidFill>
            <a:prstDash val="solid"/>
          </a:ln>
        </p:spPr>
      </p:sp>
      <p:sp>
        <p:nvSpPr>
          <p:cNvPr id="183" name="Shape 181"/>
          <p:cNvSpPr/>
          <p:nvPr/>
        </p:nvSpPr>
        <p:spPr>
          <a:xfrm>
            <a:off x="3105698" y="3555258"/>
            <a:ext cx="156697" cy="156107"/>
          </a:xfrm>
          <a:prstGeom prst="rect">
            <a:avLst/>
          </a:prstGeom>
          <a:solidFill>
            <a:srgbClr val="FFFFFF"/>
          </a:solidFill>
          <a:ln w="12371">
            <a:solidFill>
              <a:srgbClr val="1A1A16"/>
            </a:solidFill>
            <a:prstDash val="solid"/>
          </a:ln>
        </p:spPr>
      </p:sp>
      <p:sp>
        <p:nvSpPr>
          <p:cNvPr id="184" name="Shape 182"/>
          <p:cNvSpPr/>
          <p:nvPr/>
        </p:nvSpPr>
        <p:spPr>
          <a:xfrm>
            <a:off x="7719998" y="5293057"/>
            <a:ext cx="223852" cy="259197"/>
          </a:xfrm>
          <a:prstGeom prst="hexagon">
            <a:avLst/>
          </a:prstGeom>
          <a:solidFill>
            <a:srgbClr val="FFFFFF"/>
          </a:solidFill>
          <a:ln w="12371">
            <a:solidFill>
              <a:srgbClr val="008300"/>
            </a:solidFill>
            <a:prstDash val="solid"/>
          </a:ln>
        </p:spPr>
      </p:sp>
      <p:sp>
        <p:nvSpPr>
          <p:cNvPr id="185" name="Shape 183"/>
          <p:cNvSpPr/>
          <p:nvPr/>
        </p:nvSpPr>
        <p:spPr>
          <a:xfrm>
            <a:off x="2147257" y="5293057"/>
            <a:ext cx="223852" cy="259197"/>
          </a:xfrm>
          <a:prstGeom prst="hexagon">
            <a:avLst/>
          </a:prstGeom>
          <a:solidFill>
            <a:srgbClr val="FFFFFF"/>
          </a:solidFill>
          <a:ln w="12371">
            <a:solidFill>
              <a:srgbClr val="1BAF7A"/>
            </a:solidFill>
            <a:prstDash val="solid"/>
          </a:ln>
        </p:spPr>
      </p:sp>
      <p:sp>
        <p:nvSpPr>
          <p:cNvPr id="186" name="Shape 184"/>
          <p:cNvSpPr/>
          <p:nvPr/>
        </p:nvSpPr>
        <p:spPr>
          <a:xfrm>
            <a:off x="1534609" y="5251821"/>
            <a:ext cx="341669" cy="341669"/>
          </a:xfrm>
          <a:prstGeom prst="ellipse">
            <a:avLst/>
          </a:prstGeom>
          <a:ln w="15316">
            <a:solidFill>
              <a:srgbClr val="BABAB9"/>
            </a:solidFill>
            <a:prstDash val="solid"/>
          </a:ln>
        </p:spPr>
      </p:sp>
      <p:sp>
        <p:nvSpPr>
          <p:cNvPr id="187" name="Shape 185"/>
          <p:cNvSpPr/>
          <p:nvPr/>
        </p:nvSpPr>
        <p:spPr>
          <a:xfrm>
            <a:off x="1593518" y="5293057"/>
            <a:ext cx="223852" cy="259197"/>
          </a:xfrm>
          <a:prstGeom prst="hexagon">
            <a:avLst/>
          </a:prstGeom>
          <a:solidFill>
            <a:srgbClr val="FFFFFF"/>
          </a:solidFill>
          <a:ln w="21207">
            <a:solidFill>
              <a:srgbClr val="E87BA4"/>
            </a:solidFill>
            <a:prstDash val="solid"/>
          </a:ln>
        </p:spPr>
      </p:sp>
      <p:sp>
        <p:nvSpPr>
          <p:cNvPr id="188" name="Shape 186"/>
          <p:cNvSpPr/>
          <p:nvPr/>
        </p:nvSpPr>
        <p:spPr>
          <a:xfrm>
            <a:off x="9811248" y="5293057"/>
            <a:ext cx="223852" cy="259197"/>
          </a:xfrm>
          <a:prstGeom prst="hexagon">
            <a:avLst/>
          </a:prstGeom>
          <a:solidFill>
            <a:srgbClr val="FFFFFF"/>
          </a:solidFill>
          <a:ln w="12371">
            <a:solidFill>
              <a:srgbClr val="2A78D6"/>
            </a:solidFill>
            <a:prstDash val="solid"/>
          </a:ln>
        </p:spPr>
      </p:sp>
      <p:sp>
        <p:nvSpPr>
          <p:cNvPr id="189" name="Shape 187"/>
          <p:cNvSpPr/>
          <p:nvPr/>
        </p:nvSpPr>
        <p:spPr>
          <a:xfrm>
            <a:off x="3625860" y="5293057"/>
            <a:ext cx="223852" cy="259197"/>
          </a:xfrm>
          <a:prstGeom prst="hexagon">
            <a:avLst/>
          </a:prstGeom>
          <a:solidFill>
            <a:srgbClr val="FFFFFF"/>
          </a:solidFill>
          <a:ln w="12371">
            <a:solidFill>
              <a:srgbClr val="4A3AA7"/>
            </a:solidFill>
            <a:prstDash val="solid"/>
          </a:ln>
        </p:spPr>
      </p:sp>
      <p:sp>
        <p:nvSpPr>
          <p:cNvPr id="190" name="Shape 188"/>
          <p:cNvSpPr/>
          <p:nvPr/>
        </p:nvSpPr>
        <p:spPr>
          <a:xfrm>
            <a:off x="1039778" y="5293057"/>
            <a:ext cx="223852" cy="259197"/>
          </a:xfrm>
          <a:prstGeom prst="hexagon">
            <a:avLst/>
          </a:prstGeom>
          <a:solidFill>
            <a:srgbClr val="FFFFFF"/>
          </a:solidFill>
          <a:ln w="12371">
            <a:solidFill>
              <a:srgbClr val="EDA100"/>
            </a:solidFill>
            <a:prstDash val="solid"/>
          </a:ln>
        </p:spPr>
      </p:sp>
      <p:sp>
        <p:nvSpPr>
          <p:cNvPr id="191" name="Text 189"/>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92" name="Text 190"/>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93" name="Text 191"/>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94" name="Text 192"/>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95" name="Text 193"/>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6" name="Text 194"/>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7" name="Text 195"/>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29 CLAIMS  ·  20 GROUPS  ·  NOTHING LEFT TO EXPAND</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E4E4E3"/>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E4E4E3"/>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E4E4E3"/>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E4E4E3"/>
            </a:solidFill>
            <a:prstDash val="solid"/>
          </a:ln>
        </p:spPr>
      </p:sp>
      <p:sp>
        <p:nvSpPr>
          <p:cNvPr id="39" name="Shape 37"/>
          <p:cNvSpPr/>
          <p:nvPr/>
        </p:nvSpPr>
        <p:spPr>
          <a:xfrm>
            <a:off x="5734783" y="945613"/>
            <a:ext cx="70690" cy="0"/>
          </a:xfrm>
          <a:prstGeom prst="line">
            <a:avLst/>
          </a:prstGeom>
          <a:noFill/>
          <a:ln w="10604">
            <a:solidFill>
              <a:srgbClr val="E4E4E3"/>
            </a:solidFill>
            <a:prstDash val="solid"/>
          </a:ln>
        </p:spPr>
      </p:sp>
      <p:sp>
        <p:nvSpPr>
          <p:cNvPr id="40" name="Shape 38"/>
          <p:cNvSpPr/>
          <p:nvPr/>
        </p:nvSpPr>
        <p:spPr>
          <a:xfrm>
            <a:off x="5770128" y="910268"/>
            <a:ext cx="0" cy="70690"/>
          </a:xfrm>
          <a:prstGeom prst="line">
            <a:avLst/>
          </a:prstGeom>
          <a:noFill/>
          <a:ln w="10604">
            <a:solidFill>
              <a:srgbClr val="E4E4E3"/>
            </a:solidFill>
            <a:prstDash val="solid"/>
          </a:ln>
        </p:spPr>
      </p:sp>
      <p:sp>
        <p:nvSpPr>
          <p:cNvPr id="41" name="Shape 39"/>
          <p:cNvSpPr/>
          <p:nvPr/>
        </p:nvSpPr>
        <p:spPr>
          <a:xfrm>
            <a:off x="5770128" y="810123"/>
            <a:ext cx="0" cy="70690"/>
          </a:xfrm>
          <a:prstGeom prst="line">
            <a:avLst/>
          </a:prstGeom>
          <a:noFill/>
          <a:ln w="12960">
            <a:solidFill>
              <a:srgbClr val="E4E4E3"/>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F5EF"/>
            </a:solidFill>
            <a:prstDash val="solid"/>
          </a:ln>
        </p:spPr>
      </p:sp>
      <p:sp>
        <p:nvSpPr>
          <p:cNvPr id="45" name="Shape 43"/>
          <p:cNvSpPr/>
          <p:nvPr/>
        </p:nvSpPr>
        <p:spPr>
          <a:xfrm>
            <a:off x="3672987" y="3863054"/>
            <a:ext cx="129599" cy="129599"/>
          </a:xfrm>
          <a:prstGeom prst="ellipse">
            <a:avLst/>
          </a:prstGeom>
          <a:solidFill>
            <a:srgbClr val="FFFFFF"/>
          </a:solidFill>
          <a:ln w="11782">
            <a:solidFill>
              <a:srgbClr val="E4E4E3"/>
            </a:solidFill>
            <a:prstDash val="solid"/>
          </a:ln>
        </p:spPr>
      </p:sp>
      <p:sp>
        <p:nvSpPr>
          <p:cNvPr id="46" name="Shape 44"/>
          <p:cNvSpPr/>
          <p:nvPr/>
        </p:nvSpPr>
        <p:spPr>
          <a:xfrm>
            <a:off x="3702441" y="3927854"/>
            <a:ext cx="70690" cy="0"/>
          </a:xfrm>
          <a:prstGeom prst="line">
            <a:avLst/>
          </a:prstGeom>
          <a:noFill/>
          <a:ln w="10604">
            <a:solidFill>
              <a:srgbClr val="E4E4E3"/>
            </a:solidFill>
            <a:prstDash val="solid"/>
          </a:ln>
        </p:spPr>
      </p:sp>
      <p:sp>
        <p:nvSpPr>
          <p:cNvPr id="47" name="Shape 45"/>
          <p:cNvSpPr/>
          <p:nvPr/>
        </p:nvSpPr>
        <p:spPr>
          <a:xfrm>
            <a:off x="3737786" y="3892508"/>
            <a:ext cx="0" cy="70690"/>
          </a:xfrm>
          <a:prstGeom prst="line">
            <a:avLst/>
          </a:prstGeom>
          <a:noFill/>
          <a:ln w="10604">
            <a:solidFill>
              <a:srgbClr val="E4E4E3"/>
            </a:solidFill>
            <a:prstDash val="solid"/>
          </a:ln>
        </p:spPr>
      </p:sp>
      <p:sp>
        <p:nvSpPr>
          <p:cNvPr id="48" name="Shape 46"/>
          <p:cNvSpPr/>
          <p:nvPr/>
        </p:nvSpPr>
        <p:spPr>
          <a:xfrm>
            <a:off x="3737786" y="3739346"/>
            <a:ext cx="0" cy="123708"/>
          </a:xfrm>
          <a:prstGeom prst="line">
            <a:avLst/>
          </a:prstGeom>
          <a:noFill/>
          <a:ln w="12960">
            <a:solidFill>
              <a:srgbClr val="E4E4E3"/>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E4E4E3"/>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E4E4E3"/>
            </a:solidFill>
            <a:prstDash val="solid"/>
          </a:ln>
        </p:spPr>
      </p:sp>
      <p:sp>
        <p:nvSpPr>
          <p:cNvPr id="52" name="Shape 50"/>
          <p:cNvSpPr/>
          <p:nvPr/>
        </p:nvSpPr>
        <p:spPr>
          <a:xfrm>
            <a:off x="7796579" y="1542061"/>
            <a:ext cx="70690" cy="0"/>
          </a:xfrm>
          <a:prstGeom prst="line">
            <a:avLst/>
          </a:prstGeom>
          <a:noFill/>
          <a:ln w="10604">
            <a:solidFill>
              <a:srgbClr val="E4E4E3"/>
            </a:solidFill>
            <a:prstDash val="solid"/>
          </a:ln>
        </p:spPr>
      </p:sp>
      <p:sp>
        <p:nvSpPr>
          <p:cNvPr id="53" name="Shape 51"/>
          <p:cNvSpPr/>
          <p:nvPr/>
        </p:nvSpPr>
        <p:spPr>
          <a:xfrm>
            <a:off x="7831924" y="1506716"/>
            <a:ext cx="0" cy="70690"/>
          </a:xfrm>
          <a:prstGeom prst="line">
            <a:avLst/>
          </a:prstGeom>
          <a:noFill/>
          <a:ln w="10604">
            <a:solidFill>
              <a:srgbClr val="E4E4E3"/>
            </a:solidFill>
            <a:prstDash val="solid"/>
          </a:ln>
        </p:spPr>
      </p:sp>
      <p:sp>
        <p:nvSpPr>
          <p:cNvPr id="54" name="Shape 52"/>
          <p:cNvSpPr/>
          <p:nvPr/>
        </p:nvSpPr>
        <p:spPr>
          <a:xfrm>
            <a:off x="7831924" y="1353554"/>
            <a:ext cx="0" cy="123708"/>
          </a:xfrm>
          <a:prstGeom prst="line">
            <a:avLst/>
          </a:prstGeom>
          <a:noFill/>
          <a:ln w="12960">
            <a:solidFill>
              <a:srgbClr val="E4E4E3"/>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E4E4E3"/>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E9E7F4"/>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E4E4E3"/>
            </a:solidFill>
            <a:prstDash val="solid"/>
          </a:ln>
        </p:spPr>
      </p:sp>
      <p:sp>
        <p:nvSpPr>
          <p:cNvPr id="59" name="Shape 57"/>
          <p:cNvSpPr/>
          <p:nvPr/>
        </p:nvSpPr>
        <p:spPr>
          <a:xfrm>
            <a:off x="4256180" y="3927854"/>
            <a:ext cx="70690" cy="0"/>
          </a:xfrm>
          <a:prstGeom prst="line">
            <a:avLst/>
          </a:prstGeom>
          <a:noFill/>
          <a:ln w="10604">
            <a:solidFill>
              <a:srgbClr val="E4E4E3"/>
            </a:solidFill>
            <a:prstDash val="solid"/>
          </a:ln>
        </p:spPr>
      </p:sp>
      <p:sp>
        <p:nvSpPr>
          <p:cNvPr id="60" name="Shape 58"/>
          <p:cNvSpPr/>
          <p:nvPr/>
        </p:nvSpPr>
        <p:spPr>
          <a:xfrm>
            <a:off x="4291525" y="3892508"/>
            <a:ext cx="0" cy="70690"/>
          </a:xfrm>
          <a:prstGeom prst="line">
            <a:avLst/>
          </a:prstGeom>
          <a:noFill/>
          <a:ln w="10604">
            <a:solidFill>
              <a:srgbClr val="E4E4E3"/>
            </a:solidFill>
            <a:prstDash val="solid"/>
          </a:ln>
        </p:spPr>
      </p:sp>
      <p:sp>
        <p:nvSpPr>
          <p:cNvPr id="61" name="Shape 59"/>
          <p:cNvSpPr/>
          <p:nvPr/>
        </p:nvSpPr>
        <p:spPr>
          <a:xfrm>
            <a:off x="4291525" y="3739346"/>
            <a:ext cx="0" cy="123708"/>
          </a:xfrm>
          <a:prstGeom prst="line">
            <a:avLst/>
          </a:prstGeom>
          <a:noFill/>
          <a:ln w="12960">
            <a:solidFill>
              <a:srgbClr val="E4E4E3"/>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E4E4E3"/>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F5E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E4E4E3"/>
            </a:solidFill>
            <a:prstDash val="solid"/>
          </a:ln>
        </p:spPr>
      </p:sp>
      <p:sp>
        <p:nvSpPr>
          <p:cNvPr id="65" name="Shape 63"/>
          <p:cNvSpPr/>
          <p:nvPr/>
        </p:nvSpPr>
        <p:spPr>
          <a:xfrm>
            <a:off x="4256180" y="4524302"/>
            <a:ext cx="70690" cy="0"/>
          </a:xfrm>
          <a:prstGeom prst="line">
            <a:avLst/>
          </a:prstGeom>
          <a:noFill/>
          <a:ln w="10604">
            <a:solidFill>
              <a:srgbClr val="E4E4E3"/>
            </a:solidFill>
            <a:prstDash val="solid"/>
          </a:ln>
        </p:spPr>
      </p:sp>
      <p:sp>
        <p:nvSpPr>
          <p:cNvPr id="66" name="Shape 64"/>
          <p:cNvSpPr/>
          <p:nvPr/>
        </p:nvSpPr>
        <p:spPr>
          <a:xfrm>
            <a:off x="4291525" y="4488957"/>
            <a:ext cx="0" cy="70690"/>
          </a:xfrm>
          <a:prstGeom prst="line">
            <a:avLst/>
          </a:prstGeom>
          <a:noFill/>
          <a:ln w="10604">
            <a:solidFill>
              <a:srgbClr val="E4E4E3"/>
            </a:solidFill>
            <a:prstDash val="solid"/>
          </a:ln>
        </p:spPr>
      </p:sp>
      <p:sp>
        <p:nvSpPr>
          <p:cNvPr id="67" name="Shape 65"/>
          <p:cNvSpPr/>
          <p:nvPr/>
        </p:nvSpPr>
        <p:spPr>
          <a:xfrm>
            <a:off x="4291525" y="4335795"/>
            <a:ext cx="0" cy="123708"/>
          </a:xfrm>
          <a:prstGeom prst="line">
            <a:avLst/>
          </a:prstGeom>
          <a:noFill/>
          <a:ln w="12960">
            <a:solidFill>
              <a:srgbClr val="E4E4E3"/>
            </a:solidFill>
            <a:prstDash val="solid"/>
            <a:headEnd type="triangle"/>
          </a:ln>
        </p:spPr>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CEFF4"/>
            </a:solidFill>
            <a:prstDash val="solid"/>
          </a:ln>
        </p:spPr>
      </p:sp>
      <p:sp>
        <p:nvSpPr>
          <p:cNvPr id="70" name="Shape 68"/>
          <p:cNvSpPr/>
          <p:nvPr/>
        </p:nvSpPr>
        <p:spPr>
          <a:xfrm>
            <a:off x="1917514" y="5055951"/>
            <a:ext cx="129599" cy="129599"/>
          </a:xfrm>
          <a:prstGeom prst="ellipse">
            <a:avLst/>
          </a:prstGeom>
          <a:solidFill>
            <a:srgbClr val="FFFFFF"/>
          </a:solidFill>
          <a:ln w="11782">
            <a:solidFill>
              <a:srgbClr val="E4E4E3"/>
            </a:solidFill>
            <a:prstDash val="solid"/>
          </a:ln>
        </p:spPr>
      </p:sp>
      <p:sp>
        <p:nvSpPr>
          <p:cNvPr id="71" name="Shape 69"/>
          <p:cNvSpPr/>
          <p:nvPr/>
        </p:nvSpPr>
        <p:spPr>
          <a:xfrm>
            <a:off x="1946969" y="5120750"/>
            <a:ext cx="70690" cy="0"/>
          </a:xfrm>
          <a:prstGeom prst="line">
            <a:avLst/>
          </a:prstGeom>
          <a:noFill/>
          <a:ln w="10604">
            <a:solidFill>
              <a:srgbClr val="E4E4E3"/>
            </a:solidFill>
            <a:prstDash val="solid"/>
          </a:ln>
        </p:spPr>
      </p:sp>
      <p:sp>
        <p:nvSpPr>
          <p:cNvPr id="72" name="Shape 70"/>
          <p:cNvSpPr/>
          <p:nvPr/>
        </p:nvSpPr>
        <p:spPr>
          <a:xfrm>
            <a:off x="1982314" y="5085405"/>
            <a:ext cx="0" cy="70690"/>
          </a:xfrm>
          <a:prstGeom prst="line">
            <a:avLst/>
          </a:prstGeom>
          <a:noFill/>
          <a:ln w="10604">
            <a:solidFill>
              <a:srgbClr val="E4E4E3"/>
            </a:solidFill>
            <a:prstDash val="solid"/>
          </a:ln>
        </p:spPr>
      </p:sp>
      <p:sp>
        <p:nvSpPr>
          <p:cNvPr id="73" name="Shape 71"/>
          <p:cNvSpPr/>
          <p:nvPr/>
        </p:nvSpPr>
        <p:spPr>
          <a:xfrm>
            <a:off x="1982314" y="4932243"/>
            <a:ext cx="0" cy="123708"/>
          </a:xfrm>
          <a:prstGeom prst="line">
            <a:avLst/>
          </a:prstGeom>
          <a:noFill/>
          <a:ln w="12960">
            <a:solidFill>
              <a:srgbClr val="E4E4E3"/>
            </a:solidFill>
            <a:prstDash val="solid"/>
            <a:headEnd type="triangle"/>
          </a:ln>
        </p:spPr>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E4F5EF"/>
            </a:solidFill>
            <a:prstDash val="solid"/>
          </a:ln>
        </p:spPr>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DF4E0"/>
            </a:solidFill>
            <a:prstDash val="solid"/>
          </a:ln>
        </p:spPr>
      </p:sp>
      <p:sp>
        <p:nvSpPr>
          <p:cNvPr id="76" name="Shape 74"/>
          <p:cNvSpPr/>
          <p:nvPr/>
        </p:nvSpPr>
        <p:spPr>
          <a:xfrm>
            <a:off x="1363775" y="5055951"/>
            <a:ext cx="129599" cy="129599"/>
          </a:xfrm>
          <a:prstGeom prst="ellipse">
            <a:avLst/>
          </a:prstGeom>
          <a:solidFill>
            <a:srgbClr val="FFFFFF"/>
          </a:solidFill>
          <a:ln w="11782">
            <a:solidFill>
              <a:srgbClr val="E4E4E3"/>
            </a:solidFill>
            <a:prstDash val="solid"/>
          </a:ln>
        </p:spPr>
      </p:sp>
      <p:sp>
        <p:nvSpPr>
          <p:cNvPr id="77" name="Shape 75"/>
          <p:cNvSpPr/>
          <p:nvPr/>
        </p:nvSpPr>
        <p:spPr>
          <a:xfrm>
            <a:off x="1393229" y="5120750"/>
            <a:ext cx="70690" cy="0"/>
          </a:xfrm>
          <a:prstGeom prst="line">
            <a:avLst/>
          </a:prstGeom>
          <a:noFill/>
          <a:ln w="10604">
            <a:solidFill>
              <a:srgbClr val="E4E4E3"/>
            </a:solidFill>
            <a:prstDash val="solid"/>
          </a:ln>
        </p:spPr>
      </p:sp>
      <p:sp>
        <p:nvSpPr>
          <p:cNvPr id="78" name="Shape 76"/>
          <p:cNvSpPr/>
          <p:nvPr/>
        </p:nvSpPr>
        <p:spPr>
          <a:xfrm>
            <a:off x="1428574" y="5085405"/>
            <a:ext cx="0" cy="70690"/>
          </a:xfrm>
          <a:prstGeom prst="line">
            <a:avLst/>
          </a:prstGeom>
          <a:noFill/>
          <a:ln w="10604">
            <a:solidFill>
              <a:srgbClr val="E4E4E3"/>
            </a:solidFill>
            <a:prstDash val="solid"/>
          </a:ln>
        </p:spPr>
      </p:sp>
      <p:sp>
        <p:nvSpPr>
          <p:cNvPr id="79" name="Shape 77"/>
          <p:cNvSpPr/>
          <p:nvPr/>
        </p:nvSpPr>
        <p:spPr>
          <a:xfrm>
            <a:off x="1428574" y="4932243"/>
            <a:ext cx="0" cy="123708"/>
          </a:xfrm>
          <a:prstGeom prst="line">
            <a:avLst/>
          </a:prstGeom>
          <a:noFill/>
          <a:ln w="12960">
            <a:solidFill>
              <a:srgbClr val="E4E4E3"/>
            </a:solidFill>
            <a:prstDash val="solid"/>
            <a:headEnd type="triangle"/>
          </a:ln>
        </p:spPr>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E4E3"/>
            </a:solidFill>
            <a:prstDash val="solid"/>
          </a:ln>
        </p:spPr>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82" name="Shape 80"/>
          <p:cNvSpPr/>
          <p:nvPr/>
        </p:nvSpPr>
        <p:spPr>
          <a:xfrm>
            <a:off x="5705328" y="2670158"/>
            <a:ext cx="129599" cy="129599"/>
          </a:xfrm>
          <a:prstGeom prst="ellipse">
            <a:avLst/>
          </a:prstGeom>
          <a:solidFill>
            <a:srgbClr val="FFFFFF"/>
          </a:solidFill>
          <a:ln w="11782">
            <a:solidFill>
              <a:srgbClr val="E4E4E3"/>
            </a:solidFill>
            <a:prstDash val="solid"/>
          </a:ln>
        </p:spPr>
      </p:sp>
      <p:sp>
        <p:nvSpPr>
          <p:cNvPr id="83" name="Shape 81"/>
          <p:cNvSpPr/>
          <p:nvPr/>
        </p:nvSpPr>
        <p:spPr>
          <a:xfrm>
            <a:off x="5734783" y="2734957"/>
            <a:ext cx="70690" cy="0"/>
          </a:xfrm>
          <a:prstGeom prst="line">
            <a:avLst/>
          </a:prstGeom>
          <a:noFill/>
          <a:ln w="10604">
            <a:solidFill>
              <a:srgbClr val="E4E4E3"/>
            </a:solidFill>
            <a:prstDash val="solid"/>
          </a:ln>
        </p:spPr>
      </p:sp>
      <p:sp>
        <p:nvSpPr>
          <p:cNvPr id="84" name="Shape 82"/>
          <p:cNvSpPr/>
          <p:nvPr/>
        </p:nvSpPr>
        <p:spPr>
          <a:xfrm>
            <a:off x="5770128" y="2699612"/>
            <a:ext cx="0" cy="70690"/>
          </a:xfrm>
          <a:prstGeom prst="line">
            <a:avLst/>
          </a:prstGeom>
          <a:noFill/>
          <a:ln w="10604">
            <a:solidFill>
              <a:srgbClr val="E4E4E3"/>
            </a:solidFill>
            <a:prstDash val="solid"/>
          </a:ln>
        </p:spPr>
      </p:sp>
      <p:sp>
        <p:nvSpPr>
          <p:cNvPr id="85" name="Shape 83"/>
          <p:cNvSpPr/>
          <p:nvPr/>
        </p:nvSpPr>
        <p:spPr>
          <a:xfrm>
            <a:off x="5770128" y="2546450"/>
            <a:ext cx="0" cy="123708"/>
          </a:xfrm>
          <a:prstGeom prst="line">
            <a:avLst/>
          </a:prstGeom>
          <a:noFill/>
          <a:ln w="12960">
            <a:solidFill>
              <a:srgbClr val="E4E4E3"/>
            </a:solidFill>
            <a:prstDash val="solid"/>
            <a:headEnd type="triangle"/>
          </a:ln>
        </p:spPr>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E4E4E3"/>
            </a:solidFill>
            <a:prstDash val="solid"/>
          </a:ln>
        </p:spPr>
      </p:sp>
      <p:sp>
        <p:nvSpPr>
          <p:cNvPr id="87" name="Shape 85"/>
          <p:cNvSpPr/>
          <p:nvPr/>
        </p:nvSpPr>
        <p:spPr>
          <a:xfrm>
            <a:off x="5705328" y="3266606"/>
            <a:ext cx="129599" cy="129599"/>
          </a:xfrm>
          <a:prstGeom prst="ellipse">
            <a:avLst/>
          </a:prstGeom>
          <a:solidFill>
            <a:srgbClr val="FFFFFF"/>
          </a:solidFill>
          <a:ln w="11782">
            <a:solidFill>
              <a:srgbClr val="E4E4E3"/>
            </a:solidFill>
            <a:prstDash val="solid"/>
          </a:ln>
        </p:spPr>
      </p:sp>
      <p:sp>
        <p:nvSpPr>
          <p:cNvPr id="88" name="Shape 86"/>
          <p:cNvSpPr/>
          <p:nvPr/>
        </p:nvSpPr>
        <p:spPr>
          <a:xfrm>
            <a:off x="5734783" y="3331405"/>
            <a:ext cx="70690" cy="0"/>
          </a:xfrm>
          <a:prstGeom prst="line">
            <a:avLst/>
          </a:prstGeom>
          <a:noFill/>
          <a:ln w="10604">
            <a:solidFill>
              <a:srgbClr val="E4E4E3"/>
            </a:solidFill>
            <a:prstDash val="solid"/>
          </a:ln>
        </p:spPr>
      </p:sp>
      <p:sp>
        <p:nvSpPr>
          <p:cNvPr id="89" name="Shape 87"/>
          <p:cNvSpPr/>
          <p:nvPr/>
        </p:nvSpPr>
        <p:spPr>
          <a:xfrm>
            <a:off x="5770128" y="3296060"/>
            <a:ext cx="0" cy="70690"/>
          </a:xfrm>
          <a:prstGeom prst="line">
            <a:avLst/>
          </a:prstGeom>
          <a:noFill/>
          <a:ln w="10604">
            <a:solidFill>
              <a:srgbClr val="E4E4E3"/>
            </a:solidFill>
            <a:prstDash val="solid"/>
          </a:ln>
        </p:spPr>
      </p:sp>
      <p:sp>
        <p:nvSpPr>
          <p:cNvPr id="90" name="Shape 88"/>
          <p:cNvSpPr/>
          <p:nvPr/>
        </p:nvSpPr>
        <p:spPr>
          <a:xfrm>
            <a:off x="5770128" y="3142898"/>
            <a:ext cx="0" cy="123708"/>
          </a:xfrm>
          <a:prstGeom prst="line">
            <a:avLst/>
          </a:prstGeom>
          <a:noFill/>
          <a:ln w="12960">
            <a:solidFill>
              <a:srgbClr val="E4E4E3"/>
            </a:solidFill>
            <a:prstDash val="solid"/>
            <a:headEnd type="triangle"/>
          </a:ln>
        </p:spPr>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E4E4E3"/>
            </a:solidFill>
            <a:prstDash val="solid"/>
          </a:ln>
        </p:spPr>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E5EFFA"/>
            </a:solidFill>
            <a:prstDash val="solid"/>
          </a:ln>
        </p:spPr>
      </p:sp>
      <p:sp>
        <p:nvSpPr>
          <p:cNvPr id="93" name="Shape 91"/>
          <p:cNvSpPr/>
          <p:nvPr/>
        </p:nvSpPr>
        <p:spPr>
          <a:xfrm>
            <a:off x="9858375" y="2670158"/>
            <a:ext cx="129599" cy="129599"/>
          </a:xfrm>
          <a:prstGeom prst="ellipse">
            <a:avLst/>
          </a:prstGeom>
          <a:solidFill>
            <a:srgbClr val="FFFFFF"/>
          </a:solidFill>
          <a:ln w="11782">
            <a:solidFill>
              <a:srgbClr val="E4E4E3"/>
            </a:solidFill>
            <a:prstDash val="solid"/>
          </a:ln>
        </p:spPr>
      </p:sp>
      <p:sp>
        <p:nvSpPr>
          <p:cNvPr id="94" name="Shape 92"/>
          <p:cNvSpPr/>
          <p:nvPr/>
        </p:nvSpPr>
        <p:spPr>
          <a:xfrm>
            <a:off x="9887829" y="2734957"/>
            <a:ext cx="70690" cy="0"/>
          </a:xfrm>
          <a:prstGeom prst="line">
            <a:avLst/>
          </a:prstGeom>
          <a:noFill/>
          <a:ln w="10604">
            <a:solidFill>
              <a:srgbClr val="E4E4E3"/>
            </a:solidFill>
            <a:prstDash val="solid"/>
          </a:ln>
        </p:spPr>
      </p:sp>
      <p:sp>
        <p:nvSpPr>
          <p:cNvPr id="95" name="Shape 93"/>
          <p:cNvSpPr/>
          <p:nvPr/>
        </p:nvSpPr>
        <p:spPr>
          <a:xfrm>
            <a:off x="9923174" y="2699612"/>
            <a:ext cx="0" cy="70690"/>
          </a:xfrm>
          <a:prstGeom prst="line">
            <a:avLst/>
          </a:prstGeom>
          <a:noFill/>
          <a:ln w="10604">
            <a:solidFill>
              <a:srgbClr val="E4E4E3"/>
            </a:solidFill>
            <a:prstDash val="solid"/>
          </a:ln>
        </p:spPr>
      </p:sp>
      <p:sp>
        <p:nvSpPr>
          <p:cNvPr id="96" name="Shape 94"/>
          <p:cNvSpPr/>
          <p:nvPr/>
        </p:nvSpPr>
        <p:spPr>
          <a:xfrm>
            <a:off x="9923174" y="2546450"/>
            <a:ext cx="0" cy="123708"/>
          </a:xfrm>
          <a:prstGeom prst="line">
            <a:avLst/>
          </a:prstGeom>
          <a:noFill/>
          <a:ln w="12960">
            <a:solidFill>
              <a:srgbClr val="E4E4E3"/>
            </a:solidFill>
            <a:prstDash val="solid"/>
            <a:headEnd type="triangle"/>
          </a:ln>
        </p:spPr>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E9E7F4"/>
            </a:solidFill>
            <a:prstDash val="solid"/>
          </a:ln>
        </p:spPr>
      </p:sp>
      <p:sp>
        <p:nvSpPr>
          <p:cNvPr id="100" name="Shape 98"/>
          <p:cNvSpPr/>
          <p:nvPr/>
        </p:nvSpPr>
        <p:spPr>
          <a:xfrm>
            <a:off x="3672987" y="4459502"/>
            <a:ext cx="129599" cy="129599"/>
          </a:xfrm>
          <a:prstGeom prst="ellipse">
            <a:avLst/>
          </a:prstGeom>
          <a:solidFill>
            <a:srgbClr val="FFFFFF"/>
          </a:solidFill>
          <a:ln w="11782">
            <a:solidFill>
              <a:srgbClr val="E4E4E3"/>
            </a:solidFill>
            <a:prstDash val="solid"/>
          </a:ln>
        </p:spPr>
      </p:sp>
      <p:sp>
        <p:nvSpPr>
          <p:cNvPr id="101" name="Shape 99"/>
          <p:cNvSpPr/>
          <p:nvPr/>
        </p:nvSpPr>
        <p:spPr>
          <a:xfrm>
            <a:off x="3702441" y="4524302"/>
            <a:ext cx="70690" cy="0"/>
          </a:xfrm>
          <a:prstGeom prst="line">
            <a:avLst/>
          </a:prstGeom>
          <a:noFill/>
          <a:ln w="10604">
            <a:solidFill>
              <a:srgbClr val="E4E4E3"/>
            </a:solidFill>
            <a:prstDash val="solid"/>
          </a:ln>
        </p:spPr>
      </p:sp>
      <p:sp>
        <p:nvSpPr>
          <p:cNvPr id="102" name="Shape 100"/>
          <p:cNvSpPr/>
          <p:nvPr/>
        </p:nvSpPr>
        <p:spPr>
          <a:xfrm>
            <a:off x="3737786" y="4488957"/>
            <a:ext cx="0" cy="70690"/>
          </a:xfrm>
          <a:prstGeom prst="line">
            <a:avLst/>
          </a:prstGeom>
          <a:noFill/>
          <a:ln w="10604">
            <a:solidFill>
              <a:srgbClr val="E4E4E3"/>
            </a:solidFill>
            <a:prstDash val="solid"/>
          </a:ln>
        </p:spPr>
      </p:sp>
      <p:sp>
        <p:nvSpPr>
          <p:cNvPr id="103" name="Shape 101"/>
          <p:cNvSpPr/>
          <p:nvPr/>
        </p:nvSpPr>
        <p:spPr>
          <a:xfrm>
            <a:off x="3737786" y="4335795"/>
            <a:ext cx="0" cy="123708"/>
          </a:xfrm>
          <a:prstGeom prst="line">
            <a:avLst/>
          </a:prstGeom>
          <a:noFill/>
          <a:ln w="12960">
            <a:solidFill>
              <a:srgbClr val="E4E4E3"/>
            </a:solidFill>
            <a:prstDash val="solid"/>
            <a:headEnd type="triangle"/>
          </a:ln>
        </p:spPr>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E9E7F4"/>
            </a:solidFill>
            <a:prstDash val="solid"/>
          </a:ln>
        </p:spPr>
      </p:sp>
      <p:sp>
        <p:nvSpPr>
          <p:cNvPr id="107" name="Shape 105"/>
          <p:cNvSpPr/>
          <p:nvPr/>
        </p:nvSpPr>
        <p:spPr>
          <a:xfrm>
            <a:off x="3119247" y="4459502"/>
            <a:ext cx="129599" cy="129599"/>
          </a:xfrm>
          <a:prstGeom prst="ellipse">
            <a:avLst/>
          </a:prstGeom>
          <a:solidFill>
            <a:srgbClr val="FFFFFF"/>
          </a:solidFill>
          <a:ln w="11782">
            <a:solidFill>
              <a:srgbClr val="E4E4E3"/>
            </a:solidFill>
            <a:prstDash val="solid"/>
          </a:ln>
        </p:spPr>
      </p:sp>
      <p:sp>
        <p:nvSpPr>
          <p:cNvPr id="108" name="Shape 106"/>
          <p:cNvSpPr/>
          <p:nvPr/>
        </p:nvSpPr>
        <p:spPr>
          <a:xfrm>
            <a:off x="3148701" y="4524302"/>
            <a:ext cx="70690" cy="0"/>
          </a:xfrm>
          <a:prstGeom prst="line">
            <a:avLst/>
          </a:prstGeom>
          <a:noFill/>
          <a:ln w="10604">
            <a:solidFill>
              <a:srgbClr val="E4E4E3"/>
            </a:solidFill>
            <a:prstDash val="solid"/>
          </a:ln>
        </p:spPr>
      </p:sp>
      <p:sp>
        <p:nvSpPr>
          <p:cNvPr id="109" name="Shape 107"/>
          <p:cNvSpPr/>
          <p:nvPr/>
        </p:nvSpPr>
        <p:spPr>
          <a:xfrm>
            <a:off x="3184046" y="4488957"/>
            <a:ext cx="0" cy="70690"/>
          </a:xfrm>
          <a:prstGeom prst="line">
            <a:avLst/>
          </a:prstGeom>
          <a:noFill/>
          <a:ln w="10604">
            <a:solidFill>
              <a:srgbClr val="E4E4E3"/>
            </a:solidFill>
            <a:prstDash val="solid"/>
          </a:ln>
        </p:spPr>
      </p:sp>
      <p:sp>
        <p:nvSpPr>
          <p:cNvPr id="110" name="Shape 108"/>
          <p:cNvSpPr/>
          <p:nvPr/>
        </p:nvSpPr>
        <p:spPr>
          <a:xfrm>
            <a:off x="3184046" y="4335795"/>
            <a:ext cx="0" cy="123708"/>
          </a:xfrm>
          <a:prstGeom prst="line">
            <a:avLst/>
          </a:prstGeom>
          <a:noFill/>
          <a:ln w="12960">
            <a:solidFill>
              <a:srgbClr val="E4E4E3"/>
            </a:solidFill>
            <a:prstDash val="solid"/>
            <a:headEnd type="triangle"/>
          </a:ln>
        </p:spPr>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E4E3"/>
            </a:solidFill>
            <a:prstDash val="solid"/>
          </a:ln>
        </p:spPr>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113" name="Shape 111"/>
          <p:cNvSpPr/>
          <p:nvPr/>
        </p:nvSpPr>
        <p:spPr>
          <a:xfrm>
            <a:off x="5705328" y="2073710"/>
            <a:ext cx="129599" cy="129599"/>
          </a:xfrm>
          <a:prstGeom prst="ellipse">
            <a:avLst/>
          </a:prstGeom>
          <a:solidFill>
            <a:srgbClr val="FFFFFF"/>
          </a:solidFill>
          <a:ln w="11782">
            <a:solidFill>
              <a:srgbClr val="E4E4E3"/>
            </a:solidFill>
            <a:prstDash val="solid"/>
          </a:ln>
        </p:spPr>
      </p:sp>
      <p:sp>
        <p:nvSpPr>
          <p:cNvPr id="114" name="Shape 112"/>
          <p:cNvSpPr/>
          <p:nvPr/>
        </p:nvSpPr>
        <p:spPr>
          <a:xfrm>
            <a:off x="5734783" y="2138509"/>
            <a:ext cx="70690" cy="0"/>
          </a:xfrm>
          <a:prstGeom prst="line">
            <a:avLst/>
          </a:prstGeom>
          <a:noFill/>
          <a:ln w="10604">
            <a:solidFill>
              <a:srgbClr val="E4E4E3"/>
            </a:solidFill>
            <a:prstDash val="solid"/>
          </a:ln>
        </p:spPr>
      </p:sp>
      <p:sp>
        <p:nvSpPr>
          <p:cNvPr id="115" name="Shape 113"/>
          <p:cNvSpPr/>
          <p:nvPr/>
        </p:nvSpPr>
        <p:spPr>
          <a:xfrm>
            <a:off x="5770128" y="2103164"/>
            <a:ext cx="0" cy="70690"/>
          </a:xfrm>
          <a:prstGeom prst="line">
            <a:avLst/>
          </a:prstGeom>
          <a:noFill/>
          <a:ln w="10604">
            <a:solidFill>
              <a:srgbClr val="E4E4E3"/>
            </a:solidFill>
            <a:prstDash val="solid"/>
          </a:ln>
        </p:spPr>
      </p:sp>
      <p:sp>
        <p:nvSpPr>
          <p:cNvPr id="116" name="Shape 114"/>
          <p:cNvSpPr/>
          <p:nvPr/>
        </p:nvSpPr>
        <p:spPr>
          <a:xfrm>
            <a:off x="5770128" y="1950002"/>
            <a:ext cx="0" cy="123708"/>
          </a:xfrm>
          <a:prstGeom prst="line">
            <a:avLst/>
          </a:prstGeom>
          <a:noFill/>
          <a:ln w="12960">
            <a:solidFill>
              <a:srgbClr val="E4E4E3"/>
            </a:solidFill>
            <a:prstDash val="solid"/>
            <a:headEnd type="triangle"/>
          </a:ln>
        </p:spPr>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E4E4E3"/>
            </a:solidFill>
            <a:prstDash val="solid"/>
          </a:ln>
        </p:spPr>
      </p:sp>
      <p:sp>
        <p:nvSpPr>
          <p:cNvPr id="118" name="Shape 116"/>
          <p:cNvSpPr/>
          <p:nvPr/>
        </p:nvSpPr>
        <p:spPr>
          <a:xfrm>
            <a:off x="7767125" y="3266606"/>
            <a:ext cx="129599" cy="129599"/>
          </a:xfrm>
          <a:prstGeom prst="ellipse">
            <a:avLst/>
          </a:prstGeom>
          <a:solidFill>
            <a:srgbClr val="FFFFFF"/>
          </a:solidFill>
          <a:ln w="11782">
            <a:solidFill>
              <a:srgbClr val="E4E4E3"/>
            </a:solidFill>
            <a:prstDash val="solid"/>
          </a:ln>
        </p:spPr>
      </p:sp>
      <p:sp>
        <p:nvSpPr>
          <p:cNvPr id="119" name="Shape 117"/>
          <p:cNvSpPr/>
          <p:nvPr/>
        </p:nvSpPr>
        <p:spPr>
          <a:xfrm>
            <a:off x="7796579" y="3331405"/>
            <a:ext cx="70690" cy="0"/>
          </a:xfrm>
          <a:prstGeom prst="line">
            <a:avLst/>
          </a:prstGeom>
          <a:noFill/>
          <a:ln w="10604">
            <a:solidFill>
              <a:srgbClr val="E4E4E3"/>
            </a:solidFill>
            <a:prstDash val="solid"/>
          </a:ln>
        </p:spPr>
      </p:sp>
      <p:sp>
        <p:nvSpPr>
          <p:cNvPr id="120" name="Shape 118"/>
          <p:cNvSpPr/>
          <p:nvPr/>
        </p:nvSpPr>
        <p:spPr>
          <a:xfrm>
            <a:off x="7831924" y="3296060"/>
            <a:ext cx="0" cy="70690"/>
          </a:xfrm>
          <a:prstGeom prst="line">
            <a:avLst/>
          </a:prstGeom>
          <a:noFill/>
          <a:ln w="10604">
            <a:solidFill>
              <a:srgbClr val="E4E4E3"/>
            </a:solidFill>
            <a:prstDash val="solid"/>
          </a:ln>
        </p:spPr>
      </p:sp>
      <p:sp>
        <p:nvSpPr>
          <p:cNvPr id="121" name="Shape 119"/>
          <p:cNvSpPr/>
          <p:nvPr/>
        </p:nvSpPr>
        <p:spPr>
          <a:xfrm>
            <a:off x="7831924" y="3142898"/>
            <a:ext cx="0" cy="123708"/>
          </a:xfrm>
          <a:prstGeom prst="line">
            <a:avLst/>
          </a:prstGeom>
          <a:noFill/>
          <a:ln w="12960">
            <a:solidFill>
              <a:srgbClr val="E4E4E3"/>
            </a:solidFill>
            <a:prstDash val="solid"/>
            <a:headEnd type="triangle"/>
          </a:ln>
        </p:spPr>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E4E4E3"/>
            </a:solidFill>
            <a:prstDash val="solid"/>
          </a:ln>
        </p:spPr>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E4E4E3"/>
            </a:solidFill>
            <a:prstDash val="solid"/>
          </a:ln>
        </p:spPr>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E0F0E0"/>
            </a:solidFill>
            <a:prstDash val="solid"/>
          </a:ln>
        </p:spPr>
      </p:sp>
      <p:sp>
        <p:nvSpPr>
          <p:cNvPr id="126" name="Shape 124"/>
          <p:cNvSpPr/>
          <p:nvPr/>
        </p:nvSpPr>
        <p:spPr>
          <a:xfrm>
            <a:off x="8043994" y="2670158"/>
            <a:ext cx="129599" cy="129599"/>
          </a:xfrm>
          <a:prstGeom prst="ellipse">
            <a:avLst/>
          </a:prstGeom>
          <a:solidFill>
            <a:srgbClr val="FFFFFF"/>
          </a:solidFill>
          <a:ln w="11782">
            <a:solidFill>
              <a:srgbClr val="E4E4E3"/>
            </a:solidFill>
            <a:prstDash val="solid"/>
          </a:ln>
        </p:spPr>
      </p:sp>
      <p:sp>
        <p:nvSpPr>
          <p:cNvPr id="127" name="Shape 125"/>
          <p:cNvSpPr/>
          <p:nvPr/>
        </p:nvSpPr>
        <p:spPr>
          <a:xfrm>
            <a:off x="8073449" y="2734957"/>
            <a:ext cx="70690" cy="0"/>
          </a:xfrm>
          <a:prstGeom prst="line">
            <a:avLst/>
          </a:prstGeom>
          <a:noFill/>
          <a:ln w="10604">
            <a:solidFill>
              <a:srgbClr val="E4E4E3"/>
            </a:solidFill>
            <a:prstDash val="solid"/>
          </a:ln>
        </p:spPr>
      </p:sp>
      <p:sp>
        <p:nvSpPr>
          <p:cNvPr id="128" name="Shape 126"/>
          <p:cNvSpPr/>
          <p:nvPr/>
        </p:nvSpPr>
        <p:spPr>
          <a:xfrm>
            <a:off x="8108794" y="2699612"/>
            <a:ext cx="0" cy="70690"/>
          </a:xfrm>
          <a:prstGeom prst="line">
            <a:avLst/>
          </a:prstGeom>
          <a:noFill/>
          <a:ln w="10604">
            <a:solidFill>
              <a:srgbClr val="E4E4E3"/>
            </a:solidFill>
            <a:prstDash val="solid"/>
          </a:ln>
        </p:spPr>
      </p:sp>
      <p:sp>
        <p:nvSpPr>
          <p:cNvPr id="129" name="Shape 127"/>
          <p:cNvSpPr/>
          <p:nvPr/>
        </p:nvSpPr>
        <p:spPr>
          <a:xfrm>
            <a:off x="8108794" y="2546450"/>
            <a:ext cx="0" cy="123708"/>
          </a:xfrm>
          <a:prstGeom prst="line">
            <a:avLst/>
          </a:prstGeom>
          <a:noFill/>
          <a:ln w="12960">
            <a:solidFill>
              <a:srgbClr val="E4E4E3"/>
            </a:solidFill>
            <a:prstDash val="solid"/>
            <a:headEnd type="triangle"/>
          </a:ln>
        </p:spPr>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E4E4E3"/>
            </a:solidFill>
            <a:prstDash val="solid"/>
          </a:ln>
        </p:spPr>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E4E4E3"/>
            </a:solidFill>
            <a:prstDash val="solid"/>
          </a:ln>
        </p:spPr>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E4E4E3"/>
            </a:solidFill>
            <a:prstDash val="solid"/>
          </a:ln>
        </p:spPr>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34" name="Shape 132"/>
          <p:cNvSpPr/>
          <p:nvPr/>
        </p:nvSpPr>
        <p:spPr>
          <a:xfrm>
            <a:off x="7767125" y="2073710"/>
            <a:ext cx="129599" cy="129599"/>
          </a:xfrm>
          <a:prstGeom prst="ellipse">
            <a:avLst/>
          </a:prstGeom>
          <a:solidFill>
            <a:srgbClr val="FFFFFF"/>
          </a:solidFill>
          <a:ln w="11782">
            <a:solidFill>
              <a:srgbClr val="E4E4E3"/>
            </a:solidFill>
            <a:prstDash val="solid"/>
          </a:ln>
        </p:spPr>
      </p:sp>
      <p:sp>
        <p:nvSpPr>
          <p:cNvPr id="135" name="Shape 133"/>
          <p:cNvSpPr/>
          <p:nvPr/>
        </p:nvSpPr>
        <p:spPr>
          <a:xfrm>
            <a:off x="7796579" y="2138509"/>
            <a:ext cx="70690" cy="0"/>
          </a:xfrm>
          <a:prstGeom prst="line">
            <a:avLst/>
          </a:prstGeom>
          <a:noFill/>
          <a:ln w="10604">
            <a:solidFill>
              <a:srgbClr val="E4E4E3"/>
            </a:solidFill>
            <a:prstDash val="solid"/>
          </a:ln>
        </p:spPr>
      </p:sp>
      <p:sp>
        <p:nvSpPr>
          <p:cNvPr id="136" name="Shape 134"/>
          <p:cNvSpPr/>
          <p:nvPr/>
        </p:nvSpPr>
        <p:spPr>
          <a:xfrm>
            <a:off x="7831924" y="2103164"/>
            <a:ext cx="0" cy="70690"/>
          </a:xfrm>
          <a:prstGeom prst="line">
            <a:avLst/>
          </a:prstGeom>
          <a:noFill/>
          <a:ln w="10604">
            <a:solidFill>
              <a:srgbClr val="E4E4E3"/>
            </a:solidFill>
            <a:prstDash val="solid"/>
          </a:ln>
        </p:spPr>
      </p:sp>
      <p:sp>
        <p:nvSpPr>
          <p:cNvPr id="137" name="Shape 135"/>
          <p:cNvSpPr/>
          <p:nvPr/>
        </p:nvSpPr>
        <p:spPr>
          <a:xfrm>
            <a:off x="7831924" y="1950002"/>
            <a:ext cx="0" cy="123708"/>
          </a:xfrm>
          <a:prstGeom prst="line">
            <a:avLst/>
          </a:prstGeom>
          <a:noFill/>
          <a:ln w="12960">
            <a:solidFill>
              <a:srgbClr val="E4E4E3"/>
            </a:solidFill>
            <a:prstDash val="solid"/>
            <a:headEnd type="triangle"/>
          </a:ln>
        </p:spPr>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E4E4E3"/>
            </a:solidFill>
            <a:prstDash val="solid"/>
          </a:ln>
        </p:spPr>
      </p:sp>
      <p:sp>
        <p:nvSpPr>
          <p:cNvPr id="140" name="Shape 138"/>
          <p:cNvSpPr/>
          <p:nvPr/>
        </p:nvSpPr>
        <p:spPr>
          <a:xfrm>
            <a:off x="5428459" y="3863054"/>
            <a:ext cx="129599" cy="129599"/>
          </a:xfrm>
          <a:prstGeom prst="ellipse">
            <a:avLst/>
          </a:prstGeom>
          <a:solidFill>
            <a:srgbClr val="FFFFFF"/>
          </a:solidFill>
          <a:ln w="11782">
            <a:solidFill>
              <a:srgbClr val="E4E4E3"/>
            </a:solidFill>
            <a:prstDash val="solid"/>
          </a:ln>
        </p:spPr>
      </p:sp>
      <p:sp>
        <p:nvSpPr>
          <p:cNvPr id="141" name="Shape 139"/>
          <p:cNvSpPr/>
          <p:nvPr/>
        </p:nvSpPr>
        <p:spPr>
          <a:xfrm>
            <a:off x="5457913" y="3927854"/>
            <a:ext cx="70690" cy="0"/>
          </a:xfrm>
          <a:prstGeom prst="line">
            <a:avLst/>
          </a:prstGeom>
          <a:noFill/>
          <a:ln w="10604">
            <a:solidFill>
              <a:srgbClr val="E4E4E3"/>
            </a:solidFill>
            <a:prstDash val="solid"/>
          </a:ln>
        </p:spPr>
      </p:sp>
      <p:sp>
        <p:nvSpPr>
          <p:cNvPr id="142" name="Shape 140"/>
          <p:cNvSpPr/>
          <p:nvPr/>
        </p:nvSpPr>
        <p:spPr>
          <a:xfrm>
            <a:off x="5493258" y="3892508"/>
            <a:ext cx="0" cy="70690"/>
          </a:xfrm>
          <a:prstGeom prst="line">
            <a:avLst/>
          </a:prstGeom>
          <a:noFill/>
          <a:ln w="10604">
            <a:solidFill>
              <a:srgbClr val="E4E4E3"/>
            </a:solidFill>
            <a:prstDash val="solid"/>
          </a:ln>
        </p:spPr>
      </p:sp>
      <p:sp>
        <p:nvSpPr>
          <p:cNvPr id="143" name="Shape 141"/>
          <p:cNvSpPr/>
          <p:nvPr/>
        </p:nvSpPr>
        <p:spPr>
          <a:xfrm>
            <a:off x="5493258" y="3739346"/>
            <a:ext cx="0" cy="123708"/>
          </a:xfrm>
          <a:prstGeom prst="line">
            <a:avLst/>
          </a:prstGeom>
          <a:noFill/>
          <a:ln w="12960">
            <a:solidFill>
              <a:srgbClr val="E4E4E3"/>
            </a:solidFill>
            <a:prstDash val="solid"/>
            <a:headEnd type="triangle"/>
          </a:ln>
        </p:spPr>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E4E4E3"/>
            </a:solidFill>
            <a:prstDash val="solid"/>
          </a:ln>
        </p:spPr>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E4E4E3"/>
            </a:solidFill>
            <a:prstDash val="solid"/>
          </a:ln>
        </p:spPr>
      </p:sp>
      <p:sp>
        <p:nvSpPr>
          <p:cNvPr id="146" name="Shape 144"/>
          <p:cNvSpPr/>
          <p:nvPr/>
        </p:nvSpPr>
        <p:spPr>
          <a:xfrm>
            <a:off x="7490255" y="2670158"/>
            <a:ext cx="129599" cy="129599"/>
          </a:xfrm>
          <a:prstGeom prst="ellipse">
            <a:avLst/>
          </a:prstGeom>
          <a:solidFill>
            <a:srgbClr val="FFFFFF"/>
          </a:solidFill>
          <a:ln w="11782">
            <a:solidFill>
              <a:srgbClr val="E4E4E3"/>
            </a:solidFill>
            <a:prstDash val="solid"/>
          </a:ln>
        </p:spPr>
      </p:sp>
      <p:sp>
        <p:nvSpPr>
          <p:cNvPr id="147" name="Shape 145"/>
          <p:cNvSpPr/>
          <p:nvPr/>
        </p:nvSpPr>
        <p:spPr>
          <a:xfrm>
            <a:off x="7519709" y="2734957"/>
            <a:ext cx="70690" cy="0"/>
          </a:xfrm>
          <a:prstGeom prst="line">
            <a:avLst/>
          </a:prstGeom>
          <a:noFill/>
          <a:ln w="10604">
            <a:solidFill>
              <a:srgbClr val="E4E4E3"/>
            </a:solidFill>
            <a:prstDash val="solid"/>
          </a:ln>
        </p:spPr>
      </p:sp>
      <p:sp>
        <p:nvSpPr>
          <p:cNvPr id="148" name="Shape 146"/>
          <p:cNvSpPr/>
          <p:nvPr/>
        </p:nvSpPr>
        <p:spPr>
          <a:xfrm>
            <a:off x="7555054" y="2699612"/>
            <a:ext cx="0" cy="70690"/>
          </a:xfrm>
          <a:prstGeom prst="line">
            <a:avLst/>
          </a:prstGeom>
          <a:noFill/>
          <a:ln w="10604">
            <a:solidFill>
              <a:srgbClr val="E4E4E3"/>
            </a:solidFill>
            <a:prstDash val="solid"/>
          </a:ln>
        </p:spPr>
      </p:sp>
      <p:sp>
        <p:nvSpPr>
          <p:cNvPr id="149" name="Shape 147"/>
          <p:cNvSpPr/>
          <p:nvPr/>
        </p:nvSpPr>
        <p:spPr>
          <a:xfrm>
            <a:off x="7555054" y="2546450"/>
            <a:ext cx="0" cy="123708"/>
          </a:xfrm>
          <a:prstGeom prst="line">
            <a:avLst/>
          </a:prstGeom>
          <a:noFill/>
          <a:ln w="12960">
            <a:solidFill>
              <a:srgbClr val="E4E4E3"/>
            </a:solidFill>
            <a:prstDash val="solid"/>
            <a:headEnd type="triangle"/>
          </a:ln>
        </p:spPr>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E4E4E3"/>
            </a:solidFill>
            <a:prstDash val="solid"/>
          </a:ln>
        </p:spPr>
      </p:sp>
      <p:sp>
        <p:nvSpPr>
          <p:cNvPr id="151" name="Shape 149"/>
          <p:cNvSpPr/>
          <p:nvPr/>
        </p:nvSpPr>
        <p:spPr>
          <a:xfrm>
            <a:off x="5982198" y="3863054"/>
            <a:ext cx="129599" cy="129599"/>
          </a:xfrm>
          <a:prstGeom prst="ellipse">
            <a:avLst/>
          </a:prstGeom>
          <a:solidFill>
            <a:srgbClr val="FFFFFF"/>
          </a:solidFill>
          <a:ln w="11782">
            <a:solidFill>
              <a:srgbClr val="E4E4E3"/>
            </a:solidFill>
            <a:prstDash val="solid"/>
          </a:ln>
        </p:spPr>
      </p:sp>
      <p:sp>
        <p:nvSpPr>
          <p:cNvPr id="152" name="Shape 150"/>
          <p:cNvSpPr/>
          <p:nvPr/>
        </p:nvSpPr>
        <p:spPr>
          <a:xfrm>
            <a:off x="6011652" y="3927854"/>
            <a:ext cx="70690" cy="0"/>
          </a:xfrm>
          <a:prstGeom prst="line">
            <a:avLst/>
          </a:prstGeom>
          <a:noFill/>
          <a:ln w="10604">
            <a:solidFill>
              <a:srgbClr val="E4E4E3"/>
            </a:solidFill>
            <a:prstDash val="solid"/>
          </a:ln>
        </p:spPr>
      </p:sp>
      <p:sp>
        <p:nvSpPr>
          <p:cNvPr id="153" name="Shape 151"/>
          <p:cNvSpPr/>
          <p:nvPr/>
        </p:nvSpPr>
        <p:spPr>
          <a:xfrm>
            <a:off x="6046998" y="3892508"/>
            <a:ext cx="0" cy="70690"/>
          </a:xfrm>
          <a:prstGeom prst="line">
            <a:avLst/>
          </a:prstGeom>
          <a:noFill/>
          <a:ln w="10604">
            <a:solidFill>
              <a:srgbClr val="E4E4E3"/>
            </a:solidFill>
            <a:prstDash val="solid"/>
          </a:ln>
        </p:spPr>
      </p:sp>
      <p:sp>
        <p:nvSpPr>
          <p:cNvPr id="154" name="Shape 152"/>
          <p:cNvSpPr/>
          <p:nvPr/>
        </p:nvSpPr>
        <p:spPr>
          <a:xfrm>
            <a:off x="6046998" y="3739346"/>
            <a:ext cx="0" cy="123708"/>
          </a:xfrm>
          <a:prstGeom prst="line">
            <a:avLst/>
          </a:prstGeom>
          <a:noFill/>
          <a:ln w="12960">
            <a:solidFill>
              <a:srgbClr val="E4E4E3"/>
            </a:solidFill>
            <a:prstDash val="solid"/>
            <a:headEnd type="triangle"/>
          </a:ln>
        </p:spPr>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E4E4E3"/>
            </a:solidFill>
            <a:prstDash val="solid"/>
          </a:ln>
        </p:spPr>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E4F5EF"/>
            </a:solidFill>
            <a:prstDash val="solid"/>
          </a:ln>
        </p:spPr>
      </p:sp>
      <p:sp>
        <p:nvSpPr>
          <p:cNvPr id="157" name="Shape 155"/>
          <p:cNvSpPr/>
          <p:nvPr/>
        </p:nvSpPr>
        <p:spPr>
          <a:xfrm>
            <a:off x="3119247" y="3863054"/>
            <a:ext cx="129599" cy="129599"/>
          </a:xfrm>
          <a:prstGeom prst="ellipse">
            <a:avLst/>
          </a:prstGeom>
          <a:solidFill>
            <a:srgbClr val="FFFFFF"/>
          </a:solidFill>
          <a:ln w="11782">
            <a:solidFill>
              <a:srgbClr val="E4E4E3"/>
            </a:solidFill>
            <a:prstDash val="solid"/>
          </a:ln>
        </p:spPr>
      </p:sp>
      <p:sp>
        <p:nvSpPr>
          <p:cNvPr id="158" name="Shape 156"/>
          <p:cNvSpPr/>
          <p:nvPr/>
        </p:nvSpPr>
        <p:spPr>
          <a:xfrm>
            <a:off x="3148701" y="3927854"/>
            <a:ext cx="70690" cy="0"/>
          </a:xfrm>
          <a:prstGeom prst="line">
            <a:avLst/>
          </a:prstGeom>
          <a:noFill/>
          <a:ln w="10604">
            <a:solidFill>
              <a:srgbClr val="E4E4E3"/>
            </a:solidFill>
            <a:prstDash val="solid"/>
          </a:ln>
        </p:spPr>
      </p:sp>
      <p:sp>
        <p:nvSpPr>
          <p:cNvPr id="159" name="Shape 157"/>
          <p:cNvSpPr/>
          <p:nvPr/>
        </p:nvSpPr>
        <p:spPr>
          <a:xfrm>
            <a:off x="3184046" y="3892508"/>
            <a:ext cx="0" cy="70690"/>
          </a:xfrm>
          <a:prstGeom prst="line">
            <a:avLst/>
          </a:prstGeom>
          <a:noFill/>
          <a:ln w="10604">
            <a:solidFill>
              <a:srgbClr val="E4E4E3"/>
            </a:solidFill>
            <a:prstDash val="solid"/>
          </a:ln>
        </p:spPr>
      </p:sp>
      <p:sp>
        <p:nvSpPr>
          <p:cNvPr id="160" name="Shape 158"/>
          <p:cNvSpPr/>
          <p:nvPr/>
        </p:nvSpPr>
        <p:spPr>
          <a:xfrm>
            <a:off x="3184046" y="3739346"/>
            <a:ext cx="0" cy="123708"/>
          </a:xfrm>
          <a:prstGeom prst="line">
            <a:avLst/>
          </a:prstGeom>
          <a:noFill/>
          <a:ln w="12960">
            <a:solidFill>
              <a:srgbClr val="E4E4E3"/>
            </a:solidFill>
            <a:prstDash val="solid"/>
            <a:headEnd type="triangle"/>
          </a:ln>
        </p:spPr>
      </p:sp>
      <p:sp>
        <p:nvSpPr>
          <p:cNvPr id="161" name="Shape 159"/>
          <p:cNvSpPr/>
          <p:nvPr/>
        </p:nvSpPr>
        <p:spPr>
          <a:xfrm>
            <a:off x="5592813" y="473756"/>
            <a:ext cx="354629" cy="354629"/>
          </a:xfrm>
          <a:prstGeom prst="diamond">
            <a:avLst/>
          </a:prstGeom>
          <a:solidFill>
            <a:srgbClr val="FFFFFF"/>
          </a:solidFill>
          <a:ln w="18851">
            <a:solidFill>
              <a:srgbClr val="DFDFDE"/>
            </a:solidFill>
            <a:prstDash val="solid"/>
          </a:ln>
        </p:spPr>
      </p:sp>
      <p:sp>
        <p:nvSpPr>
          <p:cNvPr id="162" name="Shape 160"/>
          <p:cNvSpPr/>
          <p:nvPr/>
        </p:nvSpPr>
        <p:spPr>
          <a:xfrm>
            <a:off x="3659438" y="3555258"/>
            <a:ext cx="156697" cy="156107"/>
          </a:xfrm>
          <a:prstGeom prst="rect">
            <a:avLst/>
          </a:prstGeom>
          <a:solidFill>
            <a:srgbClr val="FFFFFF"/>
          </a:solidFill>
          <a:ln w="12371">
            <a:solidFill>
              <a:srgbClr val="DFDFDE"/>
            </a:solidFill>
            <a:prstDash val="solid"/>
          </a:ln>
        </p:spPr>
      </p:sp>
      <p:sp>
        <p:nvSpPr>
          <p:cNvPr id="163" name="Shape 161"/>
          <p:cNvSpPr/>
          <p:nvPr/>
        </p:nvSpPr>
        <p:spPr>
          <a:xfrm>
            <a:off x="7721176" y="1137065"/>
            <a:ext cx="221496" cy="220907"/>
          </a:xfrm>
          <a:prstGeom prst="diamond">
            <a:avLst/>
          </a:prstGeom>
          <a:solidFill>
            <a:srgbClr val="FFFFFF"/>
          </a:solidFill>
          <a:ln w="12371">
            <a:solidFill>
              <a:srgbClr val="DFDFDE"/>
            </a:solidFill>
            <a:prstDash val="solid"/>
          </a:ln>
        </p:spPr>
      </p:sp>
      <p:sp>
        <p:nvSpPr>
          <p:cNvPr id="164" name="Shape 162"/>
          <p:cNvSpPr/>
          <p:nvPr/>
        </p:nvSpPr>
        <p:spPr>
          <a:xfrm>
            <a:off x="4180777" y="3522858"/>
            <a:ext cx="221496" cy="220907"/>
          </a:xfrm>
          <a:prstGeom prst="diamond">
            <a:avLst/>
          </a:prstGeom>
          <a:solidFill>
            <a:srgbClr val="FFFFFF"/>
          </a:solidFill>
          <a:ln w="12371">
            <a:solidFill>
              <a:srgbClr val="DFDFDE"/>
            </a:solidFill>
            <a:prstDash val="solid"/>
          </a:ln>
        </p:spPr>
      </p:sp>
      <p:sp>
        <p:nvSpPr>
          <p:cNvPr id="165" name="Shape 163"/>
          <p:cNvSpPr/>
          <p:nvPr/>
        </p:nvSpPr>
        <p:spPr>
          <a:xfrm>
            <a:off x="4203163" y="4141397"/>
            <a:ext cx="176725" cy="176725"/>
          </a:xfrm>
          <a:prstGeom prst="ellipse">
            <a:avLst/>
          </a:prstGeom>
          <a:solidFill>
            <a:srgbClr val="FFFFFF"/>
          </a:solidFill>
          <a:ln w="12371">
            <a:solidFill>
              <a:srgbClr val="DFDFDE"/>
            </a:solidFill>
            <a:prstDash val="solid"/>
          </a:ln>
        </p:spPr>
      </p:sp>
      <p:sp>
        <p:nvSpPr>
          <p:cNvPr id="166" name="Shape 164"/>
          <p:cNvSpPr/>
          <p:nvPr/>
        </p:nvSpPr>
        <p:spPr>
          <a:xfrm>
            <a:off x="1893951" y="4737845"/>
            <a:ext cx="176725" cy="176725"/>
          </a:xfrm>
          <a:prstGeom prst="ellipse">
            <a:avLst/>
          </a:prstGeom>
          <a:solidFill>
            <a:srgbClr val="FFFFFF"/>
          </a:solidFill>
          <a:ln w="12371">
            <a:solidFill>
              <a:srgbClr val="DFDFDE"/>
            </a:solidFill>
            <a:prstDash val="solid"/>
          </a:ln>
        </p:spPr>
      </p:sp>
      <p:sp>
        <p:nvSpPr>
          <p:cNvPr id="167" name="Shape 165"/>
          <p:cNvSpPr/>
          <p:nvPr/>
        </p:nvSpPr>
        <p:spPr>
          <a:xfrm>
            <a:off x="1340211" y="4737845"/>
            <a:ext cx="176725" cy="176725"/>
          </a:xfrm>
          <a:prstGeom prst="ellipse">
            <a:avLst/>
          </a:prstGeom>
          <a:solidFill>
            <a:srgbClr val="FFFFFF"/>
          </a:solidFill>
          <a:ln w="12371">
            <a:solidFill>
              <a:srgbClr val="DFDFDE"/>
            </a:solidFill>
            <a:prstDash val="solid"/>
          </a:ln>
        </p:spPr>
      </p:sp>
      <p:sp>
        <p:nvSpPr>
          <p:cNvPr id="168" name="Shape 166"/>
          <p:cNvSpPr/>
          <p:nvPr/>
        </p:nvSpPr>
        <p:spPr>
          <a:xfrm>
            <a:off x="7661089" y="3462477"/>
            <a:ext cx="341669" cy="341669"/>
          </a:xfrm>
          <a:prstGeom prst="ellipse">
            <a:avLst/>
          </a:prstGeom>
          <a:ln w="15316">
            <a:solidFill>
              <a:srgbClr val="1A1A16"/>
            </a:solidFill>
            <a:prstDash val="dash"/>
          </a:ln>
        </p:spPr>
      </p:sp>
      <p:sp>
        <p:nvSpPr>
          <p:cNvPr id="169" name="Shape 167"/>
          <p:cNvSpPr/>
          <p:nvPr/>
        </p:nvSpPr>
        <p:spPr>
          <a:xfrm>
            <a:off x="7714107" y="3515494"/>
            <a:ext cx="235634" cy="235634"/>
          </a:xfrm>
          <a:prstGeom prst="ellipse">
            <a:avLst/>
          </a:prstGeom>
          <a:solidFill>
            <a:srgbClr val="FFFFFF"/>
          </a:solidFill>
          <a:ln w="20029">
            <a:solidFill>
              <a:srgbClr val="1A1A16"/>
            </a:solidFill>
            <a:prstDash val="solid"/>
          </a:ln>
        </p:spPr>
      </p:sp>
      <p:sp>
        <p:nvSpPr>
          <p:cNvPr id="170" name="Shape 168"/>
          <p:cNvSpPr/>
          <p:nvPr/>
        </p:nvSpPr>
        <p:spPr>
          <a:xfrm>
            <a:off x="5691780" y="2362361"/>
            <a:ext cx="156697" cy="156107"/>
          </a:xfrm>
          <a:prstGeom prst="rect">
            <a:avLst/>
          </a:prstGeom>
          <a:solidFill>
            <a:srgbClr val="FFFFFF"/>
          </a:solidFill>
          <a:ln w="12371">
            <a:solidFill>
              <a:srgbClr val="DFDFDE"/>
            </a:solidFill>
            <a:prstDash val="solid"/>
          </a:ln>
        </p:spPr>
      </p:sp>
      <p:sp>
        <p:nvSpPr>
          <p:cNvPr id="171" name="Shape 169"/>
          <p:cNvSpPr/>
          <p:nvPr/>
        </p:nvSpPr>
        <p:spPr>
          <a:xfrm>
            <a:off x="5681765" y="2948500"/>
            <a:ext cx="176725" cy="176725"/>
          </a:xfrm>
          <a:prstGeom prst="ellipse">
            <a:avLst/>
          </a:prstGeom>
          <a:solidFill>
            <a:srgbClr val="FFFFFF"/>
          </a:solidFill>
          <a:ln w="12371">
            <a:solidFill>
              <a:srgbClr val="DFDFDE"/>
            </a:solidFill>
            <a:prstDash val="solid"/>
          </a:ln>
        </p:spPr>
      </p:sp>
      <p:sp>
        <p:nvSpPr>
          <p:cNvPr id="172" name="Shape 170"/>
          <p:cNvSpPr/>
          <p:nvPr/>
        </p:nvSpPr>
        <p:spPr>
          <a:xfrm>
            <a:off x="3566951" y="4655373"/>
            <a:ext cx="341669" cy="341669"/>
          </a:xfrm>
          <a:prstGeom prst="ellipse">
            <a:avLst/>
          </a:prstGeom>
          <a:ln w="15316">
            <a:solidFill>
              <a:srgbClr val="1A1A16"/>
            </a:solidFill>
            <a:prstDash val="dash"/>
          </a:ln>
        </p:spPr>
      </p:sp>
      <p:sp>
        <p:nvSpPr>
          <p:cNvPr id="173" name="Shape 171"/>
          <p:cNvSpPr/>
          <p:nvPr/>
        </p:nvSpPr>
        <p:spPr>
          <a:xfrm>
            <a:off x="3619969" y="4708391"/>
            <a:ext cx="235634" cy="235634"/>
          </a:xfrm>
          <a:prstGeom prst="ellipse">
            <a:avLst/>
          </a:prstGeom>
          <a:solidFill>
            <a:srgbClr val="FFFFFF"/>
          </a:solidFill>
          <a:ln w="20029">
            <a:solidFill>
              <a:srgbClr val="1A1A16"/>
            </a:solidFill>
            <a:prstDash val="solid"/>
          </a:ln>
        </p:spPr>
      </p:sp>
      <p:sp>
        <p:nvSpPr>
          <p:cNvPr id="174" name="Shape 172"/>
          <p:cNvSpPr/>
          <p:nvPr/>
        </p:nvSpPr>
        <p:spPr>
          <a:xfrm>
            <a:off x="9844826" y="2362361"/>
            <a:ext cx="156697" cy="156107"/>
          </a:xfrm>
          <a:prstGeom prst="rect">
            <a:avLst/>
          </a:prstGeom>
          <a:solidFill>
            <a:srgbClr val="FFFFFF"/>
          </a:solidFill>
          <a:ln w="12371">
            <a:solidFill>
              <a:srgbClr val="DFDFDE"/>
            </a:solidFill>
            <a:prstDash val="solid"/>
          </a:ln>
        </p:spPr>
      </p:sp>
      <p:sp>
        <p:nvSpPr>
          <p:cNvPr id="175" name="Shape 173"/>
          <p:cNvSpPr/>
          <p:nvPr/>
        </p:nvSpPr>
        <p:spPr>
          <a:xfrm>
            <a:off x="9752340" y="3462477"/>
            <a:ext cx="341669" cy="341669"/>
          </a:xfrm>
          <a:prstGeom prst="ellipse">
            <a:avLst/>
          </a:prstGeom>
          <a:ln w="15316">
            <a:solidFill>
              <a:srgbClr val="1A1A16"/>
            </a:solidFill>
            <a:prstDash val="dash"/>
          </a:ln>
        </p:spPr>
      </p:sp>
      <p:sp>
        <p:nvSpPr>
          <p:cNvPr id="176" name="Shape 174"/>
          <p:cNvSpPr/>
          <p:nvPr/>
        </p:nvSpPr>
        <p:spPr>
          <a:xfrm>
            <a:off x="9805357" y="3515494"/>
            <a:ext cx="235634" cy="235634"/>
          </a:xfrm>
          <a:prstGeom prst="ellipse">
            <a:avLst/>
          </a:prstGeom>
          <a:solidFill>
            <a:srgbClr val="FFFFFF"/>
          </a:solidFill>
          <a:ln w="20029">
            <a:solidFill>
              <a:srgbClr val="1A1A16"/>
            </a:solidFill>
            <a:prstDash val="solid"/>
          </a:ln>
        </p:spPr>
      </p:sp>
      <p:sp>
        <p:nvSpPr>
          <p:cNvPr id="177" name="Shape 175"/>
          <p:cNvSpPr/>
          <p:nvPr/>
        </p:nvSpPr>
        <p:spPr>
          <a:xfrm>
            <a:off x="3649423" y="4141397"/>
            <a:ext cx="176725" cy="176725"/>
          </a:xfrm>
          <a:prstGeom prst="ellipse">
            <a:avLst/>
          </a:prstGeom>
          <a:solidFill>
            <a:srgbClr val="FFFFFF"/>
          </a:solidFill>
          <a:ln w="12371">
            <a:solidFill>
              <a:srgbClr val="DFDFDE"/>
            </a:solidFill>
            <a:prstDash val="solid"/>
          </a:ln>
        </p:spPr>
      </p:sp>
      <p:sp>
        <p:nvSpPr>
          <p:cNvPr id="178" name="Shape 176"/>
          <p:cNvSpPr/>
          <p:nvPr/>
        </p:nvSpPr>
        <p:spPr>
          <a:xfrm>
            <a:off x="3095684" y="4141397"/>
            <a:ext cx="176725" cy="176725"/>
          </a:xfrm>
          <a:prstGeom prst="ellipse">
            <a:avLst/>
          </a:prstGeom>
          <a:solidFill>
            <a:srgbClr val="FFFFFF"/>
          </a:solidFill>
          <a:ln w="12371">
            <a:solidFill>
              <a:srgbClr val="DFDFDE"/>
            </a:solidFill>
            <a:prstDash val="solid"/>
          </a:ln>
        </p:spPr>
      </p:sp>
      <p:sp>
        <p:nvSpPr>
          <p:cNvPr id="179" name="Shape 177"/>
          <p:cNvSpPr/>
          <p:nvPr/>
        </p:nvSpPr>
        <p:spPr>
          <a:xfrm>
            <a:off x="5659380" y="1733219"/>
            <a:ext cx="221496" cy="221496"/>
          </a:xfrm>
          <a:prstGeom prst="diamond">
            <a:avLst/>
          </a:prstGeom>
          <a:solidFill>
            <a:srgbClr val="FFFFFF"/>
          </a:solidFill>
          <a:ln w="12371">
            <a:solidFill>
              <a:srgbClr val="DFDFDE"/>
            </a:solidFill>
            <a:prstDash val="solid"/>
          </a:ln>
        </p:spPr>
      </p:sp>
      <p:sp>
        <p:nvSpPr>
          <p:cNvPr id="180" name="Shape 178"/>
          <p:cNvSpPr/>
          <p:nvPr/>
        </p:nvSpPr>
        <p:spPr>
          <a:xfrm>
            <a:off x="7753576" y="2958515"/>
            <a:ext cx="156697" cy="156697"/>
          </a:xfrm>
          <a:prstGeom prst="rect">
            <a:avLst/>
          </a:prstGeom>
          <a:solidFill>
            <a:srgbClr val="FFFFFF"/>
          </a:solidFill>
          <a:ln w="12371">
            <a:solidFill>
              <a:srgbClr val="DFDFDE"/>
            </a:solidFill>
            <a:prstDash val="solid"/>
          </a:ln>
        </p:spPr>
      </p:sp>
      <p:sp>
        <p:nvSpPr>
          <p:cNvPr id="181" name="Shape 179"/>
          <p:cNvSpPr/>
          <p:nvPr/>
        </p:nvSpPr>
        <p:spPr>
          <a:xfrm>
            <a:off x="7989799" y="2302864"/>
            <a:ext cx="237990" cy="206180"/>
          </a:xfrm>
          <a:prstGeom prst="triangle">
            <a:avLst/>
          </a:prstGeom>
          <a:solidFill>
            <a:srgbClr val="FFFFFF"/>
          </a:solidFill>
          <a:ln w="12371">
            <a:solidFill>
              <a:srgbClr val="DFDFDE"/>
            </a:solidFill>
            <a:prstDash val="solid"/>
          </a:ln>
        </p:spPr>
      </p:sp>
      <p:sp>
        <p:nvSpPr>
          <p:cNvPr id="182" name="Shape 180"/>
          <p:cNvSpPr/>
          <p:nvPr/>
        </p:nvSpPr>
        <p:spPr>
          <a:xfrm>
            <a:off x="7712929" y="1706710"/>
            <a:ext cx="237990" cy="206180"/>
          </a:xfrm>
          <a:prstGeom prst="triangle">
            <a:avLst/>
          </a:prstGeom>
          <a:solidFill>
            <a:srgbClr val="FFFFFF"/>
          </a:solidFill>
          <a:ln w="12371">
            <a:solidFill>
              <a:srgbClr val="DFDFDE"/>
            </a:solidFill>
            <a:prstDash val="solid"/>
          </a:ln>
        </p:spPr>
      </p:sp>
      <p:sp>
        <p:nvSpPr>
          <p:cNvPr id="183" name="Shape 181"/>
          <p:cNvSpPr/>
          <p:nvPr/>
        </p:nvSpPr>
        <p:spPr>
          <a:xfrm>
            <a:off x="5404895" y="3544949"/>
            <a:ext cx="176725" cy="176725"/>
          </a:xfrm>
          <a:prstGeom prst="ellipse">
            <a:avLst/>
          </a:prstGeom>
          <a:solidFill>
            <a:srgbClr val="FFFFFF"/>
          </a:solidFill>
          <a:ln w="12371">
            <a:solidFill>
              <a:srgbClr val="DFDFDE"/>
            </a:solidFill>
            <a:prstDash val="solid"/>
          </a:ln>
        </p:spPr>
      </p:sp>
      <p:sp>
        <p:nvSpPr>
          <p:cNvPr id="184" name="Shape 182"/>
          <p:cNvSpPr/>
          <p:nvPr/>
        </p:nvSpPr>
        <p:spPr>
          <a:xfrm>
            <a:off x="7476706" y="2362361"/>
            <a:ext cx="156697" cy="156107"/>
          </a:xfrm>
          <a:prstGeom prst="rect">
            <a:avLst/>
          </a:prstGeom>
          <a:solidFill>
            <a:srgbClr val="FFFFFF"/>
          </a:solidFill>
          <a:ln w="12371">
            <a:solidFill>
              <a:srgbClr val="DFDFDE"/>
            </a:solidFill>
            <a:prstDash val="solid"/>
          </a:ln>
        </p:spPr>
      </p:sp>
      <p:sp>
        <p:nvSpPr>
          <p:cNvPr id="185" name="Shape 183"/>
          <p:cNvSpPr/>
          <p:nvPr/>
        </p:nvSpPr>
        <p:spPr>
          <a:xfrm>
            <a:off x="5958635" y="3544949"/>
            <a:ext cx="176725" cy="176725"/>
          </a:xfrm>
          <a:prstGeom prst="ellipse">
            <a:avLst/>
          </a:prstGeom>
          <a:solidFill>
            <a:srgbClr val="FFFFFF"/>
          </a:solidFill>
          <a:ln w="12371">
            <a:solidFill>
              <a:srgbClr val="DFDFDE"/>
            </a:solidFill>
            <a:prstDash val="solid"/>
          </a:ln>
        </p:spPr>
      </p:sp>
      <p:sp>
        <p:nvSpPr>
          <p:cNvPr id="186" name="Shape 184"/>
          <p:cNvSpPr/>
          <p:nvPr/>
        </p:nvSpPr>
        <p:spPr>
          <a:xfrm>
            <a:off x="3105698" y="3555258"/>
            <a:ext cx="156697" cy="156107"/>
          </a:xfrm>
          <a:prstGeom prst="rect">
            <a:avLst/>
          </a:prstGeom>
          <a:solidFill>
            <a:srgbClr val="FFFFFF"/>
          </a:solidFill>
          <a:ln w="12371">
            <a:solidFill>
              <a:srgbClr val="DFDFDE"/>
            </a:solidFill>
            <a:prstDash val="solid"/>
          </a:ln>
        </p:spPr>
      </p:sp>
      <p:sp>
        <p:nvSpPr>
          <p:cNvPr id="187" name="Shape 185"/>
          <p:cNvSpPr/>
          <p:nvPr/>
        </p:nvSpPr>
        <p:spPr>
          <a:xfrm>
            <a:off x="7661089" y="5251821"/>
            <a:ext cx="341669" cy="341669"/>
          </a:xfrm>
          <a:prstGeom prst="ellipse">
            <a:avLst/>
          </a:prstGeom>
          <a:ln w="15316">
            <a:solidFill>
              <a:srgbClr val="008300"/>
            </a:solidFill>
            <a:prstDash val="dash"/>
          </a:ln>
        </p:spPr>
      </p:sp>
      <p:sp>
        <p:nvSpPr>
          <p:cNvPr id="188" name="Shape 186"/>
          <p:cNvSpPr/>
          <p:nvPr/>
        </p:nvSpPr>
        <p:spPr>
          <a:xfrm>
            <a:off x="7719998" y="5293057"/>
            <a:ext cx="223852" cy="259197"/>
          </a:xfrm>
          <a:prstGeom prst="hexagon">
            <a:avLst/>
          </a:prstGeom>
          <a:solidFill>
            <a:srgbClr val="FFFFFF"/>
          </a:solidFill>
          <a:ln w="22385">
            <a:solidFill>
              <a:srgbClr val="008300"/>
            </a:solidFill>
            <a:prstDash val="solid"/>
          </a:ln>
        </p:spPr>
      </p:sp>
      <p:sp>
        <p:nvSpPr>
          <p:cNvPr id="189" name="Shape 187"/>
          <p:cNvSpPr/>
          <p:nvPr/>
        </p:nvSpPr>
        <p:spPr>
          <a:xfrm>
            <a:off x="2088349" y="5251821"/>
            <a:ext cx="341669" cy="341669"/>
          </a:xfrm>
          <a:prstGeom prst="ellipse">
            <a:avLst/>
          </a:prstGeom>
          <a:ln w="15316">
            <a:solidFill>
              <a:srgbClr val="1BAF7A"/>
            </a:solidFill>
            <a:prstDash val="dash"/>
          </a:ln>
        </p:spPr>
      </p:sp>
      <p:sp>
        <p:nvSpPr>
          <p:cNvPr id="190" name="Shape 188"/>
          <p:cNvSpPr/>
          <p:nvPr/>
        </p:nvSpPr>
        <p:spPr>
          <a:xfrm>
            <a:off x="2147257" y="5293057"/>
            <a:ext cx="223852" cy="259197"/>
          </a:xfrm>
          <a:prstGeom prst="hexagon">
            <a:avLst/>
          </a:prstGeom>
          <a:solidFill>
            <a:srgbClr val="FFFFFF"/>
          </a:solidFill>
          <a:ln w="22385">
            <a:solidFill>
              <a:srgbClr val="1BAF7A"/>
            </a:solidFill>
            <a:prstDash val="solid"/>
          </a:ln>
        </p:spPr>
      </p:sp>
      <p:sp>
        <p:nvSpPr>
          <p:cNvPr id="191" name="Shape 189"/>
          <p:cNvSpPr/>
          <p:nvPr/>
        </p:nvSpPr>
        <p:spPr>
          <a:xfrm>
            <a:off x="1534609" y="5251821"/>
            <a:ext cx="341669" cy="341669"/>
          </a:xfrm>
          <a:prstGeom prst="ellipse">
            <a:avLst/>
          </a:prstGeom>
          <a:ln w="15316">
            <a:solidFill>
              <a:srgbClr val="E87BA4"/>
            </a:solidFill>
            <a:prstDash val="dash"/>
          </a:ln>
        </p:spPr>
      </p:sp>
      <p:sp>
        <p:nvSpPr>
          <p:cNvPr id="192" name="Shape 190"/>
          <p:cNvSpPr/>
          <p:nvPr/>
        </p:nvSpPr>
        <p:spPr>
          <a:xfrm>
            <a:off x="1593518" y="5293057"/>
            <a:ext cx="223852" cy="259197"/>
          </a:xfrm>
          <a:prstGeom prst="hexagon">
            <a:avLst/>
          </a:prstGeom>
          <a:solidFill>
            <a:srgbClr val="FFFFFF"/>
          </a:solidFill>
          <a:ln w="22385">
            <a:solidFill>
              <a:srgbClr val="E87BA4"/>
            </a:solidFill>
            <a:prstDash val="solid"/>
          </a:ln>
        </p:spPr>
      </p:sp>
      <p:sp>
        <p:nvSpPr>
          <p:cNvPr id="193" name="Shape 191"/>
          <p:cNvSpPr/>
          <p:nvPr/>
        </p:nvSpPr>
        <p:spPr>
          <a:xfrm>
            <a:off x="9752340" y="5251821"/>
            <a:ext cx="341669" cy="341669"/>
          </a:xfrm>
          <a:prstGeom prst="ellipse">
            <a:avLst/>
          </a:prstGeom>
          <a:ln w="15316">
            <a:solidFill>
              <a:srgbClr val="2A78D6"/>
            </a:solidFill>
            <a:prstDash val="dash"/>
          </a:ln>
        </p:spPr>
      </p:sp>
      <p:sp>
        <p:nvSpPr>
          <p:cNvPr id="194" name="Shape 192"/>
          <p:cNvSpPr/>
          <p:nvPr/>
        </p:nvSpPr>
        <p:spPr>
          <a:xfrm>
            <a:off x="9811248" y="5293057"/>
            <a:ext cx="223852" cy="259197"/>
          </a:xfrm>
          <a:prstGeom prst="hexagon">
            <a:avLst/>
          </a:prstGeom>
          <a:solidFill>
            <a:srgbClr val="FFFFFF"/>
          </a:solidFill>
          <a:ln w="22385">
            <a:solidFill>
              <a:srgbClr val="2A78D6"/>
            </a:solidFill>
            <a:prstDash val="solid"/>
          </a:ln>
        </p:spPr>
      </p:sp>
      <p:sp>
        <p:nvSpPr>
          <p:cNvPr id="195" name="Shape 193"/>
          <p:cNvSpPr/>
          <p:nvPr/>
        </p:nvSpPr>
        <p:spPr>
          <a:xfrm>
            <a:off x="3566951" y="5251821"/>
            <a:ext cx="341669" cy="341669"/>
          </a:xfrm>
          <a:prstGeom prst="ellipse">
            <a:avLst/>
          </a:prstGeom>
          <a:ln w="15316">
            <a:solidFill>
              <a:srgbClr val="4A3AA7"/>
            </a:solidFill>
            <a:prstDash val="dash"/>
          </a:ln>
        </p:spPr>
      </p:sp>
      <p:sp>
        <p:nvSpPr>
          <p:cNvPr id="196" name="Shape 194"/>
          <p:cNvSpPr/>
          <p:nvPr/>
        </p:nvSpPr>
        <p:spPr>
          <a:xfrm>
            <a:off x="3625860" y="5293057"/>
            <a:ext cx="223852" cy="259197"/>
          </a:xfrm>
          <a:prstGeom prst="hexagon">
            <a:avLst/>
          </a:prstGeom>
          <a:solidFill>
            <a:srgbClr val="FFFFFF"/>
          </a:solidFill>
          <a:ln w="22385">
            <a:solidFill>
              <a:srgbClr val="4A3AA7"/>
            </a:solidFill>
            <a:prstDash val="solid"/>
          </a:ln>
        </p:spPr>
      </p:sp>
      <p:sp>
        <p:nvSpPr>
          <p:cNvPr id="197" name="Shape 195"/>
          <p:cNvSpPr/>
          <p:nvPr/>
        </p:nvSpPr>
        <p:spPr>
          <a:xfrm>
            <a:off x="980870" y="5251821"/>
            <a:ext cx="341669" cy="341669"/>
          </a:xfrm>
          <a:prstGeom prst="ellipse">
            <a:avLst/>
          </a:prstGeom>
          <a:ln w="15316">
            <a:solidFill>
              <a:srgbClr val="EDA100"/>
            </a:solidFill>
            <a:prstDash val="dash"/>
          </a:ln>
        </p:spPr>
      </p:sp>
      <p:sp>
        <p:nvSpPr>
          <p:cNvPr id="198" name="Shape 196"/>
          <p:cNvSpPr/>
          <p:nvPr/>
        </p:nvSpPr>
        <p:spPr>
          <a:xfrm>
            <a:off x="1039778" y="5293057"/>
            <a:ext cx="223852" cy="259197"/>
          </a:xfrm>
          <a:prstGeom prst="hexagon">
            <a:avLst/>
          </a:prstGeom>
          <a:solidFill>
            <a:srgbClr val="FFFFFF"/>
          </a:solidFill>
          <a:ln w="22385">
            <a:solidFill>
              <a:srgbClr val="EDA100"/>
            </a:solidFill>
            <a:prstDash val="solid"/>
          </a:ln>
        </p:spPr>
      </p:sp>
      <p:sp>
        <p:nvSpPr>
          <p:cNvPr id="199" name="Text 197"/>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200" name="Text 198"/>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201" name="Text 199"/>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202" name="Text 200"/>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203" name="Text 201"/>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204" name="Text 202"/>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205" name="Text 203"/>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9 ROOTS  ·  NOTHING BELOW THEM</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E4E4E3"/>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E4E4E3"/>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E4E4E3"/>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E4E4E3"/>
            </a:solidFill>
            <a:prstDash val="solid"/>
          </a:ln>
        </p:spPr>
      </p:sp>
      <p:sp>
        <p:nvSpPr>
          <p:cNvPr id="39" name="Shape 37"/>
          <p:cNvSpPr/>
          <p:nvPr/>
        </p:nvSpPr>
        <p:spPr>
          <a:xfrm>
            <a:off x="5734783" y="945613"/>
            <a:ext cx="70690" cy="0"/>
          </a:xfrm>
          <a:prstGeom prst="line">
            <a:avLst/>
          </a:prstGeom>
          <a:noFill/>
          <a:ln w="10604">
            <a:solidFill>
              <a:srgbClr val="E4E4E3"/>
            </a:solidFill>
            <a:prstDash val="solid"/>
          </a:ln>
        </p:spPr>
      </p:sp>
      <p:sp>
        <p:nvSpPr>
          <p:cNvPr id="40" name="Shape 38"/>
          <p:cNvSpPr/>
          <p:nvPr/>
        </p:nvSpPr>
        <p:spPr>
          <a:xfrm>
            <a:off x="5770128" y="910268"/>
            <a:ext cx="0" cy="70690"/>
          </a:xfrm>
          <a:prstGeom prst="line">
            <a:avLst/>
          </a:prstGeom>
          <a:noFill/>
          <a:ln w="10604">
            <a:solidFill>
              <a:srgbClr val="E4E4E3"/>
            </a:solidFill>
            <a:prstDash val="solid"/>
          </a:ln>
        </p:spPr>
      </p:sp>
      <p:sp>
        <p:nvSpPr>
          <p:cNvPr id="41" name="Shape 39"/>
          <p:cNvSpPr/>
          <p:nvPr/>
        </p:nvSpPr>
        <p:spPr>
          <a:xfrm>
            <a:off x="5770128" y="810123"/>
            <a:ext cx="0" cy="70690"/>
          </a:xfrm>
          <a:prstGeom prst="line">
            <a:avLst/>
          </a:prstGeom>
          <a:noFill/>
          <a:ln w="12960">
            <a:solidFill>
              <a:srgbClr val="E4E4E3"/>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F5EF"/>
            </a:solidFill>
            <a:prstDash val="solid"/>
          </a:ln>
        </p:spPr>
      </p:sp>
      <p:sp>
        <p:nvSpPr>
          <p:cNvPr id="45" name="Shape 43"/>
          <p:cNvSpPr/>
          <p:nvPr/>
        </p:nvSpPr>
        <p:spPr>
          <a:xfrm>
            <a:off x="3672987" y="3863054"/>
            <a:ext cx="129599" cy="129599"/>
          </a:xfrm>
          <a:prstGeom prst="ellipse">
            <a:avLst/>
          </a:prstGeom>
          <a:solidFill>
            <a:srgbClr val="FFFFFF"/>
          </a:solidFill>
          <a:ln w="11782">
            <a:solidFill>
              <a:srgbClr val="E4E4E3"/>
            </a:solidFill>
            <a:prstDash val="solid"/>
          </a:ln>
        </p:spPr>
      </p:sp>
      <p:sp>
        <p:nvSpPr>
          <p:cNvPr id="46" name="Shape 44"/>
          <p:cNvSpPr/>
          <p:nvPr/>
        </p:nvSpPr>
        <p:spPr>
          <a:xfrm>
            <a:off x="3702441" y="3927854"/>
            <a:ext cx="70690" cy="0"/>
          </a:xfrm>
          <a:prstGeom prst="line">
            <a:avLst/>
          </a:prstGeom>
          <a:noFill/>
          <a:ln w="10604">
            <a:solidFill>
              <a:srgbClr val="E4E4E3"/>
            </a:solidFill>
            <a:prstDash val="solid"/>
          </a:ln>
        </p:spPr>
      </p:sp>
      <p:sp>
        <p:nvSpPr>
          <p:cNvPr id="47" name="Shape 45"/>
          <p:cNvSpPr/>
          <p:nvPr/>
        </p:nvSpPr>
        <p:spPr>
          <a:xfrm>
            <a:off x="3737786" y="3892508"/>
            <a:ext cx="0" cy="70690"/>
          </a:xfrm>
          <a:prstGeom prst="line">
            <a:avLst/>
          </a:prstGeom>
          <a:noFill/>
          <a:ln w="10604">
            <a:solidFill>
              <a:srgbClr val="E4E4E3"/>
            </a:solidFill>
            <a:prstDash val="solid"/>
          </a:ln>
        </p:spPr>
      </p:sp>
      <p:sp>
        <p:nvSpPr>
          <p:cNvPr id="48" name="Shape 46"/>
          <p:cNvSpPr/>
          <p:nvPr/>
        </p:nvSpPr>
        <p:spPr>
          <a:xfrm>
            <a:off x="3737786" y="3739346"/>
            <a:ext cx="0" cy="123708"/>
          </a:xfrm>
          <a:prstGeom prst="line">
            <a:avLst/>
          </a:prstGeom>
          <a:noFill/>
          <a:ln w="12960">
            <a:solidFill>
              <a:srgbClr val="E4E4E3"/>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E4E4E3"/>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E4E4E3"/>
            </a:solidFill>
            <a:prstDash val="solid"/>
          </a:ln>
        </p:spPr>
      </p:sp>
      <p:sp>
        <p:nvSpPr>
          <p:cNvPr id="52" name="Shape 50"/>
          <p:cNvSpPr/>
          <p:nvPr/>
        </p:nvSpPr>
        <p:spPr>
          <a:xfrm>
            <a:off x="7796579" y="1542061"/>
            <a:ext cx="70690" cy="0"/>
          </a:xfrm>
          <a:prstGeom prst="line">
            <a:avLst/>
          </a:prstGeom>
          <a:noFill/>
          <a:ln w="10604">
            <a:solidFill>
              <a:srgbClr val="E4E4E3"/>
            </a:solidFill>
            <a:prstDash val="solid"/>
          </a:ln>
        </p:spPr>
      </p:sp>
      <p:sp>
        <p:nvSpPr>
          <p:cNvPr id="53" name="Shape 51"/>
          <p:cNvSpPr/>
          <p:nvPr/>
        </p:nvSpPr>
        <p:spPr>
          <a:xfrm>
            <a:off x="7831924" y="1506716"/>
            <a:ext cx="0" cy="70690"/>
          </a:xfrm>
          <a:prstGeom prst="line">
            <a:avLst/>
          </a:prstGeom>
          <a:noFill/>
          <a:ln w="10604">
            <a:solidFill>
              <a:srgbClr val="E4E4E3"/>
            </a:solidFill>
            <a:prstDash val="solid"/>
          </a:ln>
        </p:spPr>
      </p:sp>
      <p:sp>
        <p:nvSpPr>
          <p:cNvPr id="54" name="Shape 52"/>
          <p:cNvSpPr/>
          <p:nvPr/>
        </p:nvSpPr>
        <p:spPr>
          <a:xfrm>
            <a:off x="7831924" y="1353554"/>
            <a:ext cx="0" cy="123708"/>
          </a:xfrm>
          <a:prstGeom prst="line">
            <a:avLst/>
          </a:prstGeom>
          <a:noFill/>
          <a:ln w="12960">
            <a:solidFill>
              <a:srgbClr val="E4E4E3"/>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E4E4E3"/>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E9E7F4"/>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E4E4E3"/>
            </a:solidFill>
            <a:prstDash val="solid"/>
          </a:ln>
        </p:spPr>
      </p:sp>
      <p:sp>
        <p:nvSpPr>
          <p:cNvPr id="59" name="Shape 57"/>
          <p:cNvSpPr/>
          <p:nvPr/>
        </p:nvSpPr>
        <p:spPr>
          <a:xfrm>
            <a:off x="4256180" y="3927854"/>
            <a:ext cx="70690" cy="0"/>
          </a:xfrm>
          <a:prstGeom prst="line">
            <a:avLst/>
          </a:prstGeom>
          <a:noFill/>
          <a:ln w="10604">
            <a:solidFill>
              <a:srgbClr val="E4E4E3"/>
            </a:solidFill>
            <a:prstDash val="solid"/>
          </a:ln>
        </p:spPr>
      </p:sp>
      <p:sp>
        <p:nvSpPr>
          <p:cNvPr id="60" name="Shape 58"/>
          <p:cNvSpPr/>
          <p:nvPr/>
        </p:nvSpPr>
        <p:spPr>
          <a:xfrm>
            <a:off x="4291525" y="3892508"/>
            <a:ext cx="0" cy="70690"/>
          </a:xfrm>
          <a:prstGeom prst="line">
            <a:avLst/>
          </a:prstGeom>
          <a:noFill/>
          <a:ln w="10604">
            <a:solidFill>
              <a:srgbClr val="E4E4E3"/>
            </a:solidFill>
            <a:prstDash val="solid"/>
          </a:ln>
        </p:spPr>
      </p:sp>
      <p:sp>
        <p:nvSpPr>
          <p:cNvPr id="61" name="Shape 59"/>
          <p:cNvSpPr/>
          <p:nvPr/>
        </p:nvSpPr>
        <p:spPr>
          <a:xfrm>
            <a:off x="4291525" y="3739346"/>
            <a:ext cx="0" cy="123708"/>
          </a:xfrm>
          <a:prstGeom prst="line">
            <a:avLst/>
          </a:prstGeom>
          <a:noFill/>
          <a:ln w="12960">
            <a:solidFill>
              <a:srgbClr val="E4E4E3"/>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E4E4E3"/>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F5E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E4E4E3"/>
            </a:solidFill>
            <a:prstDash val="solid"/>
          </a:ln>
        </p:spPr>
      </p:sp>
      <p:sp>
        <p:nvSpPr>
          <p:cNvPr id="65" name="Shape 63"/>
          <p:cNvSpPr/>
          <p:nvPr/>
        </p:nvSpPr>
        <p:spPr>
          <a:xfrm>
            <a:off x="4256180" y="4524302"/>
            <a:ext cx="70690" cy="0"/>
          </a:xfrm>
          <a:prstGeom prst="line">
            <a:avLst/>
          </a:prstGeom>
          <a:noFill/>
          <a:ln w="10604">
            <a:solidFill>
              <a:srgbClr val="E4E4E3"/>
            </a:solidFill>
            <a:prstDash val="solid"/>
          </a:ln>
        </p:spPr>
      </p:sp>
      <p:sp>
        <p:nvSpPr>
          <p:cNvPr id="66" name="Shape 64"/>
          <p:cNvSpPr/>
          <p:nvPr/>
        </p:nvSpPr>
        <p:spPr>
          <a:xfrm>
            <a:off x="4291525" y="4488957"/>
            <a:ext cx="0" cy="70690"/>
          </a:xfrm>
          <a:prstGeom prst="line">
            <a:avLst/>
          </a:prstGeom>
          <a:noFill/>
          <a:ln w="10604">
            <a:solidFill>
              <a:srgbClr val="E4E4E3"/>
            </a:solidFill>
            <a:prstDash val="solid"/>
          </a:ln>
        </p:spPr>
      </p:sp>
      <p:sp>
        <p:nvSpPr>
          <p:cNvPr id="67" name="Shape 65"/>
          <p:cNvSpPr/>
          <p:nvPr/>
        </p:nvSpPr>
        <p:spPr>
          <a:xfrm>
            <a:off x="4291525" y="4335795"/>
            <a:ext cx="0" cy="123708"/>
          </a:xfrm>
          <a:prstGeom prst="line">
            <a:avLst/>
          </a:prstGeom>
          <a:noFill/>
          <a:ln w="12960">
            <a:solidFill>
              <a:srgbClr val="E4E4E3"/>
            </a:solidFill>
            <a:prstDash val="solid"/>
            <a:headEnd type="triangle"/>
          </a:ln>
        </p:spPr>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CEFF4"/>
            </a:solidFill>
            <a:prstDash val="solid"/>
          </a:ln>
        </p:spPr>
      </p:sp>
      <p:sp>
        <p:nvSpPr>
          <p:cNvPr id="70" name="Shape 68"/>
          <p:cNvSpPr/>
          <p:nvPr/>
        </p:nvSpPr>
        <p:spPr>
          <a:xfrm>
            <a:off x="1917514" y="5055951"/>
            <a:ext cx="129599" cy="129599"/>
          </a:xfrm>
          <a:prstGeom prst="ellipse">
            <a:avLst/>
          </a:prstGeom>
          <a:solidFill>
            <a:srgbClr val="FFFFFF"/>
          </a:solidFill>
          <a:ln w="11782">
            <a:solidFill>
              <a:srgbClr val="E4E4E3"/>
            </a:solidFill>
            <a:prstDash val="solid"/>
          </a:ln>
        </p:spPr>
      </p:sp>
      <p:sp>
        <p:nvSpPr>
          <p:cNvPr id="71" name="Shape 69"/>
          <p:cNvSpPr/>
          <p:nvPr/>
        </p:nvSpPr>
        <p:spPr>
          <a:xfrm>
            <a:off x="1946969" y="5120750"/>
            <a:ext cx="70690" cy="0"/>
          </a:xfrm>
          <a:prstGeom prst="line">
            <a:avLst/>
          </a:prstGeom>
          <a:noFill/>
          <a:ln w="10604">
            <a:solidFill>
              <a:srgbClr val="E4E4E3"/>
            </a:solidFill>
            <a:prstDash val="solid"/>
          </a:ln>
        </p:spPr>
      </p:sp>
      <p:sp>
        <p:nvSpPr>
          <p:cNvPr id="72" name="Shape 70"/>
          <p:cNvSpPr/>
          <p:nvPr/>
        </p:nvSpPr>
        <p:spPr>
          <a:xfrm>
            <a:off x="1982314" y="5085405"/>
            <a:ext cx="0" cy="70690"/>
          </a:xfrm>
          <a:prstGeom prst="line">
            <a:avLst/>
          </a:prstGeom>
          <a:noFill/>
          <a:ln w="10604">
            <a:solidFill>
              <a:srgbClr val="E4E4E3"/>
            </a:solidFill>
            <a:prstDash val="solid"/>
          </a:ln>
        </p:spPr>
      </p:sp>
      <p:sp>
        <p:nvSpPr>
          <p:cNvPr id="73" name="Shape 71"/>
          <p:cNvSpPr/>
          <p:nvPr/>
        </p:nvSpPr>
        <p:spPr>
          <a:xfrm>
            <a:off x="1982314" y="4932243"/>
            <a:ext cx="0" cy="123708"/>
          </a:xfrm>
          <a:prstGeom prst="line">
            <a:avLst/>
          </a:prstGeom>
          <a:noFill/>
          <a:ln w="12960">
            <a:solidFill>
              <a:srgbClr val="E4E4E3"/>
            </a:solidFill>
            <a:prstDash val="solid"/>
            <a:headEnd type="triangle"/>
          </a:ln>
        </p:spPr>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E4F5EF"/>
            </a:solidFill>
            <a:prstDash val="solid"/>
          </a:ln>
        </p:spPr>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DF4E0"/>
            </a:solidFill>
            <a:prstDash val="solid"/>
          </a:ln>
        </p:spPr>
      </p:sp>
      <p:sp>
        <p:nvSpPr>
          <p:cNvPr id="76" name="Shape 74"/>
          <p:cNvSpPr/>
          <p:nvPr/>
        </p:nvSpPr>
        <p:spPr>
          <a:xfrm>
            <a:off x="1363775" y="5055951"/>
            <a:ext cx="129599" cy="129599"/>
          </a:xfrm>
          <a:prstGeom prst="ellipse">
            <a:avLst/>
          </a:prstGeom>
          <a:solidFill>
            <a:srgbClr val="FFFFFF"/>
          </a:solidFill>
          <a:ln w="11782">
            <a:solidFill>
              <a:srgbClr val="E4E4E3"/>
            </a:solidFill>
            <a:prstDash val="solid"/>
          </a:ln>
        </p:spPr>
      </p:sp>
      <p:sp>
        <p:nvSpPr>
          <p:cNvPr id="77" name="Shape 75"/>
          <p:cNvSpPr/>
          <p:nvPr/>
        </p:nvSpPr>
        <p:spPr>
          <a:xfrm>
            <a:off x="1393229" y="5120750"/>
            <a:ext cx="70690" cy="0"/>
          </a:xfrm>
          <a:prstGeom prst="line">
            <a:avLst/>
          </a:prstGeom>
          <a:noFill/>
          <a:ln w="10604">
            <a:solidFill>
              <a:srgbClr val="E4E4E3"/>
            </a:solidFill>
            <a:prstDash val="solid"/>
          </a:ln>
        </p:spPr>
      </p:sp>
      <p:sp>
        <p:nvSpPr>
          <p:cNvPr id="78" name="Shape 76"/>
          <p:cNvSpPr/>
          <p:nvPr/>
        </p:nvSpPr>
        <p:spPr>
          <a:xfrm>
            <a:off x="1428574" y="5085405"/>
            <a:ext cx="0" cy="70690"/>
          </a:xfrm>
          <a:prstGeom prst="line">
            <a:avLst/>
          </a:prstGeom>
          <a:noFill/>
          <a:ln w="10604">
            <a:solidFill>
              <a:srgbClr val="E4E4E3"/>
            </a:solidFill>
            <a:prstDash val="solid"/>
          </a:ln>
        </p:spPr>
      </p:sp>
      <p:sp>
        <p:nvSpPr>
          <p:cNvPr id="79" name="Shape 77"/>
          <p:cNvSpPr/>
          <p:nvPr/>
        </p:nvSpPr>
        <p:spPr>
          <a:xfrm>
            <a:off x="1428574" y="4932243"/>
            <a:ext cx="0" cy="123708"/>
          </a:xfrm>
          <a:prstGeom prst="line">
            <a:avLst/>
          </a:prstGeom>
          <a:noFill/>
          <a:ln w="12960">
            <a:solidFill>
              <a:srgbClr val="E4E4E3"/>
            </a:solidFill>
            <a:prstDash val="solid"/>
            <a:headEnd type="triangle"/>
          </a:ln>
        </p:spPr>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E4E3"/>
            </a:solidFill>
            <a:prstDash val="solid"/>
          </a:ln>
        </p:spPr>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82" name="Shape 80"/>
          <p:cNvSpPr/>
          <p:nvPr/>
        </p:nvSpPr>
        <p:spPr>
          <a:xfrm>
            <a:off x="5705328" y="2670158"/>
            <a:ext cx="129599" cy="129599"/>
          </a:xfrm>
          <a:prstGeom prst="ellipse">
            <a:avLst/>
          </a:prstGeom>
          <a:solidFill>
            <a:srgbClr val="FFFFFF"/>
          </a:solidFill>
          <a:ln w="11782">
            <a:solidFill>
              <a:srgbClr val="E4E4E3"/>
            </a:solidFill>
            <a:prstDash val="solid"/>
          </a:ln>
        </p:spPr>
      </p:sp>
      <p:sp>
        <p:nvSpPr>
          <p:cNvPr id="83" name="Shape 81"/>
          <p:cNvSpPr/>
          <p:nvPr/>
        </p:nvSpPr>
        <p:spPr>
          <a:xfrm>
            <a:off x="5734783" y="2734957"/>
            <a:ext cx="70690" cy="0"/>
          </a:xfrm>
          <a:prstGeom prst="line">
            <a:avLst/>
          </a:prstGeom>
          <a:noFill/>
          <a:ln w="10604">
            <a:solidFill>
              <a:srgbClr val="E4E4E3"/>
            </a:solidFill>
            <a:prstDash val="solid"/>
          </a:ln>
        </p:spPr>
      </p:sp>
      <p:sp>
        <p:nvSpPr>
          <p:cNvPr id="84" name="Shape 82"/>
          <p:cNvSpPr/>
          <p:nvPr/>
        </p:nvSpPr>
        <p:spPr>
          <a:xfrm>
            <a:off x="5770128" y="2699612"/>
            <a:ext cx="0" cy="70690"/>
          </a:xfrm>
          <a:prstGeom prst="line">
            <a:avLst/>
          </a:prstGeom>
          <a:noFill/>
          <a:ln w="10604">
            <a:solidFill>
              <a:srgbClr val="E4E4E3"/>
            </a:solidFill>
            <a:prstDash val="solid"/>
          </a:ln>
        </p:spPr>
      </p:sp>
      <p:sp>
        <p:nvSpPr>
          <p:cNvPr id="85" name="Shape 83"/>
          <p:cNvSpPr/>
          <p:nvPr/>
        </p:nvSpPr>
        <p:spPr>
          <a:xfrm>
            <a:off x="5770128" y="2546450"/>
            <a:ext cx="0" cy="123708"/>
          </a:xfrm>
          <a:prstGeom prst="line">
            <a:avLst/>
          </a:prstGeom>
          <a:noFill/>
          <a:ln w="12960">
            <a:solidFill>
              <a:srgbClr val="E4E4E3"/>
            </a:solidFill>
            <a:prstDash val="solid"/>
            <a:headEnd type="triangle"/>
          </a:ln>
        </p:spPr>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E4E4E3"/>
            </a:solidFill>
            <a:prstDash val="solid"/>
          </a:ln>
        </p:spPr>
      </p:sp>
      <p:sp>
        <p:nvSpPr>
          <p:cNvPr id="87" name="Shape 85"/>
          <p:cNvSpPr/>
          <p:nvPr/>
        </p:nvSpPr>
        <p:spPr>
          <a:xfrm>
            <a:off x="5705328" y="3266606"/>
            <a:ext cx="129599" cy="129599"/>
          </a:xfrm>
          <a:prstGeom prst="ellipse">
            <a:avLst/>
          </a:prstGeom>
          <a:solidFill>
            <a:srgbClr val="FFFFFF"/>
          </a:solidFill>
          <a:ln w="11782">
            <a:solidFill>
              <a:srgbClr val="E4E4E3"/>
            </a:solidFill>
            <a:prstDash val="solid"/>
          </a:ln>
        </p:spPr>
      </p:sp>
      <p:sp>
        <p:nvSpPr>
          <p:cNvPr id="88" name="Shape 86"/>
          <p:cNvSpPr/>
          <p:nvPr/>
        </p:nvSpPr>
        <p:spPr>
          <a:xfrm>
            <a:off x="5734783" y="3331405"/>
            <a:ext cx="70690" cy="0"/>
          </a:xfrm>
          <a:prstGeom prst="line">
            <a:avLst/>
          </a:prstGeom>
          <a:noFill/>
          <a:ln w="10604">
            <a:solidFill>
              <a:srgbClr val="E4E4E3"/>
            </a:solidFill>
            <a:prstDash val="solid"/>
          </a:ln>
        </p:spPr>
      </p:sp>
      <p:sp>
        <p:nvSpPr>
          <p:cNvPr id="89" name="Shape 87"/>
          <p:cNvSpPr/>
          <p:nvPr/>
        </p:nvSpPr>
        <p:spPr>
          <a:xfrm>
            <a:off x="5770128" y="3296060"/>
            <a:ext cx="0" cy="70690"/>
          </a:xfrm>
          <a:prstGeom prst="line">
            <a:avLst/>
          </a:prstGeom>
          <a:noFill/>
          <a:ln w="10604">
            <a:solidFill>
              <a:srgbClr val="E4E4E3"/>
            </a:solidFill>
            <a:prstDash val="solid"/>
          </a:ln>
        </p:spPr>
      </p:sp>
      <p:sp>
        <p:nvSpPr>
          <p:cNvPr id="90" name="Shape 88"/>
          <p:cNvSpPr/>
          <p:nvPr/>
        </p:nvSpPr>
        <p:spPr>
          <a:xfrm>
            <a:off x="5770128" y="3142898"/>
            <a:ext cx="0" cy="123708"/>
          </a:xfrm>
          <a:prstGeom prst="line">
            <a:avLst/>
          </a:prstGeom>
          <a:noFill/>
          <a:ln w="12960">
            <a:solidFill>
              <a:srgbClr val="E4E4E3"/>
            </a:solidFill>
            <a:prstDash val="solid"/>
            <a:headEnd type="triangle"/>
          </a:ln>
        </p:spPr>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E4E4E3"/>
            </a:solidFill>
            <a:prstDash val="solid"/>
          </a:ln>
        </p:spPr>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E5EFFA"/>
            </a:solidFill>
            <a:prstDash val="solid"/>
          </a:ln>
        </p:spPr>
      </p:sp>
      <p:sp>
        <p:nvSpPr>
          <p:cNvPr id="93" name="Shape 91"/>
          <p:cNvSpPr/>
          <p:nvPr/>
        </p:nvSpPr>
        <p:spPr>
          <a:xfrm>
            <a:off x="9858375" y="2670158"/>
            <a:ext cx="129599" cy="129599"/>
          </a:xfrm>
          <a:prstGeom prst="ellipse">
            <a:avLst/>
          </a:prstGeom>
          <a:solidFill>
            <a:srgbClr val="FFFFFF"/>
          </a:solidFill>
          <a:ln w="11782">
            <a:solidFill>
              <a:srgbClr val="E4E4E3"/>
            </a:solidFill>
            <a:prstDash val="solid"/>
          </a:ln>
        </p:spPr>
      </p:sp>
      <p:sp>
        <p:nvSpPr>
          <p:cNvPr id="94" name="Shape 92"/>
          <p:cNvSpPr/>
          <p:nvPr/>
        </p:nvSpPr>
        <p:spPr>
          <a:xfrm>
            <a:off x="9887829" y="2734957"/>
            <a:ext cx="70690" cy="0"/>
          </a:xfrm>
          <a:prstGeom prst="line">
            <a:avLst/>
          </a:prstGeom>
          <a:noFill/>
          <a:ln w="10604">
            <a:solidFill>
              <a:srgbClr val="E4E4E3"/>
            </a:solidFill>
            <a:prstDash val="solid"/>
          </a:ln>
        </p:spPr>
      </p:sp>
      <p:sp>
        <p:nvSpPr>
          <p:cNvPr id="95" name="Shape 93"/>
          <p:cNvSpPr/>
          <p:nvPr/>
        </p:nvSpPr>
        <p:spPr>
          <a:xfrm>
            <a:off x="9923174" y="2699612"/>
            <a:ext cx="0" cy="70690"/>
          </a:xfrm>
          <a:prstGeom prst="line">
            <a:avLst/>
          </a:prstGeom>
          <a:noFill/>
          <a:ln w="10604">
            <a:solidFill>
              <a:srgbClr val="E4E4E3"/>
            </a:solidFill>
            <a:prstDash val="solid"/>
          </a:ln>
        </p:spPr>
      </p:sp>
      <p:sp>
        <p:nvSpPr>
          <p:cNvPr id="96" name="Shape 94"/>
          <p:cNvSpPr/>
          <p:nvPr/>
        </p:nvSpPr>
        <p:spPr>
          <a:xfrm>
            <a:off x="9923174" y="2546450"/>
            <a:ext cx="0" cy="123708"/>
          </a:xfrm>
          <a:prstGeom prst="line">
            <a:avLst/>
          </a:prstGeom>
          <a:noFill/>
          <a:ln w="12960">
            <a:solidFill>
              <a:srgbClr val="E4E4E3"/>
            </a:solidFill>
            <a:prstDash val="solid"/>
            <a:headEnd type="triangle"/>
          </a:ln>
        </p:spPr>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E9E7F4"/>
            </a:solidFill>
            <a:prstDash val="solid"/>
          </a:ln>
        </p:spPr>
      </p:sp>
      <p:sp>
        <p:nvSpPr>
          <p:cNvPr id="100" name="Shape 98"/>
          <p:cNvSpPr/>
          <p:nvPr/>
        </p:nvSpPr>
        <p:spPr>
          <a:xfrm>
            <a:off x="3672987" y="4459502"/>
            <a:ext cx="129599" cy="129599"/>
          </a:xfrm>
          <a:prstGeom prst="ellipse">
            <a:avLst/>
          </a:prstGeom>
          <a:solidFill>
            <a:srgbClr val="FFFFFF"/>
          </a:solidFill>
          <a:ln w="11782">
            <a:solidFill>
              <a:srgbClr val="E4E4E3"/>
            </a:solidFill>
            <a:prstDash val="solid"/>
          </a:ln>
        </p:spPr>
      </p:sp>
      <p:sp>
        <p:nvSpPr>
          <p:cNvPr id="101" name="Shape 99"/>
          <p:cNvSpPr/>
          <p:nvPr/>
        </p:nvSpPr>
        <p:spPr>
          <a:xfrm>
            <a:off x="3702441" y="4524302"/>
            <a:ext cx="70690" cy="0"/>
          </a:xfrm>
          <a:prstGeom prst="line">
            <a:avLst/>
          </a:prstGeom>
          <a:noFill/>
          <a:ln w="10604">
            <a:solidFill>
              <a:srgbClr val="E4E4E3"/>
            </a:solidFill>
            <a:prstDash val="solid"/>
          </a:ln>
        </p:spPr>
      </p:sp>
      <p:sp>
        <p:nvSpPr>
          <p:cNvPr id="102" name="Shape 100"/>
          <p:cNvSpPr/>
          <p:nvPr/>
        </p:nvSpPr>
        <p:spPr>
          <a:xfrm>
            <a:off x="3737786" y="4488957"/>
            <a:ext cx="0" cy="70690"/>
          </a:xfrm>
          <a:prstGeom prst="line">
            <a:avLst/>
          </a:prstGeom>
          <a:noFill/>
          <a:ln w="10604">
            <a:solidFill>
              <a:srgbClr val="E4E4E3"/>
            </a:solidFill>
            <a:prstDash val="solid"/>
          </a:ln>
        </p:spPr>
      </p:sp>
      <p:sp>
        <p:nvSpPr>
          <p:cNvPr id="103" name="Shape 101"/>
          <p:cNvSpPr/>
          <p:nvPr/>
        </p:nvSpPr>
        <p:spPr>
          <a:xfrm>
            <a:off x="3737786" y="4335795"/>
            <a:ext cx="0" cy="123708"/>
          </a:xfrm>
          <a:prstGeom prst="line">
            <a:avLst/>
          </a:prstGeom>
          <a:noFill/>
          <a:ln w="12960">
            <a:solidFill>
              <a:srgbClr val="E4E4E3"/>
            </a:solidFill>
            <a:prstDash val="solid"/>
            <a:headEnd type="triangle"/>
          </a:ln>
        </p:spPr>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E9E7F4"/>
            </a:solidFill>
            <a:prstDash val="solid"/>
          </a:ln>
        </p:spPr>
      </p:sp>
      <p:sp>
        <p:nvSpPr>
          <p:cNvPr id="107" name="Shape 105"/>
          <p:cNvSpPr/>
          <p:nvPr/>
        </p:nvSpPr>
        <p:spPr>
          <a:xfrm>
            <a:off x="3119247" y="4459502"/>
            <a:ext cx="129599" cy="129599"/>
          </a:xfrm>
          <a:prstGeom prst="ellipse">
            <a:avLst/>
          </a:prstGeom>
          <a:solidFill>
            <a:srgbClr val="FFFFFF"/>
          </a:solidFill>
          <a:ln w="11782">
            <a:solidFill>
              <a:srgbClr val="E4E4E3"/>
            </a:solidFill>
            <a:prstDash val="solid"/>
          </a:ln>
        </p:spPr>
      </p:sp>
      <p:sp>
        <p:nvSpPr>
          <p:cNvPr id="108" name="Shape 106"/>
          <p:cNvSpPr/>
          <p:nvPr/>
        </p:nvSpPr>
        <p:spPr>
          <a:xfrm>
            <a:off x="3148701" y="4524302"/>
            <a:ext cx="70690" cy="0"/>
          </a:xfrm>
          <a:prstGeom prst="line">
            <a:avLst/>
          </a:prstGeom>
          <a:noFill/>
          <a:ln w="10604">
            <a:solidFill>
              <a:srgbClr val="E4E4E3"/>
            </a:solidFill>
            <a:prstDash val="solid"/>
          </a:ln>
        </p:spPr>
      </p:sp>
      <p:sp>
        <p:nvSpPr>
          <p:cNvPr id="109" name="Shape 107"/>
          <p:cNvSpPr/>
          <p:nvPr/>
        </p:nvSpPr>
        <p:spPr>
          <a:xfrm>
            <a:off x="3184046" y="4488957"/>
            <a:ext cx="0" cy="70690"/>
          </a:xfrm>
          <a:prstGeom prst="line">
            <a:avLst/>
          </a:prstGeom>
          <a:noFill/>
          <a:ln w="10604">
            <a:solidFill>
              <a:srgbClr val="E4E4E3"/>
            </a:solidFill>
            <a:prstDash val="solid"/>
          </a:ln>
        </p:spPr>
      </p:sp>
      <p:sp>
        <p:nvSpPr>
          <p:cNvPr id="110" name="Shape 108"/>
          <p:cNvSpPr/>
          <p:nvPr/>
        </p:nvSpPr>
        <p:spPr>
          <a:xfrm>
            <a:off x="3184046" y="4335795"/>
            <a:ext cx="0" cy="123708"/>
          </a:xfrm>
          <a:prstGeom prst="line">
            <a:avLst/>
          </a:prstGeom>
          <a:noFill/>
          <a:ln w="12960">
            <a:solidFill>
              <a:srgbClr val="E4E4E3"/>
            </a:solidFill>
            <a:prstDash val="solid"/>
            <a:headEnd type="triangle"/>
          </a:ln>
        </p:spPr>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E4E3"/>
            </a:solidFill>
            <a:prstDash val="solid"/>
          </a:ln>
        </p:spPr>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113" name="Shape 111"/>
          <p:cNvSpPr/>
          <p:nvPr/>
        </p:nvSpPr>
        <p:spPr>
          <a:xfrm>
            <a:off x="5705328" y="2073710"/>
            <a:ext cx="129599" cy="129599"/>
          </a:xfrm>
          <a:prstGeom prst="ellipse">
            <a:avLst/>
          </a:prstGeom>
          <a:solidFill>
            <a:srgbClr val="FFFFFF"/>
          </a:solidFill>
          <a:ln w="11782">
            <a:solidFill>
              <a:srgbClr val="E4E4E3"/>
            </a:solidFill>
            <a:prstDash val="solid"/>
          </a:ln>
        </p:spPr>
      </p:sp>
      <p:sp>
        <p:nvSpPr>
          <p:cNvPr id="114" name="Shape 112"/>
          <p:cNvSpPr/>
          <p:nvPr/>
        </p:nvSpPr>
        <p:spPr>
          <a:xfrm>
            <a:off x="5734783" y="2138509"/>
            <a:ext cx="70690" cy="0"/>
          </a:xfrm>
          <a:prstGeom prst="line">
            <a:avLst/>
          </a:prstGeom>
          <a:noFill/>
          <a:ln w="10604">
            <a:solidFill>
              <a:srgbClr val="E4E4E3"/>
            </a:solidFill>
            <a:prstDash val="solid"/>
          </a:ln>
        </p:spPr>
      </p:sp>
      <p:sp>
        <p:nvSpPr>
          <p:cNvPr id="115" name="Shape 113"/>
          <p:cNvSpPr/>
          <p:nvPr/>
        </p:nvSpPr>
        <p:spPr>
          <a:xfrm>
            <a:off x="5770128" y="2103164"/>
            <a:ext cx="0" cy="70690"/>
          </a:xfrm>
          <a:prstGeom prst="line">
            <a:avLst/>
          </a:prstGeom>
          <a:noFill/>
          <a:ln w="10604">
            <a:solidFill>
              <a:srgbClr val="E4E4E3"/>
            </a:solidFill>
            <a:prstDash val="solid"/>
          </a:ln>
        </p:spPr>
      </p:sp>
      <p:sp>
        <p:nvSpPr>
          <p:cNvPr id="116" name="Shape 114"/>
          <p:cNvSpPr/>
          <p:nvPr/>
        </p:nvSpPr>
        <p:spPr>
          <a:xfrm>
            <a:off x="5770128" y="1950002"/>
            <a:ext cx="0" cy="123708"/>
          </a:xfrm>
          <a:prstGeom prst="line">
            <a:avLst/>
          </a:prstGeom>
          <a:noFill/>
          <a:ln w="12960">
            <a:solidFill>
              <a:srgbClr val="E4E4E3"/>
            </a:solidFill>
            <a:prstDash val="solid"/>
            <a:headEnd type="triangle"/>
          </a:ln>
        </p:spPr>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E4E4E3"/>
            </a:solidFill>
            <a:prstDash val="solid"/>
          </a:ln>
        </p:spPr>
      </p:sp>
      <p:sp>
        <p:nvSpPr>
          <p:cNvPr id="118" name="Shape 116"/>
          <p:cNvSpPr/>
          <p:nvPr/>
        </p:nvSpPr>
        <p:spPr>
          <a:xfrm>
            <a:off x="7767125" y="3266606"/>
            <a:ext cx="129599" cy="129599"/>
          </a:xfrm>
          <a:prstGeom prst="ellipse">
            <a:avLst/>
          </a:prstGeom>
          <a:solidFill>
            <a:srgbClr val="FFFFFF"/>
          </a:solidFill>
          <a:ln w="11782">
            <a:solidFill>
              <a:srgbClr val="E4E4E3"/>
            </a:solidFill>
            <a:prstDash val="solid"/>
          </a:ln>
        </p:spPr>
      </p:sp>
      <p:sp>
        <p:nvSpPr>
          <p:cNvPr id="119" name="Shape 117"/>
          <p:cNvSpPr/>
          <p:nvPr/>
        </p:nvSpPr>
        <p:spPr>
          <a:xfrm>
            <a:off x="7796579" y="3331405"/>
            <a:ext cx="70690" cy="0"/>
          </a:xfrm>
          <a:prstGeom prst="line">
            <a:avLst/>
          </a:prstGeom>
          <a:noFill/>
          <a:ln w="10604">
            <a:solidFill>
              <a:srgbClr val="E4E4E3"/>
            </a:solidFill>
            <a:prstDash val="solid"/>
          </a:ln>
        </p:spPr>
      </p:sp>
      <p:sp>
        <p:nvSpPr>
          <p:cNvPr id="120" name="Shape 118"/>
          <p:cNvSpPr/>
          <p:nvPr/>
        </p:nvSpPr>
        <p:spPr>
          <a:xfrm>
            <a:off x="7831924" y="3296060"/>
            <a:ext cx="0" cy="70690"/>
          </a:xfrm>
          <a:prstGeom prst="line">
            <a:avLst/>
          </a:prstGeom>
          <a:noFill/>
          <a:ln w="10604">
            <a:solidFill>
              <a:srgbClr val="E4E4E3"/>
            </a:solidFill>
            <a:prstDash val="solid"/>
          </a:ln>
        </p:spPr>
      </p:sp>
      <p:sp>
        <p:nvSpPr>
          <p:cNvPr id="121" name="Shape 119"/>
          <p:cNvSpPr/>
          <p:nvPr/>
        </p:nvSpPr>
        <p:spPr>
          <a:xfrm>
            <a:off x="7831924" y="3142898"/>
            <a:ext cx="0" cy="123708"/>
          </a:xfrm>
          <a:prstGeom prst="line">
            <a:avLst/>
          </a:prstGeom>
          <a:noFill/>
          <a:ln w="12960">
            <a:solidFill>
              <a:srgbClr val="E4E4E3"/>
            </a:solidFill>
            <a:prstDash val="solid"/>
            <a:headEnd type="triangle"/>
          </a:ln>
        </p:spPr>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E4E4E3"/>
            </a:solidFill>
            <a:prstDash val="solid"/>
          </a:ln>
        </p:spPr>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E4E4E3"/>
            </a:solidFill>
            <a:prstDash val="solid"/>
          </a:ln>
        </p:spPr>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E0F0E0"/>
            </a:solidFill>
            <a:prstDash val="solid"/>
          </a:ln>
        </p:spPr>
      </p:sp>
      <p:sp>
        <p:nvSpPr>
          <p:cNvPr id="126" name="Shape 124"/>
          <p:cNvSpPr/>
          <p:nvPr/>
        </p:nvSpPr>
        <p:spPr>
          <a:xfrm>
            <a:off x="8043994" y="2670158"/>
            <a:ext cx="129599" cy="129599"/>
          </a:xfrm>
          <a:prstGeom prst="ellipse">
            <a:avLst/>
          </a:prstGeom>
          <a:solidFill>
            <a:srgbClr val="FFFFFF"/>
          </a:solidFill>
          <a:ln w="11782">
            <a:solidFill>
              <a:srgbClr val="E4E4E3"/>
            </a:solidFill>
            <a:prstDash val="solid"/>
          </a:ln>
        </p:spPr>
      </p:sp>
      <p:sp>
        <p:nvSpPr>
          <p:cNvPr id="127" name="Shape 125"/>
          <p:cNvSpPr/>
          <p:nvPr/>
        </p:nvSpPr>
        <p:spPr>
          <a:xfrm>
            <a:off x="8073449" y="2734957"/>
            <a:ext cx="70690" cy="0"/>
          </a:xfrm>
          <a:prstGeom prst="line">
            <a:avLst/>
          </a:prstGeom>
          <a:noFill/>
          <a:ln w="10604">
            <a:solidFill>
              <a:srgbClr val="E4E4E3"/>
            </a:solidFill>
            <a:prstDash val="solid"/>
          </a:ln>
        </p:spPr>
      </p:sp>
      <p:sp>
        <p:nvSpPr>
          <p:cNvPr id="128" name="Shape 126"/>
          <p:cNvSpPr/>
          <p:nvPr/>
        </p:nvSpPr>
        <p:spPr>
          <a:xfrm>
            <a:off x="8108794" y="2699612"/>
            <a:ext cx="0" cy="70690"/>
          </a:xfrm>
          <a:prstGeom prst="line">
            <a:avLst/>
          </a:prstGeom>
          <a:noFill/>
          <a:ln w="10604">
            <a:solidFill>
              <a:srgbClr val="E4E4E3"/>
            </a:solidFill>
            <a:prstDash val="solid"/>
          </a:ln>
        </p:spPr>
      </p:sp>
      <p:sp>
        <p:nvSpPr>
          <p:cNvPr id="129" name="Shape 127"/>
          <p:cNvSpPr/>
          <p:nvPr/>
        </p:nvSpPr>
        <p:spPr>
          <a:xfrm>
            <a:off x="8108794" y="2546450"/>
            <a:ext cx="0" cy="123708"/>
          </a:xfrm>
          <a:prstGeom prst="line">
            <a:avLst/>
          </a:prstGeom>
          <a:noFill/>
          <a:ln w="12960">
            <a:solidFill>
              <a:srgbClr val="E4E4E3"/>
            </a:solidFill>
            <a:prstDash val="solid"/>
            <a:headEnd type="triangle"/>
          </a:ln>
        </p:spPr>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E4E4E3"/>
            </a:solidFill>
            <a:prstDash val="solid"/>
          </a:ln>
        </p:spPr>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E4E4E3"/>
            </a:solidFill>
            <a:prstDash val="solid"/>
          </a:ln>
        </p:spPr>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E4E4E3"/>
            </a:solidFill>
            <a:prstDash val="solid"/>
          </a:ln>
        </p:spPr>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34" name="Shape 132"/>
          <p:cNvSpPr/>
          <p:nvPr/>
        </p:nvSpPr>
        <p:spPr>
          <a:xfrm>
            <a:off x="7767125" y="2073710"/>
            <a:ext cx="129599" cy="129599"/>
          </a:xfrm>
          <a:prstGeom prst="ellipse">
            <a:avLst/>
          </a:prstGeom>
          <a:solidFill>
            <a:srgbClr val="FFFFFF"/>
          </a:solidFill>
          <a:ln w="11782">
            <a:solidFill>
              <a:srgbClr val="E4E4E3"/>
            </a:solidFill>
            <a:prstDash val="solid"/>
          </a:ln>
        </p:spPr>
      </p:sp>
      <p:sp>
        <p:nvSpPr>
          <p:cNvPr id="135" name="Shape 133"/>
          <p:cNvSpPr/>
          <p:nvPr/>
        </p:nvSpPr>
        <p:spPr>
          <a:xfrm>
            <a:off x="7796579" y="2138509"/>
            <a:ext cx="70690" cy="0"/>
          </a:xfrm>
          <a:prstGeom prst="line">
            <a:avLst/>
          </a:prstGeom>
          <a:noFill/>
          <a:ln w="10604">
            <a:solidFill>
              <a:srgbClr val="E4E4E3"/>
            </a:solidFill>
            <a:prstDash val="solid"/>
          </a:ln>
        </p:spPr>
      </p:sp>
      <p:sp>
        <p:nvSpPr>
          <p:cNvPr id="136" name="Shape 134"/>
          <p:cNvSpPr/>
          <p:nvPr/>
        </p:nvSpPr>
        <p:spPr>
          <a:xfrm>
            <a:off x="7831924" y="2103164"/>
            <a:ext cx="0" cy="70690"/>
          </a:xfrm>
          <a:prstGeom prst="line">
            <a:avLst/>
          </a:prstGeom>
          <a:noFill/>
          <a:ln w="10604">
            <a:solidFill>
              <a:srgbClr val="E4E4E3"/>
            </a:solidFill>
            <a:prstDash val="solid"/>
          </a:ln>
        </p:spPr>
      </p:sp>
      <p:sp>
        <p:nvSpPr>
          <p:cNvPr id="137" name="Shape 135"/>
          <p:cNvSpPr/>
          <p:nvPr/>
        </p:nvSpPr>
        <p:spPr>
          <a:xfrm>
            <a:off x="7831924" y="1950002"/>
            <a:ext cx="0" cy="123708"/>
          </a:xfrm>
          <a:prstGeom prst="line">
            <a:avLst/>
          </a:prstGeom>
          <a:noFill/>
          <a:ln w="12960">
            <a:solidFill>
              <a:srgbClr val="E4E4E3"/>
            </a:solidFill>
            <a:prstDash val="solid"/>
            <a:headEnd type="triangle"/>
          </a:ln>
        </p:spPr>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E4E4E3"/>
            </a:solidFill>
            <a:prstDash val="solid"/>
          </a:ln>
        </p:spPr>
      </p:sp>
      <p:sp>
        <p:nvSpPr>
          <p:cNvPr id="140" name="Shape 138"/>
          <p:cNvSpPr/>
          <p:nvPr/>
        </p:nvSpPr>
        <p:spPr>
          <a:xfrm>
            <a:off x="5428459" y="3863054"/>
            <a:ext cx="129599" cy="129599"/>
          </a:xfrm>
          <a:prstGeom prst="ellipse">
            <a:avLst/>
          </a:prstGeom>
          <a:solidFill>
            <a:srgbClr val="FFFFFF"/>
          </a:solidFill>
          <a:ln w="11782">
            <a:solidFill>
              <a:srgbClr val="E4E4E3"/>
            </a:solidFill>
            <a:prstDash val="solid"/>
          </a:ln>
        </p:spPr>
      </p:sp>
      <p:sp>
        <p:nvSpPr>
          <p:cNvPr id="141" name="Shape 139"/>
          <p:cNvSpPr/>
          <p:nvPr/>
        </p:nvSpPr>
        <p:spPr>
          <a:xfrm>
            <a:off x="5457913" y="3927854"/>
            <a:ext cx="70690" cy="0"/>
          </a:xfrm>
          <a:prstGeom prst="line">
            <a:avLst/>
          </a:prstGeom>
          <a:noFill/>
          <a:ln w="10604">
            <a:solidFill>
              <a:srgbClr val="E4E4E3"/>
            </a:solidFill>
            <a:prstDash val="solid"/>
          </a:ln>
        </p:spPr>
      </p:sp>
      <p:sp>
        <p:nvSpPr>
          <p:cNvPr id="142" name="Shape 140"/>
          <p:cNvSpPr/>
          <p:nvPr/>
        </p:nvSpPr>
        <p:spPr>
          <a:xfrm>
            <a:off x="5493258" y="3892508"/>
            <a:ext cx="0" cy="70690"/>
          </a:xfrm>
          <a:prstGeom prst="line">
            <a:avLst/>
          </a:prstGeom>
          <a:noFill/>
          <a:ln w="10604">
            <a:solidFill>
              <a:srgbClr val="E4E4E3"/>
            </a:solidFill>
            <a:prstDash val="solid"/>
          </a:ln>
        </p:spPr>
      </p:sp>
      <p:sp>
        <p:nvSpPr>
          <p:cNvPr id="143" name="Shape 141"/>
          <p:cNvSpPr/>
          <p:nvPr/>
        </p:nvSpPr>
        <p:spPr>
          <a:xfrm>
            <a:off x="5493258" y="3739346"/>
            <a:ext cx="0" cy="123708"/>
          </a:xfrm>
          <a:prstGeom prst="line">
            <a:avLst/>
          </a:prstGeom>
          <a:noFill/>
          <a:ln w="12960">
            <a:solidFill>
              <a:srgbClr val="E4E4E3"/>
            </a:solidFill>
            <a:prstDash val="solid"/>
            <a:headEnd type="triangle"/>
          </a:ln>
        </p:spPr>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E4E4E3"/>
            </a:solidFill>
            <a:prstDash val="solid"/>
          </a:ln>
        </p:spPr>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E4E4E3"/>
            </a:solidFill>
            <a:prstDash val="solid"/>
          </a:ln>
        </p:spPr>
      </p:sp>
      <p:sp>
        <p:nvSpPr>
          <p:cNvPr id="146" name="Shape 144"/>
          <p:cNvSpPr/>
          <p:nvPr/>
        </p:nvSpPr>
        <p:spPr>
          <a:xfrm>
            <a:off x="7490255" y="2670158"/>
            <a:ext cx="129599" cy="129599"/>
          </a:xfrm>
          <a:prstGeom prst="ellipse">
            <a:avLst/>
          </a:prstGeom>
          <a:solidFill>
            <a:srgbClr val="FFFFFF"/>
          </a:solidFill>
          <a:ln w="11782">
            <a:solidFill>
              <a:srgbClr val="E4E4E3"/>
            </a:solidFill>
            <a:prstDash val="solid"/>
          </a:ln>
        </p:spPr>
      </p:sp>
      <p:sp>
        <p:nvSpPr>
          <p:cNvPr id="147" name="Shape 145"/>
          <p:cNvSpPr/>
          <p:nvPr/>
        </p:nvSpPr>
        <p:spPr>
          <a:xfrm>
            <a:off x="7519709" y="2734957"/>
            <a:ext cx="70690" cy="0"/>
          </a:xfrm>
          <a:prstGeom prst="line">
            <a:avLst/>
          </a:prstGeom>
          <a:noFill/>
          <a:ln w="10604">
            <a:solidFill>
              <a:srgbClr val="E4E4E3"/>
            </a:solidFill>
            <a:prstDash val="solid"/>
          </a:ln>
        </p:spPr>
      </p:sp>
      <p:sp>
        <p:nvSpPr>
          <p:cNvPr id="148" name="Shape 146"/>
          <p:cNvSpPr/>
          <p:nvPr/>
        </p:nvSpPr>
        <p:spPr>
          <a:xfrm>
            <a:off x="7555054" y="2699612"/>
            <a:ext cx="0" cy="70690"/>
          </a:xfrm>
          <a:prstGeom prst="line">
            <a:avLst/>
          </a:prstGeom>
          <a:noFill/>
          <a:ln w="10604">
            <a:solidFill>
              <a:srgbClr val="E4E4E3"/>
            </a:solidFill>
            <a:prstDash val="solid"/>
          </a:ln>
        </p:spPr>
      </p:sp>
      <p:sp>
        <p:nvSpPr>
          <p:cNvPr id="149" name="Shape 147"/>
          <p:cNvSpPr/>
          <p:nvPr/>
        </p:nvSpPr>
        <p:spPr>
          <a:xfrm>
            <a:off x="7555054" y="2546450"/>
            <a:ext cx="0" cy="123708"/>
          </a:xfrm>
          <a:prstGeom prst="line">
            <a:avLst/>
          </a:prstGeom>
          <a:noFill/>
          <a:ln w="12960">
            <a:solidFill>
              <a:srgbClr val="E4E4E3"/>
            </a:solidFill>
            <a:prstDash val="solid"/>
            <a:headEnd type="triangle"/>
          </a:ln>
        </p:spPr>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E4E4E3"/>
            </a:solidFill>
            <a:prstDash val="solid"/>
          </a:ln>
        </p:spPr>
      </p:sp>
      <p:sp>
        <p:nvSpPr>
          <p:cNvPr id="151" name="Shape 149"/>
          <p:cNvSpPr/>
          <p:nvPr/>
        </p:nvSpPr>
        <p:spPr>
          <a:xfrm>
            <a:off x="5982198" y="3863054"/>
            <a:ext cx="129599" cy="129599"/>
          </a:xfrm>
          <a:prstGeom prst="ellipse">
            <a:avLst/>
          </a:prstGeom>
          <a:solidFill>
            <a:srgbClr val="FFFFFF"/>
          </a:solidFill>
          <a:ln w="11782">
            <a:solidFill>
              <a:srgbClr val="E4E4E3"/>
            </a:solidFill>
            <a:prstDash val="solid"/>
          </a:ln>
        </p:spPr>
      </p:sp>
      <p:sp>
        <p:nvSpPr>
          <p:cNvPr id="152" name="Shape 150"/>
          <p:cNvSpPr/>
          <p:nvPr/>
        </p:nvSpPr>
        <p:spPr>
          <a:xfrm>
            <a:off x="6011652" y="3927854"/>
            <a:ext cx="70690" cy="0"/>
          </a:xfrm>
          <a:prstGeom prst="line">
            <a:avLst/>
          </a:prstGeom>
          <a:noFill/>
          <a:ln w="10604">
            <a:solidFill>
              <a:srgbClr val="E4E4E3"/>
            </a:solidFill>
            <a:prstDash val="solid"/>
          </a:ln>
        </p:spPr>
      </p:sp>
      <p:sp>
        <p:nvSpPr>
          <p:cNvPr id="153" name="Shape 151"/>
          <p:cNvSpPr/>
          <p:nvPr/>
        </p:nvSpPr>
        <p:spPr>
          <a:xfrm>
            <a:off x="6046998" y="3892508"/>
            <a:ext cx="0" cy="70690"/>
          </a:xfrm>
          <a:prstGeom prst="line">
            <a:avLst/>
          </a:prstGeom>
          <a:noFill/>
          <a:ln w="10604">
            <a:solidFill>
              <a:srgbClr val="E4E4E3"/>
            </a:solidFill>
            <a:prstDash val="solid"/>
          </a:ln>
        </p:spPr>
      </p:sp>
      <p:sp>
        <p:nvSpPr>
          <p:cNvPr id="154" name="Shape 152"/>
          <p:cNvSpPr/>
          <p:nvPr/>
        </p:nvSpPr>
        <p:spPr>
          <a:xfrm>
            <a:off x="6046998" y="3739346"/>
            <a:ext cx="0" cy="123708"/>
          </a:xfrm>
          <a:prstGeom prst="line">
            <a:avLst/>
          </a:prstGeom>
          <a:noFill/>
          <a:ln w="12960">
            <a:solidFill>
              <a:srgbClr val="E4E4E3"/>
            </a:solidFill>
            <a:prstDash val="solid"/>
            <a:headEnd type="triangle"/>
          </a:ln>
        </p:spPr>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E4E4E3"/>
            </a:solidFill>
            <a:prstDash val="solid"/>
          </a:ln>
        </p:spPr>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E4F5EF"/>
            </a:solidFill>
            <a:prstDash val="solid"/>
          </a:ln>
        </p:spPr>
      </p:sp>
      <p:sp>
        <p:nvSpPr>
          <p:cNvPr id="157" name="Shape 155"/>
          <p:cNvSpPr/>
          <p:nvPr/>
        </p:nvSpPr>
        <p:spPr>
          <a:xfrm>
            <a:off x="3119247" y="3863054"/>
            <a:ext cx="129599" cy="129599"/>
          </a:xfrm>
          <a:prstGeom prst="ellipse">
            <a:avLst/>
          </a:prstGeom>
          <a:solidFill>
            <a:srgbClr val="FFFFFF"/>
          </a:solidFill>
          <a:ln w="11782">
            <a:solidFill>
              <a:srgbClr val="E4E4E3"/>
            </a:solidFill>
            <a:prstDash val="solid"/>
          </a:ln>
        </p:spPr>
      </p:sp>
      <p:sp>
        <p:nvSpPr>
          <p:cNvPr id="158" name="Shape 156"/>
          <p:cNvSpPr/>
          <p:nvPr/>
        </p:nvSpPr>
        <p:spPr>
          <a:xfrm>
            <a:off x="3148701" y="3927854"/>
            <a:ext cx="70690" cy="0"/>
          </a:xfrm>
          <a:prstGeom prst="line">
            <a:avLst/>
          </a:prstGeom>
          <a:noFill/>
          <a:ln w="10604">
            <a:solidFill>
              <a:srgbClr val="E4E4E3"/>
            </a:solidFill>
            <a:prstDash val="solid"/>
          </a:ln>
        </p:spPr>
      </p:sp>
      <p:sp>
        <p:nvSpPr>
          <p:cNvPr id="159" name="Shape 157"/>
          <p:cNvSpPr/>
          <p:nvPr/>
        </p:nvSpPr>
        <p:spPr>
          <a:xfrm>
            <a:off x="3184046" y="3892508"/>
            <a:ext cx="0" cy="70690"/>
          </a:xfrm>
          <a:prstGeom prst="line">
            <a:avLst/>
          </a:prstGeom>
          <a:noFill/>
          <a:ln w="10604">
            <a:solidFill>
              <a:srgbClr val="E4E4E3"/>
            </a:solidFill>
            <a:prstDash val="solid"/>
          </a:ln>
        </p:spPr>
      </p:sp>
      <p:sp>
        <p:nvSpPr>
          <p:cNvPr id="160" name="Shape 158"/>
          <p:cNvSpPr/>
          <p:nvPr/>
        </p:nvSpPr>
        <p:spPr>
          <a:xfrm>
            <a:off x="3184046" y="3739346"/>
            <a:ext cx="0" cy="123708"/>
          </a:xfrm>
          <a:prstGeom prst="line">
            <a:avLst/>
          </a:prstGeom>
          <a:noFill/>
          <a:ln w="12960">
            <a:solidFill>
              <a:srgbClr val="E4E4E3"/>
            </a:solidFill>
            <a:prstDash val="solid"/>
            <a:headEnd type="triangle"/>
          </a:ln>
        </p:spPr>
      </p:sp>
      <p:sp>
        <p:nvSpPr>
          <p:cNvPr id="161" name="Shape 159"/>
          <p:cNvSpPr/>
          <p:nvPr/>
        </p:nvSpPr>
        <p:spPr>
          <a:xfrm>
            <a:off x="5592813" y="473756"/>
            <a:ext cx="354629" cy="354629"/>
          </a:xfrm>
          <a:prstGeom prst="diamond">
            <a:avLst/>
          </a:prstGeom>
          <a:solidFill>
            <a:srgbClr val="FFFFFF"/>
          </a:solidFill>
          <a:ln w="18851">
            <a:solidFill>
              <a:srgbClr val="DFDFDE"/>
            </a:solidFill>
            <a:prstDash val="solid"/>
          </a:ln>
        </p:spPr>
      </p:sp>
      <p:sp>
        <p:nvSpPr>
          <p:cNvPr id="162" name="Shape 160"/>
          <p:cNvSpPr/>
          <p:nvPr/>
        </p:nvSpPr>
        <p:spPr>
          <a:xfrm>
            <a:off x="3659438" y="3555258"/>
            <a:ext cx="156697" cy="156107"/>
          </a:xfrm>
          <a:prstGeom prst="rect">
            <a:avLst/>
          </a:prstGeom>
          <a:solidFill>
            <a:srgbClr val="1A1A16"/>
          </a:solidFill>
          <a:ln w="12371">
            <a:solidFill>
              <a:srgbClr val="1A1A16"/>
            </a:solidFill>
            <a:prstDash val="solid"/>
          </a:ln>
        </p:spPr>
      </p:sp>
      <p:sp>
        <p:nvSpPr>
          <p:cNvPr id="163" name="Shape 161"/>
          <p:cNvSpPr/>
          <p:nvPr/>
        </p:nvSpPr>
        <p:spPr>
          <a:xfrm>
            <a:off x="7721176" y="1137065"/>
            <a:ext cx="221496" cy="220907"/>
          </a:xfrm>
          <a:prstGeom prst="diamond">
            <a:avLst/>
          </a:prstGeom>
          <a:solidFill>
            <a:srgbClr val="FFFFFF"/>
          </a:solidFill>
          <a:ln w="12371">
            <a:solidFill>
              <a:srgbClr val="DFDFDE"/>
            </a:solidFill>
            <a:prstDash val="solid"/>
          </a:ln>
        </p:spPr>
      </p:sp>
      <p:sp>
        <p:nvSpPr>
          <p:cNvPr id="164" name="Shape 162"/>
          <p:cNvSpPr/>
          <p:nvPr/>
        </p:nvSpPr>
        <p:spPr>
          <a:xfrm>
            <a:off x="4180777" y="3522858"/>
            <a:ext cx="221496" cy="220907"/>
          </a:xfrm>
          <a:prstGeom prst="diamond">
            <a:avLst/>
          </a:prstGeom>
          <a:solidFill>
            <a:srgbClr val="FFFFFF"/>
          </a:solidFill>
          <a:ln w="12371">
            <a:solidFill>
              <a:srgbClr val="DFDFDE"/>
            </a:solidFill>
            <a:prstDash val="solid"/>
          </a:ln>
        </p:spPr>
      </p:sp>
      <p:sp>
        <p:nvSpPr>
          <p:cNvPr id="165" name="Shape 163"/>
          <p:cNvSpPr/>
          <p:nvPr/>
        </p:nvSpPr>
        <p:spPr>
          <a:xfrm>
            <a:off x="4203163" y="4141397"/>
            <a:ext cx="176725" cy="176725"/>
          </a:xfrm>
          <a:prstGeom prst="ellipse">
            <a:avLst/>
          </a:prstGeom>
          <a:solidFill>
            <a:srgbClr val="1A1A16"/>
          </a:solidFill>
          <a:ln w="12371">
            <a:solidFill>
              <a:srgbClr val="1A1A16"/>
            </a:solidFill>
            <a:prstDash val="solid"/>
          </a:ln>
        </p:spPr>
      </p:sp>
      <p:sp>
        <p:nvSpPr>
          <p:cNvPr id="166" name="Shape 164"/>
          <p:cNvSpPr/>
          <p:nvPr/>
        </p:nvSpPr>
        <p:spPr>
          <a:xfrm>
            <a:off x="1893951" y="4737845"/>
            <a:ext cx="176725" cy="176725"/>
          </a:xfrm>
          <a:prstGeom prst="ellipse">
            <a:avLst/>
          </a:prstGeom>
          <a:solidFill>
            <a:srgbClr val="1A1A16"/>
          </a:solidFill>
          <a:ln w="12371">
            <a:solidFill>
              <a:srgbClr val="1A1A16"/>
            </a:solidFill>
            <a:prstDash val="solid"/>
          </a:ln>
        </p:spPr>
      </p:sp>
      <p:sp>
        <p:nvSpPr>
          <p:cNvPr id="167" name="Shape 165"/>
          <p:cNvSpPr/>
          <p:nvPr/>
        </p:nvSpPr>
        <p:spPr>
          <a:xfrm>
            <a:off x="1340211" y="4737845"/>
            <a:ext cx="176725" cy="176725"/>
          </a:xfrm>
          <a:prstGeom prst="ellipse">
            <a:avLst/>
          </a:prstGeom>
          <a:solidFill>
            <a:srgbClr val="1A1A16"/>
          </a:solidFill>
          <a:ln w="12371">
            <a:solidFill>
              <a:srgbClr val="1A1A16"/>
            </a:solidFill>
            <a:prstDash val="solid"/>
          </a:ln>
        </p:spPr>
      </p:sp>
      <p:sp>
        <p:nvSpPr>
          <p:cNvPr id="168" name="Shape 166"/>
          <p:cNvSpPr/>
          <p:nvPr/>
        </p:nvSpPr>
        <p:spPr>
          <a:xfrm>
            <a:off x="7714107" y="3515494"/>
            <a:ext cx="235634" cy="235634"/>
          </a:xfrm>
          <a:prstGeom prst="ellipse">
            <a:avLst/>
          </a:prstGeom>
          <a:solidFill>
            <a:srgbClr val="1A1A16"/>
          </a:solidFill>
          <a:ln w="12371">
            <a:solidFill>
              <a:srgbClr val="1A1A16"/>
            </a:solidFill>
            <a:prstDash val="solid"/>
          </a:ln>
        </p:spPr>
      </p:sp>
      <p:sp>
        <p:nvSpPr>
          <p:cNvPr id="169" name="Shape 167"/>
          <p:cNvSpPr/>
          <p:nvPr/>
        </p:nvSpPr>
        <p:spPr>
          <a:xfrm>
            <a:off x="5691780" y="2362361"/>
            <a:ext cx="156697" cy="156107"/>
          </a:xfrm>
          <a:prstGeom prst="rect">
            <a:avLst/>
          </a:prstGeom>
          <a:solidFill>
            <a:srgbClr val="1A1A16"/>
          </a:solidFill>
          <a:ln w="12371">
            <a:solidFill>
              <a:srgbClr val="1A1A16"/>
            </a:solidFill>
            <a:prstDash val="solid"/>
          </a:ln>
        </p:spPr>
      </p:sp>
      <p:sp>
        <p:nvSpPr>
          <p:cNvPr id="170" name="Shape 168"/>
          <p:cNvSpPr/>
          <p:nvPr/>
        </p:nvSpPr>
        <p:spPr>
          <a:xfrm>
            <a:off x="5681765" y="2948500"/>
            <a:ext cx="176725" cy="176725"/>
          </a:xfrm>
          <a:prstGeom prst="ellipse">
            <a:avLst/>
          </a:prstGeom>
          <a:solidFill>
            <a:srgbClr val="1A1A16"/>
          </a:solidFill>
          <a:ln w="12371">
            <a:solidFill>
              <a:srgbClr val="1A1A16"/>
            </a:solidFill>
            <a:prstDash val="solid"/>
          </a:ln>
        </p:spPr>
      </p:sp>
      <p:sp>
        <p:nvSpPr>
          <p:cNvPr id="171" name="Shape 169"/>
          <p:cNvSpPr/>
          <p:nvPr/>
        </p:nvSpPr>
        <p:spPr>
          <a:xfrm>
            <a:off x="3619969" y="4708391"/>
            <a:ext cx="235634" cy="235634"/>
          </a:xfrm>
          <a:prstGeom prst="ellipse">
            <a:avLst/>
          </a:prstGeom>
          <a:solidFill>
            <a:srgbClr val="1A1A16"/>
          </a:solidFill>
          <a:ln w="12371">
            <a:solidFill>
              <a:srgbClr val="1A1A16"/>
            </a:solidFill>
            <a:prstDash val="solid"/>
          </a:ln>
        </p:spPr>
      </p:sp>
      <p:sp>
        <p:nvSpPr>
          <p:cNvPr id="172" name="Shape 170"/>
          <p:cNvSpPr/>
          <p:nvPr/>
        </p:nvSpPr>
        <p:spPr>
          <a:xfrm>
            <a:off x="9844826" y="2362361"/>
            <a:ext cx="156697" cy="156107"/>
          </a:xfrm>
          <a:prstGeom prst="rect">
            <a:avLst/>
          </a:prstGeom>
          <a:solidFill>
            <a:srgbClr val="FFFFFF"/>
          </a:solidFill>
          <a:ln w="12371">
            <a:solidFill>
              <a:srgbClr val="DFDFDE"/>
            </a:solidFill>
            <a:prstDash val="solid"/>
          </a:ln>
        </p:spPr>
      </p:sp>
      <p:sp>
        <p:nvSpPr>
          <p:cNvPr id="173" name="Shape 171"/>
          <p:cNvSpPr/>
          <p:nvPr/>
        </p:nvSpPr>
        <p:spPr>
          <a:xfrm>
            <a:off x="9805357" y="3515494"/>
            <a:ext cx="235634" cy="235634"/>
          </a:xfrm>
          <a:prstGeom prst="ellipse">
            <a:avLst/>
          </a:prstGeom>
          <a:solidFill>
            <a:srgbClr val="1A1A16"/>
          </a:solidFill>
          <a:ln w="12371">
            <a:solidFill>
              <a:srgbClr val="1A1A16"/>
            </a:solidFill>
            <a:prstDash val="solid"/>
          </a:ln>
        </p:spPr>
      </p:sp>
      <p:sp>
        <p:nvSpPr>
          <p:cNvPr id="174" name="Shape 172"/>
          <p:cNvSpPr/>
          <p:nvPr/>
        </p:nvSpPr>
        <p:spPr>
          <a:xfrm>
            <a:off x="3649423" y="4141397"/>
            <a:ext cx="176725" cy="176725"/>
          </a:xfrm>
          <a:prstGeom prst="ellipse">
            <a:avLst/>
          </a:prstGeom>
          <a:solidFill>
            <a:srgbClr val="FFFFFF"/>
          </a:solidFill>
          <a:ln w="12371">
            <a:solidFill>
              <a:srgbClr val="DFDFDE"/>
            </a:solidFill>
            <a:prstDash val="solid"/>
          </a:ln>
        </p:spPr>
      </p:sp>
      <p:sp>
        <p:nvSpPr>
          <p:cNvPr id="175" name="Shape 173"/>
          <p:cNvSpPr/>
          <p:nvPr/>
        </p:nvSpPr>
        <p:spPr>
          <a:xfrm>
            <a:off x="3095684" y="4141397"/>
            <a:ext cx="176725" cy="176725"/>
          </a:xfrm>
          <a:prstGeom prst="ellipse">
            <a:avLst/>
          </a:prstGeom>
          <a:solidFill>
            <a:srgbClr val="FFFFFF"/>
          </a:solidFill>
          <a:ln w="12371">
            <a:solidFill>
              <a:srgbClr val="DFDFDE"/>
            </a:solidFill>
            <a:prstDash val="solid"/>
          </a:ln>
        </p:spPr>
      </p:sp>
      <p:sp>
        <p:nvSpPr>
          <p:cNvPr id="176" name="Shape 174"/>
          <p:cNvSpPr/>
          <p:nvPr/>
        </p:nvSpPr>
        <p:spPr>
          <a:xfrm>
            <a:off x="5659380" y="1733219"/>
            <a:ext cx="221496" cy="221496"/>
          </a:xfrm>
          <a:prstGeom prst="diamond">
            <a:avLst/>
          </a:prstGeom>
          <a:solidFill>
            <a:srgbClr val="FFFFFF"/>
          </a:solidFill>
          <a:ln w="12371">
            <a:solidFill>
              <a:srgbClr val="DFDFDE"/>
            </a:solidFill>
            <a:prstDash val="solid"/>
          </a:ln>
        </p:spPr>
      </p:sp>
      <p:sp>
        <p:nvSpPr>
          <p:cNvPr id="177" name="Shape 175"/>
          <p:cNvSpPr/>
          <p:nvPr/>
        </p:nvSpPr>
        <p:spPr>
          <a:xfrm>
            <a:off x="7753576" y="2958515"/>
            <a:ext cx="156697" cy="156697"/>
          </a:xfrm>
          <a:prstGeom prst="rect">
            <a:avLst/>
          </a:prstGeom>
          <a:solidFill>
            <a:srgbClr val="FFFFFF"/>
          </a:solidFill>
          <a:ln w="12371">
            <a:solidFill>
              <a:srgbClr val="DFDFDE"/>
            </a:solidFill>
            <a:prstDash val="solid"/>
          </a:ln>
        </p:spPr>
      </p:sp>
      <p:sp>
        <p:nvSpPr>
          <p:cNvPr id="178" name="Shape 176"/>
          <p:cNvSpPr/>
          <p:nvPr/>
        </p:nvSpPr>
        <p:spPr>
          <a:xfrm>
            <a:off x="7989799" y="2302864"/>
            <a:ext cx="237990" cy="206180"/>
          </a:xfrm>
          <a:prstGeom prst="triangle">
            <a:avLst/>
          </a:prstGeom>
          <a:solidFill>
            <a:srgbClr val="FFFFFF"/>
          </a:solidFill>
          <a:ln w="12371">
            <a:solidFill>
              <a:srgbClr val="DFDFDE"/>
            </a:solidFill>
            <a:prstDash val="solid"/>
          </a:ln>
        </p:spPr>
      </p:sp>
      <p:sp>
        <p:nvSpPr>
          <p:cNvPr id="179" name="Shape 177"/>
          <p:cNvSpPr/>
          <p:nvPr/>
        </p:nvSpPr>
        <p:spPr>
          <a:xfrm>
            <a:off x="7712929" y="1706710"/>
            <a:ext cx="237990" cy="206180"/>
          </a:xfrm>
          <a:prstGeom prst="triangle">
            <a:avLst/>
          </a:prstGeom>
          <a:solidFill>
            <a:srgbClr val="FFFFFF"/>
          </a:solidFill>
          <a:ln w="12371">
            <a:solidFill>
              <a:srgbClr val="DFDFDE"/>
            </a:solidFill>
            <a:prstDash val="solid"/>
          </a:ln>
        </p:spPr>
      </p:sp>
      <p:sp>
        <p:nvSpPr>
          <p:cNvPr id="180" name="Shape 178"/>
          <p:cNvSpPr/>
          <p:nvPr/>
        </p:nvSpPr>
        <p:spPr>
          <a:xfrm>
            <a:off x="5404895" y="3544949"/>
            <a:ext cx="176725" cy="176725"/>
          </a:xfrm>
          <a:prstGeom prst="ellipse">
            <a:avLst/>
          </a:prstGeom>
          <a:solidFill>
            <a:srgbClr val="FFFFFF"/>
          </a:solidFill>
          <a:ln w="12371">
            <a:solidFill>
              <a:srgbClr val="DFDFDE"/>
            </a:solidFill>
            <a:prstDash val="solid"/>
          </a:ln>
        </p:spPr>
      </p:sp>
      <p:sp>
        <p:nvSpPr>
          <p:cNvPr id="181" name="Shape 179"/>
          <p:cNvSpPr/>
          <p:nvPr/>
        </p:nvSpPr>
        <p:spPr>
          <a:xfrm>
            <a:off x="7476706" y="2362361"/>
            <a:ext cx="156697" cy="156107"/>
          </a:xfrm>
          <a:prstGeom prst="rect">
            <a:avLst/>
          </a:prstGeom>
          <a:solidFill>
            <a:srgbClr val="FFFFFF"/>
          </a:solidFill>
          <a:ln w="12371">
            <a:solidFill>
              <a:srgbClr val="DFDFDE"/>
            </a:solidFill>
            <a:prstDash val="solid"/>
          </a:ln>
        </p:spPr>
      </p:sp>
      <p:sp>
        <p:nvSpPr>
          <p:cNvPr id="182" name="Shape 180"/>
          <p:cNvSpPr/>
          <p:nvPr/>
        </p:nvSpPr>
        <p:spPr>
          <a:xfrm>
            <a:off x="5958635" y="3544949"/>
            <a:ext cx="176725" cy="176725"/>
          </a:xfrm>
          <a:prstGeom prst="ellipse">
            <a:avLst/>
          </a:prstGeom>
          <a:solidFill>
            <a:srgbClr val="FFFFFF"/>
          </a:solidFill>
          <a:ln w="12371">
            <a:solidFill>
              <a:srgbClr val="DFDFDE"/>
            </a:solidFill>
            <a:prstDash val="solid"/>
          </a:ln>
        </p:spPr>
      </p:sp>
      <p:sp>
        <p:nvSpPr>
          <p:cNvPr id="183" name="Shape 181"/>
          <p:cNvSpPr/>
          <p:nvPr/>
        </p:nvSpPr>
        <p:spPr>
          <a:xfrm>
            <a:off x="3105698" y="3555258"/>
            <a:ext cx="156697" cy="156107"/>
          </a:xfrm>
          <a:prstGeom prst="rect">
            <a:avLst/>
          </a:prstGeom>
          <a:solidFill>
            <a:srgbClr val="1A1A16"/>
          </a:solidFill>
          <a:ln w="12371">
            <a:solidFill>
              <a:srgbClr val="1A1A16"/>
            </a:solidFill>
            <a:prstDash val="solid"/>
          </a:ln>
        </p:spPr>
      </p:sp>
      <p:sp>
        <p:nvSpPr>
          <p:cNvPr id="184" name="Shape 182"/>
          <p:cNvSpPr/>
          <p:nvPr/>
        </p:nvSpPr>
        <p:spPr>
          <a:xfrm>
            <a:off x="7719998" y="5293057"/>
            <a:ext cx="223852" cy="259197"/>
          </a:xfrm>
          <a:prstGeom prst="hexagon">
            <a:avLst/>
          </a:prstGeom>
          <a:solidFill>
            <a:srgbClr val="1A1A16"/>
          </a:solidFill>
          <a:ln w="12371">
            <a:solidFill>
              <a:srgbClr val="008300"/>
            </a:solidFill>
            <a:prstDash val="solid"/>
          </a:ln>
        </p:spPr>
      </p:sp>
      <p:sp>
        <p:nvSpPr>
          <p:cNvPr id="185" name="Shape 183"/>
          <p:cNvSpPr/>
          <p:nvPr/>
        </p:nvSpPr>
        <p:spPr>
          <a:xfrm>
            <a:off x="2147257" y="5293057"/>
            <a:ext cx="223852" cy="259197"/>
          </a:xfrm>
          <a:prstGeom prst="hexagon">
            <a:avLst/>
          </a:prstGeom>
          <a:solidFill>
            <a:srgbClr val="1A1A16"/>
          </a:solidFill>
          <a:ln w="12371">
            <a:solidFill>
              <a:srgbClr val="1BAF7A"/>
            </a:solidFill>
            <a:prstDash val="solid"/>
          </a:ln>
        </p:spPr>
      </p:sp>
      <p:sp>
        <p:nvSpPr>
          <p:cNvPr id="186" name="Shape 184"/>
          <p:cNvSpPr/>
          <p:nvPr/>
        </p:nvSpPr>
        <p:spPr>
          <a:xfrm>
            <a:off x="1593518" y="5293057"/>
            <a:ext cx="223852" cy="259197"/>
          </a:xfrm>
          <a:prstGeom prst="hexagon">
            <a:avLst/>
          </a:prstGeom>
          <a:solidFill>
            <a:srgbClr val="1A1A16"/>
          </a:solidFill>
          <a:ln w="12371">
            <a:solidFill>
              <a:srgbClr val="E87BA4"/>
            </a:solidFill>
            <a:prstDash val="solid"/>
          </a:ln>
        </p:spPr>
      </p:sp>
      <p:sp>
        <p:nvSpPr>
          <p:cNvPr id="187" name="Shape 185"/>
          <p:cNvSpPr/>
          <p:nvPr/>
        </p:nvSpPr>
        <p:spPr>
          <a:xfrm>
            <a:off x="9811248" y="5293057"/>
            <a:ext cx="223852" cy="259197"/>
          </a:xfrm>
          <a:prstGeom prst="hexagon">
            <a:avLst/>
          </a:prstGeom>
          <a:solidFill>
            <a:srgbClr val="FFFFFF"/>
          </a:solidFill>
          <a:ln w="12371">
            <a:solidFill>
              <a:srgbClr val="E1ECF9"/>
            </a:solidFill>
            <a:prstDash val="solid"/>
          </a:ln>
        </p:spPr>
      </p:sp>
      <p:sp>
        <p:nvSpPr>
          <p:cNvPr id="188" name="Shape 186"/>
          <p:cNvSpPr/>
          <p:nvPr/>
        </p:nvSpPr>
        <p:spPr>
          <a:xfrm>
            <a:off x="3625860" y="5293057"/>
            <a:ext cx="223852" cy="259197"/>
          </a:xfrm>
          <a:prstGeom prst="hexagon">
            <a:avLst/>
          </a:prstGeom>
          <a:solidFill>
            <a:srgbClr val="FFFFFF"/>
          </a:solidFill>
          <a:ln w="12371">
            <a:solidFill>
              <a:srgbClr val="E6E3F3"/>
            </a:solidFill>
            <a:prstDash val="solid"/>
          </a:ln>
        </p:spPr>
      </p:sp>
      <p:sp>
        <p:nvSpPr>
          <p:cNvPr id="189" name="Shape 187"/>
          <p:cNvSpPr/>
          <p:nvPr/>
        </p:nvSpPr>
        <p:spPr>
          <a:xfrm>
            <a:off x="1039778" y="5293057"/>
            <a:ext cx="223852" cy="259197"/>
          </a:xfrm>
          <a:prstGeom prst="hexagon">
            <a:avLst/>
          </a:prstGeom>
          <a:solidFill>
            <a:srgbClr val="1A1A16"/>
          </a:solidFill>
          <a:ln w="12371">
            <a:solidFill>
              <a:srgbClr val="EDA100"/>
            </a:solidFill>
            <a:prstDash val="solid"/>
          </a:ln>
        </p:spPr>
      </p:sp>
      <p:sp>
        <p:nvSpPr>
          <p:cNvPr id="190" name="Text 188"/>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91" name="Text 189"/>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92" name="Text 190"/>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93" name="Text 191"/>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94" name="Text 192"/>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5" name="Text 193"/>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6" name="Text 194"/>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FORMALIZATION ORDER  ·  14 OF 29</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4032" y="200597"/>
            <a:ext cx="1767254" cy="170245"/>
          </a:xfrm>
          <a:prstGeom prst="rect">
            <a:avLst/>
          </a:prstGeom>
          <a:noFill/>
          <a:ln/>
        </p:spPr>
        <p:txBody>
          <a:bodyPr wrap="square" lIns="0" tIns="0" rIns="0" bIns="0" rtlCol="0" anchor="t"/>
          <a:lstStyle/>
          <a:p>
            <a:pPr algn="l" indent="0" marL="0">
              <a:buNone/>
            </a:pPr>
            <a:r>
              <a:rPr lang="en-US" sz="789" spc="110" kern="0" dirty="0">
                <a:solidFill>
                  <a:srgbClr val="8A8A80"/>
                </a:solidFill>
                <a:latin typeface="Calibri" pitchFamily="34" charset="0"/>
                <a:ea typeface="Calibri" pitchFamily="34" charset="-122"/>
                <a:cs typeface="Calibri" pitchFamily="34" charset="-120"/>
              </a:rPr>
              <a:t>COLOUR = SOURCE</a:t>
            </a:r>
            <a:endParaRPr lang="en-US" sz="789" dirty="0"/>
          </a:p>
        </p:txBody>
      </p:sp>
      <p:sp>
        <p:nvSpPr>
          <p:cNvPr id="3" name="Shape 1"/>
          <p:cNvSpPr/>
          <p:nvPr/>
        </p:nvSpPr>
        <p:spPr>
          <a:xfrm>
            <a:off x="2524272" y="215148"/>
            <a:ext cx="82472" cy="82472"/>
          </a:xfrm>
          <a:prstGeom prst="ellipse">
            <a:avLst/>
          </a:prstGeom>
          <a:solidFill>
            <a:srgbClr val="FFFFFF"/>
          </a:solidFill>
          <a:ln w="11782">
            <a:solidFill>
              <a:srgbClr val="1A1A16"/>
            </a:solidFill>
            <a:prstDash val="solid"/>
          </a:ln>
        </p:spPr>
      </p:sp>
      <p:sp>
        <p:nvSpPr>
          <p:cNvPr id="4" name="Text 2"/>
          <p:cNvSpPr txBox="1"/>
          <p:nvPr/>
        </p:nvSpPr>
        <p:spPr>
          <a:xfrm>
            <a:off x="2653870"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this paper</a:t>
            </a:r>
            <a:endParaRPr lang="en-US" sz="789" dirty="0"/>
          </a:p>
        </p:txBody>
      </p:sp>
      <p:sp>
        <p:nvSpPr>
          <p:cNvPr id="5" name="Shape 3"/>
          <p:cNvSpPr/>
          <p:nvPr/>
        </p:nvSpPr>
        <p:spPr>
          <a:xfrm>
            <a:off x="3313645" y="215148"/>
            <a:ext cx="82472" cy="82472"/>
          </a:xfrm>
          <a:prstGeom prst="ellipse">
            <a:avLst/>
          </a:prstGeom>
          <a:solidFill>
            <a:srgbClr val="2A78D6"/>
          </a:solidFill>
          <a:ln w="11782">
            <a:solidFill>
              <a:srgbClr val="2A78D6"/>
            </a:solidFill>
            <a:prstDash val="solid"/>
          </a:ln>
        </p:spPr>
      </p:sp>
      <p:sp>
        <p:nvSpPr>
          <p:cNvPr id="6" name="Text 4"/>
          <p:cNvSpPr txBox="1"/>
          <p:nvPr/>
        </p:nvSpPr>
        <p:spPr>
          <a:xfrm>
            <a:off x="344324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Chvátal 1970s</a:t>
            </a:r>
            <a:endParaRPr lang="en-US" sz="789" dirty="0"/>
          </a:p>
        </p:txBody>
      </p:sp>
      <p:sp>
        <p:nvSpPr>
          <p:cNvPr id="7" name="Shape 5"/>
          <p:cNvSpPr/>
          <p:nvPr/>
        </p:nvSpPr>
        <p:spPr>
          <a:xfrm>
            <a:off x="4255002" y="215148"/>
            <a:ext cx="82472" cy="82472"/>
          </a:xfrm>
          <a:prstGeom prst="ellipse">
            <a:avLst/>
          </a:prstGeom>
          <a:solidFill>
            <a:srgbClr val="1BAF7A"/>
          </a:solidFill>
          <a:ln w="11782">
            <a:solidFill>
              <a:srgbClr val="1BAF7A"/>
            </a:solidFill>
            <a:prstDash val="solid"/>
          </a:ln>
        </p:spPr>
      </p:sp>
      <p:sp>
        <p:nvSpPr>
          <p:cNvPr id="8" name="Text 6"/>
          <p:cNvSpPr txBox="1"/>
          <p:nvPr/>
        </p:nvSpPr>
        <p:spPr>
          <a:xfrm>
            <a:off x="4384601"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Gottesman 1997</a:t>
            </a:r>
            <a:endParaRPr lang="en-US" sz="789" dirty="0"/>
          </a:p>
        </p:txBody>
      </p:sp>
      <p:sp>
        <p:nvSpPr>
          <p:cNvPr id="9" name="Shape 7"/>
          <p:cNvSpPr/>
          <p:nvPr/>
        </p:nvSpPr>
        <p:spPr>
          <a:xfrm>
            <a:off x="5247021" y="215148"/>
            <a:ext cx="82472" cy="82472"/>
          </a:xfrm>
          <a:prstGeom prst="ellipse">
            <a:avLst/>
          </a:prstGeom>
          <a:solidFill>
            <a:srgbClr val="EDA100"/>
          </a:solidFill>
          <a:ln w="11782">
            <a:solidFill>
              <a:srgbClr val="EDA100"/>
            </a:solidFill>
            <a:prstDash val="solid"/>
          </a:ln>
        </p:spPr>
      </p:sp>
      <p:sp>
        <p:nvSpPr>
          <p:cNvPr id="10" name="Text 8"/>
          <p:cNvSpPr txBox="1"/>
          <p:nvPr/>
        </p:nvSpPr>
        <p:spPr>
          <a:xfrm>
            <a:off x="537661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Veitch 2013</a:t>
            </a:r>
            <a:endParaRPr lang="en-US" sz="789" dirty="0"/>
          </a:p>
        </p:txBody>
      </p:sp>
      <p:sp>
        <p:nvSpPr>
          <p:cNvPr id="11" name="Shape 9"/>
          <p:cNvSpPr/>
          <p:nvPr/>
        </p:nvSpPr>
        <p:spPr>
          <a:xfrm>
            <a:off x="6087055" y="215148"/>
            <a:ext cx="82472" cy="82472"/>
          </a:xfrm>
          <a:prstGeom prst="ellipse">
            <a:avLst/>
          </a:prstGeom>
          <a:solidFill>
            <a:srgbClr val="E87BA4"/>
          </a:solidFill>
          <a:ln w="11782">
            <a:solidFill>
              <a:srgbClr val="E87BA4"/>
            </a:solidFill>
            <a:prstDash val="solid"/>
          </a:ln>
        </p:spPr>
      </p:sp>
      <p:sp>
        <p:nvSpPr>
          <p:cNvPr id="12" name="Text 10"/>
          <p:cNvSpPr txBox="1"/>
          <p:nvPr/>
        </p:nvSpPr>
        <p:spPr>
          <a:xfrm>
            <a:off x="6216654"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Howard 2016</a:t>
            </a:r>
            <a:endParaRPr lang="en-US" sz="789" dirty="0"/>
          </a:p>
        </p:txBody>
      </p:sp>
      <p:sp>
        <p:nvSpPr>
          <p:cNvPr id="13" name="Shape 11"/>
          <p:cNvSpPr/>
          <p:nvPr/>
        </p:nvSpPr>
        <p:spPr>
          <a:xfrm>
            <a:off x="6927090" y="215148"/>
            <a:ext cx="82472" cy="82472"/>
          </a:xfrm>
          <a:prstGeom prst="ellipse">
            <a:avLst/>
          </a:prstGeom>
          <a:solidFill>
            <a:srgbClr val="008300"/>
          </a:solidFill>
          <a:ln w="11782">
            <a:solidFill>
              <a:srgbClr val="008300"/>
            </a:solidFill>
            <a:prstDash val="solid"/>
          </a:ln>
        </p:spPr>
      </p:sp>
      <p:sp>
        <p:nvSpPr>
          <p:cNvPr id="14" name="Text 12"/>
          <p:cNvSpPr txBox="1"/>
          <p:nvPr/>
        </p:nvSpPr>
        <p:spPr>
          <a:xfrm>
            <a:off x="7056689"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Handbook 2024</a:t>
            </a:r>
            <a:endParaRPr lang="en-US" sz="789" dirty="0"/>
          </a:p>
        </p:txBody>
      </p:sp>
      <p:sp>
        <p:nvSpPr>
          <p:cNvPr id="15" name="Shape 13"/>
          <p:cNvSpPr/>
          <p:nvPr/>
        </p:nvSpPr>
        <p:spPr>
          <a:xfrm>
            <a:off x="7868447" y="215148"/>
            <a:ext cx="82472" cy="82472"/>
          </a:xfrm>
          <a:prstGeom prst="ellipse">
            <a:avLst/>
          </a:prstGeom>
          <a:solidFill>
            <a:srgbClr val="4A3AA7"/>
          </a:solidFill>
          <a:ln w="11782">
            <a:solidFill>
              <a:srgbClr val="4A3AA7"/>
            </a:solidFill>
            <a:prstDash val="solid"/>
          </a:ln>
        </p:spPr>
      </p:sp>
      <p:sp>
        <p:nvSpPr>
          <p:cNvPr id="16" name="Text 14"/>
          <p:cNvSpPr txBox="1"/>
          <p:nvPr/>
        </p:nvSpPr>
        <p:spPr>
          <a:xfrm>
            <a:off x="7998046" y="200597"/>
            <a:ext cx="1885071" cy="170245"/>
          </a:xfrm>
          <a:prstGeom prst="rect">
            <a:avLst/>
          </a:prstGeom>
          <a:noFill/>
          <a:ln/>
        </p:spPr>
        <p:txBody>
          <a:bodyPr wrap="square" lIns="0" tIns="0" rIns="0" bIns="0" rtlCol="0" anchor="t"/>
          <a:lstStyle/>
          <a:p>
            <a:pPr algn="l" indent="0" marL="0">
              <a:buNone/>
            </a:pPr>
            <a:r>
              <a:rPr lang="en-US" sz="789" dirty="0">
                <a:solidFill>
                  <a:srgbClr val="1A1A16"/>
                </a:solidFill>
                <a:latin typeface="Calibri" pitchFamily="34" charset="0"/>
                <a:ea typeface="Calibri" pitchFamily="34" charset="-122"/>
                <a:cs typeface="Calibri" pitchFamily="34" charset="-120"/>
              </a:rPr>
              <a:t>Varela 2026</a:t>
            </a:r>
            <a:endParaRPr lang="en-US" sz="789" dirty="0"/>
          </a:p>
        </p:txBody>
      </p:sp>
      <p:sp>
        <p:nvSpPr>
          <p:cNvPr id="17" name="Shape 15"/>
          <p:cNvSpPr/>
          <p:nvPr/>
        </p:nvSpPr>
        <p:spPr>
          <a:xfrm>
            <a:off x="1134032" y="5422656"/>
            <a:ext cx="10344326" cy="0"/>
          </a:xfrm>
          <a:prstGeom prst="line">
            <a:avLst/>
          </a:prstGeom>
          <a:noFill/>
          <a:ln w="5891">
            <a:solidFill>
              <a:srgbClr val="EAEAEA"/>
            </a:solidFill>
            <a:prstDash val="solid"/>
          </a:ln>
        </p:spPr>
      </p:sp>
      <p:sp>
        <p:nvSpPr>
          <p:cNvPr id="18" name="Text 16"/>
          <p:cNvSpPr txBox="1"/>
          <p:nvPr/>
        </p:nvSpPr>
        <p:spPr>
          <a:xfrm>
            <a:off x="332877" y="536686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L0</a:t>
            </a:r>
            <a:endParaRPr lang="en-US" sz="789" dirty="0"/>
          </a:p>
        </p:txBody>
      </p:sp>
      <p:sp>
        <p:nvSpPr>
          <p:cNvPr id="19" name="Shape 17"/>
          <p:cNvSpPr/>
          <p:nvPr/>
        </p:nvSpPr>
        <p:spPr>
          <a:xfrm>
            <a:off x="1134032" y="4826208"/>
            <a:ext cx="10344326" cy="0"/>
          </a:xfrm>
          <a:prstGeom prst="line">
            <a:avLst/>
          </a:prstGeom>
          <a:noFill/>
          <a:ln w="5891">
            <a:solidFill>
              <a:srgbClr val="EAEAEA"/>
            </a:solidFill>
            <a:prstDash val="solid"/>
          </a:ln>
        </p:spPr>
      </p:sp>
      <p:sp>
        <p:nvSpPr>
          <p:cNvPr id="20" name="Text 18"/>
          <p:cNvSpPr txBox="1"/>
          <p:nvPr/>
        </p:nvSpPr>
        <p:spPr>
          <a:xfrm>
            <a:off x="332877" y="4770421"/>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L1</a:t>
            </a:r>
            <a:endParaRPr lang="en-US" sz="789" dirty="0"/>
          </a:p>
        </p:txBody>
      </p:sp>
      <p:sp>
        <p:nvSpPr>
          <p:cNvPr id="21" name="Shape 19"/>
          <p:cNvSpPr/>
          <p:nvPr/>
        </p:nvSpPr>
        <p:spPr>
          <a:xfrm>
            <a:off x="1134032" y="4229759"/>
            <a:ext cx="10344326" cy="0"/>
          </a:xfrm>
          <a:prstGeom prst="line">
            <a:avLst/>
          </a:prstGeom>
          <a:noFill/>
          <a:ln w="5891">
            <a:solidFill>
              <a:srgbClr val="EAEAEA"/>
            </a:solidFill>
            <a:prstDash val="solid"/>
          </a:ln>
        </p:spPr>
      </p:sp>
      <p:sp>
        <p:nvSpPr>
          <p:cNvPr id="22" name="Text 20"/>
          <p:cNvSpPr txBox="1"/>
          <p:nvPr/>
        </p:nvSpPr>
        <p:spPr>
          <a:xfrm>
            <a:off x="332877" y="4173973"/>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L2</a:t>
            </a:r>
            <a:endParaRPr lang="en-US" sz="789" dirty="0"/>
          </a:p>
        </p:txBody>
      </p:sp>
      <p:sp>
        <p:nvSpPr>
          <p:cNvPr id="23" name="Shape 21"/>
          <p:cNvSpPr/>
          <p:nvPr/>
        </p:nvSpPr>
        <p:spPr>
          <a:xfrm>
            <a:off x="1134032" y="3633311"/>
            <a:ext cx="10344326" cy="0"/>
          </a:xfrm>
          <a:prstGeom prst="line">
            <a:avLst/>
          </a:prstGeom>
          <a:noFill/>
          <a:ln w="5891">
            <a:solidFill>
              <a:srgbClr val="EAEAEA"/>
            </a:solidFill>
            <a:prstDash val="solid"/>
          </a:ln>
        </p:spPr>
      </p:sp>
      <p:sp>
        <p:nvSpPr>
          <p:cNvPr id="24" name="Text 22"/>
          <p:cNvSpPr txBox="1"/>
          <p:nvPr/>
        </p:nvSpPr>
        <p:spPr>
          <a:xfrm>
            <a:off x="332877" y="3577525"/>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L3</a:t>
            </a:r>
            <a:endParaRPr lang="en-US" sz="789" dirty="0"/>
          </a:p>
        </p:txBody>
      </p:sp>
      <p:sp>
        <p:nvSpPr>
          <p:cNvPr id="25" name="Shape 23"/>
          <p:cNvSpPr/>
          <p:nvPr/>
        </p:nvSpPr>
        <p:spPr>
          <a:xfrm>
            <a:off x="1134032" y="3036863"/>
            <a:ext cx="10344326" cy="0"/>
          </a:xfrm>
          <a:prstGeom prst="line">
            <a:avLst/>
          </a:prstGeom>
          <a:noFill/>
          <a:ln w="5891">
            <a:solidFill>
              <a:srgbClr val="EAEAEA"/>
            </a:solidFill>
            <a:prstDash val="solid"/>
          </a:ln>
        </p:spPr>
      </p:sp>
      <p:sp>
        <p:nvSpPr>
          <p:cNvPr id="26" name="Text 24"/>
          <p:cNvSpPr txBox="1"/>
          <p:nvPr/>
        </p:nvSpPr>
        <p:spPr>
          <a:xfrm>
            <a:off x="332877" y="2981077"/>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L4</a:t>
            </a:r>
            <a:endParaRPr lang="en-US" sz="789" dirty="0"/>
          </a:p>
        </p:txBody>
      </p:sp>
      <p:sp>
        <p:nvSpPr>
          <p:cNvPr id="27" name="Shape 25"/>
          <p:cNvSpPr/>
          <p:nvPr/>
        </p:nvSpPr>
        <p:spPr>
          <a:xfrm>
            <a:off x="1134032" y="2440415"/>
            <a:ext cx="10344326" cy="0"/>
          </a:xfrm>
          <a:prstGeom prst="line">
            <a:avLst/>
          </a:prstGeom>
          <a:noFill/>
          <a:ln w="5891">
            <a:solidFill>
              <a:srgbClr val="EAEAEA"/>
            </a:solidFill>
            <a:prstDash val="solid"/>
          </a:ln>
        </p:spPr>
      </p:sp>
      <p:sp>
        <p:nvSpPr>
          <p:cNvPr id="28" name="Text 26"/>
          <p:cNvSpPr txBox="1"/>
          <p:nvPr/>
        </p:nvSpPr>
        <p:spPr>
          <a:xfrm>
            <a:off x="332877" y="2384629"/>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L5</a:t>
            </a:r>
            <a:endParaRPr lang="en-US" sz="789" dirty="0"/>
          </a:p>
        </p:txBody>
      </p:sp>
      <p:sp>
        <p:nvSpPr>
          <p:cNvPr id="29" name="Shape 27"/>
          <p:cNvSpPr/>
          <p:nvPr/>
        </p:nvSpPr>
        <p:spPr>
          <a:xfrm>
            <a:off x="1134032" y="1843967"/>
            <a:ext cx="10344326" cy="0"/>
          </a:xfrm>
          <a:prstGeom prst="line">
            <a:avLst/>
          </a:prstGeom>
          <a:noFill/>
          <a:ln w="5891">
            <a:solidFill>
              <a:srgbClr val="EAEAEA"/>
            </a:solidFill>
            <a:prstDash val="solid"/>
          </a:ln>
        </p:spPr>
      </p:sp>
      <p:sp>
        <p:nvSpPr>
          <p:cNvPr id="30" name="Text 28"/>
          <p:cNvSpPr txBox="1"/>
          <p:nvPr/>
        </p:nvSpPr>
        <p:spPr>
          <a:xfrm>
            <a:off x="332877" y="1788180"/>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L6</a:t>
            </a:r>
            <a:endParaRPr lang="en-US" sz="789" dirty="0"/>
          </a:p>
        </p:txBody>
      </p:sp>
      <p:sp>
        <p:nvSpPr>
          <p:cNvPr id="31" name="Shape 29"/>
          <p:cNvSpPr/>
          <p:nvPr/>
        </p:nvSpPr>
        <p:spPr>
          <a:xfrm>
            <a:off x="1134032" y="1247519"/>
            <a:ext cx="10344326" cy="0"/>
          </a:xfrm>
          <a:prstGeom prst="line">
            <a:avLst/>
          </a:prstGeom>
          <a:noFill/>
          <a:ln w="5891">
            <a:solidFill>
              <a:srgbClr val="EAEAEA"/>
            </a:solidFill>
            <a:prstDash val="solid"/>
          </a:ln>
        </p:spPr>
      </p:sp>
      <p:sp>
        <p:nvSpPr>
          <p:cNvPr id="32" name="Text 30"/>
          <p:cNvSpPr txBox="1"/>
          <p:nvPr/>
        </p:nvSpPr>
        <p:spPr>
          <a:xfrm>
            <a:off x="332877" y="1191732"/>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L7</a:t>
            </a:r>
            <a:endParaRPr lang="en-US" sz="789" dirty="0"/>
          </a:p>
        </p:txBody>
      </p:sp>
      <p:sp>
        <p:nvSpPr>
          <p:cNvPr id="33" name="Shape 31"/>
          <p:cNvSpPr/>
          <p:nvPr/>
        </p:nvSpPr>
        <p:spPr>
          <a:xfrm>
            <a:off x="1134032" y="651070"/>
            <a:ext cx="10344326" cy="0"/>
          </a:xfrm>
          <a:prstGeom prst="line">
            <a:avLst/>
          </a:prstGeom>
          <a:noFill/>
          <a:ln w="5891">
            <a:solidFill>
              <a:srgbClr val="EAEAEA"/>
            </a:solidFill>
            <a:prstDash val="solid"/>
          </a:ln>
        </p:spPr>
      </p:sp>
      <p:sp>
        <p:nvSpPr>
          <p:cNvPr id="34" name="Text 32"/>
          <p:cNvSpPr txBox="1"/>
          <p:nvPr/>
        </p:nvSpPr>
        <p:spPr>
          <a:xfrm>
            <a:off x="332877" y="595284"/>
            <a:ext cx="706902" cy="170245"/>
          </a:xfrm>
          <a:prstGeom prst="rect">
            <a:avLst/>
          </a:prstGeom>
          <a:noFill/>
          <a:ln/>
        </p:spPr>
        <p:txBody>
          <a:bodyPr wrap="square" lIns="0" tIns="0" rIns="0" bIns="0" rtlCol="0" anchor="t"/>
          <a:lstStyle/>
          <a:p>
            <a:pPr algn="r" indent="0" marL="0">
              <a:buNone/>
            </a:pPr>
            <a:r>
              <a:rPr lang="en-US" sz="789" spc="110" kern="0" dirty="0">
                <a:solidFill>
                  <a:srgbClr val="8A8A80"/>
                </a:solidFill>
                <a:latin typeface="Calibri" pitchFamily="34" charset="0"/>
                <a:ea typeface="Calibri" pitchFamily="34" charset="-122"/>
                <a:cs typeface="Calibri" pitchFamily="34" charset="-120"/>
              </a:rPr>
              <a:t>L8</a:t>
            </a:r>
            <a:endParaRPr lang="en-US" sz="789" dirty="0"/>
          </a:p>
        </p:txBody>
      </p:sp>
      <p:sp>
        <p:nvSpPr>
          <p:cNvPr id="35" name="Shape 33"/>
          <p:cNvSpPr/>
          <p:nvPr/>
        </p:nvSpPr>
        <p:spPr>
          <a:xfrm>
            <a:off x="5770128" y="945613"/>
            <a:ext cx="2061796" cy="301906"/>
          </a:xfrm>
          <a:custGeom>
            <a:avLst/>
            <a:gdLst/>
            <a:ahLst/>
            <a:cxnLst/>
            <a:rect l="l" t="t" r="r" b="b"/>
            <a:pathLst>
              <a:path w="2061796" h="301906">
                <a:moveTo>
                  <a:pt x="2061796" y="301906"/>
                </a:moveTo>
                <a:cubicBezTo>
                  <a:pt x="2061796" y="150953"/>
                  <a:pt x="0" y="150953"/>
                  <a:pt x="0" y="0"/>
                </a:cubicBezTo>
              </a:path>
            </a:pathLst>
          </a:custGeom>
          <a:ln w="7069">
            <a:solidFill>
              <a:srgbClr val="E4E4E3"/>
            </a:solidFill>
            <a:prstDash val="solid"/>
          </a:ln>
        </p:spPr>
      </p:sp>
      <p:sp>
        <p:nvSpPr>
          <p:cNvPr id="36" name="Shape 34"/>
          <p:cNvSpPr/>
          <p:nvPr/>
        </p:nvSpPr>
        <p:spPr>
          <a:xfrm>
            <a:off x="5770128" y="945613"/>
            <a:ext cx="4153047" cy="1494802"/>
          </a:xfrm>
          <a:custGeom>
            <a:avLst/>
            <a:gdLst/>
            <a:ahLst/>
            <a:cxnLst/>
            <a:rect l="l" t="t" r="r" b="b"/>
            <a:pathLst>
              <a:path w="4153047" h="1494802">
                <a:moveTo>
                  <a:pt x="4153047" y="1494802"/>
                </a:moveTo>
                <a:cubicBezTo>
                  <a:pt x="4153047" y="747401"/>
                  <a:pt x="0" y="747401"/>
                  <a:pt x="0" y="0"/>
                </a:cubicBezTo>
              </a:path>
            </a:pathLst>
          </a:custGeom>
          <a:ln w="7069">
            <a:solidFill>
              <a:srgbClr val="E4E4E3"/>
            </a:solidFill>
            <a:prstDash val="solid"/>
          </a:ln>
        </p:spPr>
      </p:sp>
      <p:sp>
        <p:nvSpPr>
          <p:cNvPr id="37" name="Shape 35"/>
          <p:cNvSpPr/>
          <p:nvPr/>
        </p:nvSpPr>
        <p:spPr>
          <a:xfrm>
            <a:off x="5770128" y="945613"/>
            <a:ext cx="4153047" cy="2687699"/>
          </a:xfrm>
          <a:custGeom>
            <a:avLst/>
            <a:gdLst/>
            <a:ahLst/>
            <a:cxnLst/>
            <a:rect l="l" t="t" r="r" b="b"/>
            <a:pathLst>
              <a:path w="4153047" h="2687699">
                <a:moveTo>
                  <a:pt x="4153047" y="2687699"/>
                </a:moveTo>
                <a:cubicBezTo>
                  <a:pt x="4153047" y="1343849"/>
                  <a:pt x="0" y="1343849"/>
                  <a:pt x="0" y="0"/>
                </a:cubicBezTo>
              </a:path>
            </a:pathLst>
          </a:custGeom>
          <a:ln w="7069">
            <a:solidFill>
              <a:srgbClr val="E4E4E3"/>
            </a:solidFill>
            <a:prstDash val="solid"/>
          </a:ln>
        </p:spPr>
      </p:sp>
      <p:sp>
        <p:nvSpPr>
          <p:cNvPr id="38" name="Shape 36"/>
          <p:cNvSpPr/>
          <p:nvPr/>
        </p:nvSpPr>
        <p:spPr>
          <a:xfrm>
            <a:off x="5705328" y="880813"/>
            <a:ext cx="129599" cy="129599"/>
          </a:xfrm>
          <a:prstGeom prst="ellipse">
            <a:avLst/>
          </a:prstGeom>
          <a:solidFill>
            <a:srgbClr val="FFFFFF"/>
          </a:solidFill>
          <a:ln w="11782">
            <a:solidFill>
              <a:srgbClr val="E4E4E3"/>
            </a:solidFill>
            <a:prstDash val="solid"/>
          </a:ln>
        </p:spPr>
      </p:sp>
      <p:sp>
        <p:nvSpPr>
          <p:cNvPr id="39" name="Shape 37"/>
          <p:cNvSpPr/>
          <p:nvPr/>
        </p:nvSpPr>
        <p:spPr>
          <a:xfrm>
            <a:off x="5734783" y="945613"/>
            <a:ext cx="70690" cy="0"/>
          </a:xfrm>
          <a:prstGeom prst="line">
            <a:avLst/>
          </a:prstGeom>
          <a:noFill/>
          <a:ln w="10604">
            <a:solidFill>
              <a:srgbClr val="E4E4E3"/>
            </a:solidFill>
            <a:prstDash val="solid"/>
          </a:ln>
        </p:spPr>
      </p:sp>
      <p:sp>
        <p:nvSpPr>
          <p:cNvPr id="40" name="Shape 38"/>
          <p:cNvSpPr/>
          <p:nvPr/>
        </p:nvSpPr>
        <p:spPr>
          <a:xfrm>
            <a:off x="5770128" y="910268"/>
            <a:ext cx="0" cy="70690"/>
          </a:xfrm>
          <a:prstGeom prst="line">
            <a:avLst/>
          </a:prstGeom>
          <a:noFill/>
          <a:ln w="10604">
            <a:solidFill>
              <a:srgbClr val="E4E4E3"/>
            </a:solidFill>
            <a:prstDash val="solid"/>
          </a:ln>
        </p:spPr>
      </p:sp>
      <p:sp>
        <p:nvSpPr>
          <p:cNvPr id="41" name="Shape 39"/>
          <p:cNvSpPr/>
          <p:nvPr/>
        </p:nvSpPr>
        <p:spPr>
          <a:xfrm>
            <a:off x="5770128" y="810123"/>
            <a:ext cx="0" cy="70690"/>
          </a:xfrm>
          <a:prstGeom prst="line">
            <a:avLst/>
          </a:prstGeom>
          <a:noFill/>
          <a:ln w="12960">
            <a:solidFill>
              <a:srgbClr val="E4E4E3"/>
            </a:solidFill>
            <a:prstDash val="solid"/>
            <a:headEnd type="triangle"/>
          </a:ln>
        </p:spPr>
      </p:sp>
      <p:sp>
        <p:nvSpPr>
          <p:cNvPr id="42" name="Shape 40"/>
          <p:cNvSpPr/>
          <p:nvPr/>
        </p:nvSpPr>
        <p:spPr>
          <a:xfrm>
            <a:off x="3737786" y="3927854"/>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43" name="Shape 41"/>
          <p:cNvSpPr/>
          <p:nvPr/>
        </p:nvSpPr>
        <p:spPr>
          <a:xfrm>
            <a:off x="3184046" y="3633311"/>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44" name="Shape 42"/>
          <p:cNvSpPr/>
          <p:nvPr/>
        </p:nvSpPr>
        <p:spPr>
          <a:xfrm>
            <a:off x="2259183" y="3927854"/>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F5EF"/>
            </a:solidFill>
            <a:prstDash val="solid"/>
          </a:ln>
        </p:spPr>
      </p:sp>
      <p:sp>
        <p:nvSpPr>
          <p:cNvPr id="45" name="Shape 43"/>
          <p:cNvSpPr/>
          <p:nvPr/>
        </p:nvSpPr>
        <p:spPr>
          <a:xfrm>
            <a:off x="3672987" y="3863054"/>
            <a:ext cx="129599" cy="129599"/>
          </a:xfrm>
          <a:prstGeom prst="ellipse">
            <a:avLst/>
          </a:prstGeom>
          <a:solidFill>
            <a:srgbClr val="FFFFFF"/>
          </a:solidFill>
          <a:ln w="11782">
            <a:solidFill>
              <a:srgbClr val="E4E4E3"/>
            </a:solidFill>
            <a:prstDash val="solid"/>
          </a:ln>
        </p:spPr>
      </p:sp>
      <p:sp>
        <p:nvSpPr>
          <p:cNvPr id="46" name="Shape 44"/>
          <p:cNvSpPr/>
          <p:nvPr/>
        </p:nvSpPr>
        <p:spPr>
          <a:xfrm>
            <a:off x="3702441" y="3927854"/>
            <a:ext cx="70690" cy="0"/>
          </a:xfrm>
          <a:prstGeom prst="line">
            <a:avLst/>
          </a:prstGeom>
          <a:noFill/>
          <a:ln w="10604">
            <a:solidFill>
              <a:srgbClr val="E4E4E3"/>
            </a:solidFill>
            <a:prstDash val="solid"/>
          </a:ln>
        </p:spPr>
      </p:sp>
      <p:sp>
        <p:nvSpPr>
          <p:cNvPr id="47" name="Shape 45"/>
          <p:cNvSpPr/>
          <p:nvPr/>
        </p:nvSpPr>
        <p:spPr>
          <a:xfrm>
            <a:off x="3737786" y="3892508"/>
            <a:ext cx="0" cy="70690"/>
          </a:xfrm>
          <a:prstGeom prst="line">
            <a:avLst/>
          </a:prstGeom>
          <a:noFill/>
          <a:ln w="10604">
            <a:solidFill>
              <a:srgbClr val="E4E4E3"/>
            </a:solidFill>
            <a:prstDash val="solid"/>
          </a:ln>
        </p:spPr>
      </p:sp>
      <p:sp>
        <p:nvSpPr>
          <p:cNvPr id="48" name="Shape 46"/>
          <p:cNvSpPr/>
          <p:nvPr/>
        </p:nvSpPr>
        <p:spPr>
          <a:xfrm>
            <a:off x="3737786" y="3739346"/>
            <a:ext cx="0" cy="123708"/>
          </a:xfrm>
          <a:prstGeom prst="line">
            <a:avLst/>
          </a:prstGeom>
          <a:noFill/>
          <a:ln w="12960">
            <a:solidFill>
              <a:srgbClr val="E4E4E3"/>
            </a:solidFill>
            <a:prstDash val="solid"/>
            <a:headEnd type="triangle"/>
          </a:ln>
        </p:spPr>
      </p:sp>
      <p:sp>
        <p:nvSpPr>
          <p:cNvPr id="49" name="Shape 47"/>
          <p:cNvSpPr/>
          <p:nvPr/>
        </p:nvSpPr>
        <p:spPr>
          <a:xfrm>
            <a:off x="5770128" y="1542061"/>
            <a:ext cx="2061796" cy="301906"/>
          </a:xfrm>
          <a:custGeom>
            <a:avLst/>
            <a:gdLst/>
            <a:ahLst/>
            <a:cxnLst/>
            <a:rect l="l" t="t" r="r" b="b"/>
            <a:pathLst>
              <a:path w="2061796" h="301906">
                <a:moveTo>
                  <a:pt x="0" y="301906"/>
                </a:moveTo>
                <a:cubicBezTo>
                  <a:pt x="0" y="150953"/>
                  <a:pt x="2061796" y="150953"/>
                  <a:pt x="2061796" y="0"/>
                </a:cubicBezTo>
              </a:path>
            </a:pathLst>
          </a:custGeom>
          <a:ln w="7069">
            <a:solidFill>
              <a:srgbClr val="E4E4E3"/>
            </a:solidFill>
            <a:prstDash val="solid"/>
          </a:ln>
        </p:spPr>
      </p:sp>
      <p:sp>
        <p:nvSpPr>
          <p:cNvPr id="50" name="Shape 48"/>
          <p:cNvSpPr/>
          <p:nvPr/>
        </p:nvSpPr>
        <p:spPr>
          <a:xfrm>
            <a:off x="7831924" y="1542061"/>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1" name="Shape 49"/>
          <p:cNvSpPr/>
          <p:nvPr/>
        </p:nvSpPr>
        <p:spPr>
          <a:xfrm>
            <a:off x="7767125" y="1477262"/>
            <a:ext cx="129599" cy="129599"/>
          </a:xfrm>
          <a:prstGeom prst="ellipse">
            <a:avLst/>
          </a:prstGeom>
          <a:solidFill>
            <a:srgbClr val="FFFFFF"/>
          </a:solidFill>
          <a:ln w="11782">
            <a:solidFill>
              <a:srgbClr val="E4E4E3"/>
            </a:solidFill>
            <a:prstDash val="solid"/>
          </a:ln>
        </p:spPr>
      </p:sp>
      <p:sp>
        <p:nvSpPr>
          <p:cNvPr id="52" name="Shape 50"/>
          <p:cNvSpPr/>
          <p:nvPr/>
        </p:nvSpPr>
        <p:spPr>
          <a:xfrm>
            <a:off x="7796579" y="1542061"/>
            <a:ext cx="70690" cy="0"/>
          </a:xfrm>
          <a:prstGeom prst="line">
            <a:avLst/>
          </a:prstGeom>
          <a:noFill/>
          <a:ln w="10604">
            <a:solidFill>
              <a:srgbClr val="E4E4E3"/>
            </a:solidFill>
            <a:prstDash val="solid"/>
          </a:ln>
        </p:spPr>
      </p:sp>
      <p:sp>
        <p:nvSpPr>
          <p:cNvPr id="53" name="Shape 51"/>
          <p:cNvSpPr/>
          <p:nvPr/>
        </p:nvSpPr>
        <p:spPr>
          <a:xfrm>
            <a:off x="7831924" y="1506716"/>
            <a:ext cx="0" cy="70690"/>
          </a:xfrm>
          <a:prstGeom prst="line">
            <a:avLst/>
          </a:prstGeom>
          <a:noFill/>
          <a:ln w="10604">
            <a:solidFill>
              <a:srgbClr val="E4E4E3"/>
            </a:solidFill>
            <a:prstDash val="solid"/>
          </a:ln>
        </p:spPr>
      </p:sp>
      <p:sp>
        <p:nvSpPr>
          <p:cNvPr id="54" name="Shape 52"/>
          <p:cNvSpPr/>
          <p:nvPr/>
        </p:nvSpPr>
        <p:spPr>
          <a:xfrm>
            <a:off x="7831924" y="1353554"/>
            <a:ext cx="0" cy="123708"/>
          </a:xfrm>
          <a:prstGeom prst="line">
            <a:avLst/>
          </a:prstGeom>
          <a:noFill/>
          <a:ln w="12960">
            <a:solidFill>
              <a:srgbClr val="E4E4E3"/>
            </a:solidFill>
            <a:prstDash val="solid"/>
            <a:headEnd type="triangle"/>
          </a:ln>
        </p:spPr>
      </p:sp>
      <p:sp>
        <p:nvSpPr>
          <p:cNvPr id="55" name="Shape 53"/>
          <p:cNvSpPr/>
          <p:nvPr/>
        </p:nvSpPr>
        <p:spPr>
          <a:xfrm>
            <a:off x="4291525" y="3927854"/>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56" name="Shape 54"/>
          <p:cNvSpPr/>
          <p:nvPr/>
        </p:nvSpPr>
        <p:spPr>
          <a:xfrm>
            <a:off x="3184046" y="3927854"/>
            <a:ext cx="1107479" cy="301906"/>
          </a:xfrm>
          <a:custGeom>
            <a:avLst/>
            <a:gdLst/>
            <a:ahLst/>
            <a:cxnLst/>
            <a:rect l="l" t="t" r="r" b="b"/>
            <a:pathLst>
              <a:path w="1107479" h="301906">
                <a:moveTo>
                  <a:pt x="0" y="301906"/>
                </a:moveTo>
                <a:cubicBezTo>
                  <a:pt x="0" y="150953"/>
                  <a:pt x="1107479" y="150953"/>
                  <a:pt x="1107479" y="0"/>
                </a:cubicBezTo>
              </a:path>
            </a:pathLst>
          </a:custGeom>
          <a:ln w="7069">
            <a:solidFill>
              <a:srgbClr val="E4E4E3"/>
            </a:solidFill>
            <a:prstDash val="solid"/>
          </a:ln>
        </p:spPr>
      </p:sp>
      <p:sp>
        <p:nvSpPr>
          <p:cNvPr id="57" name="Shape 55"/>
          <p:cNvSpPr/>
          <p:nvPr/>
        </p:nvSpPr>
        <p:spPr>
          <a:xfrm>
            <a:off x="3737786" y="3927854"/>
            <a:ext cx="553740" cy="1494802"/>
          </a:xfrm>
          <a:custGeom>
            <a:avLst/>
            <a:gdLst/>
            <a:ahLst/>
            <a:cxnLst/>
            <a:rect l="l" t="t" r="r" b="b"/>
            <a:pathLst>
              <a:path w="553740" h="1494802">
                <a:moveTo>
                  <a:pt x="0" y="1494802"/>
                </a:moveTo>
                <a:cubicBezTo>
                  <a:pt x="0" y="747401"/>
                  <a:pt x="553740" y="747401"/>
                  <a:pt x="553740" y="0"/>
                </a:cubicBezTo>
              </a:path>
            </a:pathLst>
          </a:custGeom>
          <a:ln w="7069">
            <a:solidFill>
              <a:srgbClr val="E9E7F4"/>
            </a:solidFill>
            <a:prstDash val="solid"/>
          </a:ln>
        </p:spPr>
      </p:sp>
      <p:sp>
        <p:nvSpPr>
          <p:cNvPr id="58" name="Shape 56"/>
          <p:cNvSpPr/>
          <p:nvPr/>
        </p:nvSpPr>
        <p:spPr>
          <a:xfrm>
            <a:off x="4226726" y="3863054"/>
            <a:ext cx="129599" cy="129599"/>
          </a:xfrm>
          <a:prstGeom prst="ellipse">
            <a:avLst/>
          </a:prstGeom>
          <a:solidFill>
            <a:srgbClr val="FFFFFF"/>
          </a:solidFill>
          <a:ln w="11782">
            <a:solidFill>
              <a:srgbClr val="E4E4E3"/>
            </a:solidFill>
            <a:prstDash val="solid"/>
          </a:ln>
        </p:spPr>
      </p:sp>
      <p:sp>
        <p:nvSpPr>
          <p:cNvPr id="59" name="Shape 57"/>
          <p:cNvSpPr/>
          <p:nvPr/>
        </p:nvSpPr>
        <p:spPr>
          <a:xfrm>
            <a:off x="4256180" y="3927854"/>
            <a:ext cx="70690" cy="0"/>
          </a:xfrm>
          <a:prstGeom prst="line">
            <a:avLst/>
          </a:prstGeom>
          <a:noFill/>
          <a:ln w="10604">
            <a:solidFill>
              <a:srgbClr val="E4E4E3"/>
            </a:solidFill>
            <a:prstDash val="solid"/>
          </a:ln>
        </p:spPr>
      </p:sp>
      <p:sp>
        <p:nvSpPr>
          <p:cNvPr id="60" name="Shape 58"/>
          <p:cNvSpPr/>
          <p:nvPr/>
        </p:nvSpPr>
        <p:spPr>
          <a:xfrm>
            <a:off x="4291525" y="3892508"/>
            <a:ext cx="0" cy="70690"/>
          </a:xfrm>
          <a:prstGeom prst="line">
            <a:avLst/>
          </a:prstGeom>
          <a:noFill/>
          <a:ln w="10604">
            <a:solidFill>
              <a:srgbClr val="E4E4E3"/>
            </a:solidFill>
            <a:prstDash val="solid"/>
          </a:ln>
        </p:spPr>
      </p:sp>
      <p:sp>
        <p:nvSpPr>
          <p:cNvPr id="61" name="Shape 59"/>
          <p:cNvSpPr/>
          <p:nvPr/>
        </p:nvSpPr>
        <p:spPr>
          <a:xfrm>
            <a:off x="4291525" y="3739346"/>
            <a:ext cx="0" cy="123708"/>
          </a:xfrm>
          <a:prstGeom prst="line">
            <a:avLst/>
          </a:prstGeom>
          <a:noFill/>
          <a:ln w="12960">
            <a:solidFill>
              <a:srgbClr val="E4E4E3"/>
            </a:solidFill>
            <a:prstDash val="solid"/>
            <a:headEnd type="triangle"/>
          </a:ln>
        </p:spPr>
      </p:sp>
      <p:sp>
        <p:nvSpPr>
          <p:cNvPr id="62" name="Shape 60"/>
          <p:cNvSpPr/>
          <p:nvPr/>
        </p:nvSpPr>
        <p:spPr>
          <a:xfrm>
            <a:off x="3737786" y="4524302"/>
            <a:ext cx="553740" cy="301906"/>
          </a:xfrm>
          <a:custGeom>
            <a:avLst/>
            <a:gdLst/>
            <a:ahLst/>
            <a:cxnLst/>
            <a:rect l="l" t="t" r="r" b="b"/>
            <a:pathLst>
              <a:path w="553740" h="301906">
                <a:moveTo>
                  <a:pt x="0" y="301906"/>
                </a:moveTo>
                <a:cubicBezTo>
                  <a:pt x="0" y="150953"/>
                  <a:pt x="553740" y="150953"/>
                  <a:pt x="553740" y="0"/>
                </a:cubicBezTo>
              </a:path>
            </a:pathLst>
          </a:custGeom>
          <a:ln w="7069">
            <a:solidFill>
              <a:srgbClr val="E4E4E3"/>
            </a:solidFill>
            <a:prstDash val="solid"/>
          </a:ln>
        </p:spPr>
      </p:sp>
      <p:sp>
        <p:nvSpPr>
          <p:cNvPr id="63" name="Shape 61"/>
          <p:cNvSpPr/>
          <p:nvPr/>
        </p:nvSpPr>
        <p:spPr>
          <a:xfrm>
            <a:off x="2259183" y="4524302"/>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F5EF"/>
            </a:solidFill>
            <a:prstDash val="solid"/>
          </a:ln>
        </p:spPr>
      </p:sp>
      <p:sp>
        <p:nvSpPr>
          <p:cNvPr id="64" name="Shape 62"/>
          <p:cNvSpPr/>
          <p:nvPr/>
        </p:nvSpPr>
        <p:spPr>
          <a:xfrm>
            <a:off x="4226726" y="4459502"/>
            <a:ext cx="129599" cy="129599"/>
          </a:xfrm>
          <a:prstGeom prst="ellipse">
            <a:avLst/>
          </a:prstGeom>
          <a:solidFill>
            <a:srgbClr val="FFFFFF"/>
          </a:solidFill>
          <a:ln w="11782">
            <a:solidFill>
              <a:srgbClr val="E4E4E3"/>
            </a:solidFill>
            <a:prstDash val="solid"/>
          </a:ln>
        </p:spPr>
      </p:sp>
      <p:sp>
        <p:nvSpPr>
          <p:cNvPr id="65" name="Shape 63"/>
          <p:cNvSpPr/>
          <p:nvPr/>
        </p:nvSpPr>
        <p:spPr>
          <a:xfrm>
            <a:off x="4256180" y="4524302"/>
            <a:ext cx="70690" cy="0"/>
          </a:xfrm>
          <a:prstGeom prst="line">
            <a:avLst/>
          </a:prstGeom>
          <a:noFill/>
          <a:ln w="10604">
            <a:solidFill>
              <a:srgbClr val="E4E4E3"/>
            </a:solidFill>
            <a:prstDash val="solid"/>
          </a:ln>
        </p:spPr>
      </p:sp>
      <p:sp>
        <p:nvSpPr>
          <p:cNvPr id="66" name="Shape 64"/>
          <p:cNvSpPr/>
          <p:nvPr/>
        </p:nvSpPr>
        <p:spPr>
          <a:xfrm>
            <a:off x="4291525" y="4488957"/>
            <a:ext cx="0" cy="70690"/>
          </a:xfrm>
          <a:prstGeom prst="line">
            <a:avLst/>
          </a:prstGeom>
          <a:noFill/>
          <a:ln w="10604">
            <a:solidFill>
              <a:srgbClr val="E4E4E3"/>
            </a:solidFill>
            <a:prstDash val="solid"/>
          </a:ln>
        </p:spPr>
      </p:sp>
      <p:sp>
        <p:nvSpPr>
          <p:cNvPr id="67" name="Shape 65"/>
          <p:cNvSpPr/>
          <p:nvPr/>
        </p:nvSpPr>
        <p:spPr>
          <a:xfrm>
            <a:off x="4291525" y="4335795"/>
            <a:ext cx="0" cy="123708"/>
          </a:xfrm>
          <a:prstGeom prst="line">
            <a:avLst/>
          </a:prstGeom>
          <a:noFill/>
          <a:ln w="12960">
            <a:solidFill>
              <a:srgbClr val="E4E4E3"/>
            </a:solidFill>
            <a:prstDash val="solid"/>
            <a:headEnd type="triangle"/>
          </a:ln>
        </p:spPr>
      </p:sp>
      <p:sp>
        <p:nvSpPr>
          <p:cNvPr id="68" name="Shape 66"/>
          <p:cNvSpPr/>
          <p:nvPr/>
        </p:nvSpPr>
        <p:spPr>
          <a:xfrm>
            <a:off x="1428574" y="4826208"/>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69" name="Shape 67"/>
          <p:cNvSpPr/>
          <p:nvPr/>
        </p:nvSpPr>
        <p:spPr>
          <a:xfrm>
            <a:off x="170544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CEFF4"/>
            </a:solidFill>
            <a:prstDash val="solid"/>
          </a:ln>
        </p:spPr>
      </p:sp>
      <p:sp>
        <p:nvSpPr>
          <p:cNvPr id="70" name="Shape 68"/>
          <p:cNvSpPr/>
          <p:nvPr/>
        </p:nvSpPr>
        <p:spPr>
          <a:xfrm>
            <a:off x="1917514" y="5055951"/>
            <a:ext cx="129599" cy="129599"/>
          </a:xfrm>
          <a:prstGeom prst="ellipse">
            <a:avLst/>
          </a:prstGeom>
          <a:solidFill>
            <a:srgbClr val="FFFFFF"/>
          </a:solidFill>
          <a:ln w="11782">
            <a:solidFill>
              <a:srgbClr val="E4E4E3"/>
            </a:solidFill>
            <a:prstDash val="solid"/>
          </a:ln>
        </p:spPr>
      </p:sp>
      <p:sp>
        <p:nvSpPr>
          <p:cNvPr id="71" name="Shape 69"/>
          <p:cNvSpPr/>
          <p:nvPr/>
        </p:nvSpPr>
        <p:spPr>
          <a:xfrm>
            <a:off x="1946969" y="5120750"/>
            <a:ext cx="70690" cy="0"/>
          </a:xfrm>
          <a:prstGeom prst="line">
            <a:avLst/>
          </a:prstGeom>
          <a:noFill/>
          <a:ln w="10604">
            <a:solidFill>
              <a:srgbClr val="E4E4E3"/>
            </a:solidFill>
            <a:prstDash val="solid"/>
          </a:ln>
        </p:spPr>
      </p:sp>
      <p:sp>
        <p:nvSpPr>
          <p:cNvPr id="72" name="Shape 70"/>
          <p:cNvSpPr/>
          <p:nvPr/>
        </p:nvSpPr>
        <p:spPr>
          <a:xfrm>
            <a:off x="1982314" y="5085405"/>
            <a:ext cx="0" cy="70690"/>
          </a:xfrm>
          <a:prstGeom prst="line">
            <a:avLst/>
          </a:prstGeom>
          <a:noFill/>
          <a:ln w="10604">
            <a:solidFill>
              <a:srgbClr val="E4E4E3"/>
            </a:solidFill>
            <a:prstDash val="solid"/>
          </a:ln>
        </p:spPr>
      </p:sp>
      <p:sp>
        <p:nvSpPr>
          <p:cNvPr id="73" name="Shape 71"/>
          <p:cNvSpPr/>
          <p:nvPr/>
        </p:nvSpPr>
        <p:spPr>
          <a:xfrm>
            <a:off x="1982314" y="4932243"/>
            <a:ext cx="0" cy="123708"/>
          </a:xfrm>
          <a:prstGeom prst="line">
            <a:avLst/>
          </a:prstGeom>
          <a:noFill/>
          <a:ln w="12960">
            <a:solidFill>
              <a:srgbClr val="E4E4E3"/>
            </a:solidFill>
            <a:prstDash val="solid"/>
            <a:headEnd type="triangle"/>
          </a:ln>
        </p:spPr>
      </p:sp>
      <p:sp>
        <p:nvSpPr>
          <p:cNvPr id="74" name="Shape 72"/>
          <p:cNvSpPr/>
          <p:nvPr/>
        </p:nvSpPr>
        <p:spPr>
          <a:xfrm>
            <a:off x="1428574" y="5120750"/>
            <a:ext cx="830609" cy="301906"/>
          </a:xfrm>
          <a:custGeom>
            <a:avLst/>
            <a:gdLst/>
            <a:ahLst/>
            <a:cxnLst/>
            <a:rect l="l" t="t" r="r" b="b"/>
            <a:pathLst>
              <a:path w="830609" h="301906">
                <a:moveTo>
                  <a:pt x="830609" y="301906"/>
                </a:moveTo>
                <a:cubicBezTo>
                  <a:pt x="830609" y="150953"/>
                  <a:pt x="0" y="150953"/>
                  <a:pt x="0" y="0"/>
                </a:cubicBezTo>
              </a:path>
            </a:pathLst>
          </a:custGeom>
          <a:ln w="7069">
            <a:solidFill>
              <a:srgbClr val="E4F5EF"/>
            </a:solidFill>
            <a:prstDash val="solid"/>
          </a:ln>
        </p:spPr>
      </p:sp>
      <p:sp>
        <p:nvSpPr>
          <p:cNvPr id="75" name="Shape 73"/>
          <p:cNvSpPr/>
          <p:nvPr/>
        </p:nvSpPr>
        <p:spPr>
          <a:xfrm>
            <a:off x="1151704" y="5120750"/>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FDF4E0"/>
            </a:solidFill>
            <a:prstDash val="solid"/>
          </a:ln>
        </p:spPr>
      </p:sp>
      <p:sp>
        <p:nvSpPr>
          <p:cNvPr id="76" name="Shape 74"/>
          <p:cNvSpPr/>
          <p:nvPr/>
        </p:nvSpPr>
        <p:spPr>
          <a:xfrm>
            <a:off x="1363775" y="5055951"/>
            <a:ext cx="129599" cy="129599"/>
          </a:xfrm>
          <a:prstGeom prst="ellipse">
            <a:avLst/>
          </a:prstGeom>
          <a:solidFill>
            <a:srgbClr val="FFFFFF"/>
          </a:solidFill>
          <a:ln w="11782">
            <a:solidFill>
              <a:srgbClr val="E4E4E3"/>
            </a:solidFill>
            <a:prstDash val="solid"/>
          </a:ln>
        </p:spPr>
      </p:sp>
      <p:sp>
        <p:nvSpPr>
          <p:cNvPr id="77" name="Shape 75"/>
          <p:cNvSpPr/>
          <p:nvPr/>
        </p:nvSpPr>
        <p:spPr>
          <a:xfrm>
            <a:off x="1393229" y="5120750"/>
            <a:ext cx="70690" cy="0"/>
          </a:xfrm>
          <a:prstGeom prst="line">
            <a:avLst/>
          </a:prstGeom>
          <a:noFill/>
          <a:ln w="10604">
            <a:solidFill>
              <a:srgbClr val="E4E4E3"/>
            </a:solidFill>
            <a:prstDash val="solid"/>
          </a:ln>
        </p:spPr>
      </p:sp>
      <p:sp>
        <p:nvSpPr>
          <p:cNvPr id="78" name="Shape 76"/>
          <p:cNvSpPr/>
          <p:nvPr/>
        </p:nvSpPr>
        <p:spPr>
          <a:xfrm>
            <a:off x="1428574" y="5085405"/>
            <a:ext cx="0" cy="70690"/>
          </a:xfrm>
          <a:prstGeom prst="line">
            <a:avLst/>
          </a:prstGeom>
          <a:noFill/>
          <a:ln w="10604">
            <a:solidFill>
              <a:srgbClr val="E4E4E3"/>
            </a:solidFill>
            <a:prstDash val="solid"/>
          </a:ln>
        </p:spPr>
      </p:sp>
      <p:sp>
        <p:nvSpPr>
          <p:cNvPr id="79" name="Shape 77"/>
          <p:cNvSpPr/>
          <p:nvPr/>
        </p:nvSpPr>
        <p:spPr>
          <a:xfrm>
            <a:off x="1428574" y="4932243"/>
            <a:ext cx="0" cy="123708"/>
          </a:xfrm>
          <a:prstGeom prst="line">
            <a:avLst/>
          </a:prstGeom>
          <a:noFill/>
          <a:ln w="12960">
            <a:solidFill>
              <a:srgbClr val="E4E4E3"/>
            </a:solidFill>
            <a:prstDash val="solid"/>
            <a:headEnd type="triangle"/>
          </a:ln>
        </p:spPr>
      </p:sp>
      <p:sp>
        <p:nvSpPr>
          <p:cNvPr id="80" name="Shape 78"/>
          <p:cNvSpPr/>
          <p:nvPr/>
        </p:nvSpPr>
        <p:spPr>
          <a:xfrm>
            <a:off x="3737786" y="2734957"/>
            <a:ext cx="2032342" cy="898354"/>
          </a:xfrm>
          <a:custGeom>
            <a:avLst/>
            <a:gdLst/>
            <a:ahLst/>
            <a:cxnLst/>
            <a:rect l="l" t="t" r="r" b="b"/>
            <a:pathLst>
              <a:path w="2032342" h="898354">
                <a:moveTo>
                  <a:pt x="0" y="898354"/>
                </a:moveTo>
                <a:cubicBezTo>
                  <a:pt x="0" y="449177"/>
                  <a:pt x="2032342" y="449177"/>
                  <a:pt x="2032342" y="0"/>
                </a:cubicBezTo>
              </a:path>
            </a:pathLst>
          </a:custGeom>
          <a:ln w="7069">
            <a:solidFill>
              <a:srgbClr val="E4E4E3"/>
            </a:solidFill>
            <a:prstDash val="solid"/>
          </a:ln>
        </p:spPr>
      </p:sp>
      <p:sp>
        <p:nvSpPr>
          <p:cNvPr id="81" name="Shape 79"/>
          <p:cNvSpPr/>
          <p:nvPr/>
        </p:nvSpPr>
        <p:spPr>
          <a:xfrm>
            <a:off x="5770128" y="2734957"/>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82" name="Shape 80"/>
          <p:cNvSpPr/>
          <p:nvPr/>
        </p:nvSpPr>
        <p:spPr>
          <a:xfrm>
            <a:off x="5705328" y="2670158"/>
            <a:ext cx="129599" cy="129599"/>
          </a:xfrm>
          <a:prstGeom prst="ellipse">
            <a:avLst/>
          </a:prstGeom>
          <a:solidFill>
            <a:srgbClr val="FFFFFF"/>
          </a:solidFill>
          <a:ln w="11782">
            <a:solidFill>
              <a:srgbClr val="E4E4E3"/>
            </a:solidFill>
            <a:prstDash val="solid"/>
          </a:ln>
        </p:spPr>
      </p:sp>
      <p:sp>
        <p:nvSpPr>
          <p:cNvPr id="83" name="Shape 81"/>
          <p:cNvSpPr/>
          <p:nvPr/>
        </p:nvSpPr>
        <p:spPr>
          <a:xfrm>
            <a:off x="5734783" y="2734957"/>
            <a:ext cx="70690" cy="0"/>
          </a:xfrm>
          <a:prstGeom prst="line">
            <a:avLst/>
          </a:prstGeom>
          <a:noFill/>
          <a:ln w="10604">
            <a:solidFill>
              <a:srgbClr val="E4E4E3"/>
            </a:solidFill>
            <a:prstDash val="solid"/>
          </a:ln>
        </p:spPr>
      </p:sp>
      <p:sp>
        <p:nvSpPr>
          <p:cNvPr id="84" name="Shape 82"/>
          <p:cNvSpPr/>
          <p:nvPr/>
        </p:nvSpPr>
        <p:spPr>
          <a:xfrm>
            <a:off x="5770128" y="2699612"/>
            <a:ext cx="0" cy="70690"/>
          </a:xfrm>
          <a:prstGeom prst="line">
            <a:avLst/>
          </a:prstGeom>
          <a:noFill/>
          <a:ln w="10604">
            <a:solidFill>
              <a:srgbClr val="E4E4E3"/>
            </a:solidFill>
            <a:prstDash val="solid"/>
          </a:ln>
        </p:spPr>
      </p:sp>
      <p:sp>
        <p:nvSpPr>
          <p:cNvPr id="85" name="Shape 83"/>
          <p:cNvSpPr/>
          <p:nvPr/>
        </p:nvSpPr>
        <p:spPr>
          <a:xfrm>
            <a:off x="5770128" y="2546450"/>
            <a:ext cx="0" cy="123708"/>
          </a:xfrm>
          <a:prstGeom prst="line">
            <a:avLst/>
          </a:prstGeom>
          <a:noFill/>
          <a:ln w="12960">
            <a:solidFill>
              <a:srgbClr val="E4E4E3"/>
            </a:solidFill>
            <a:prstDash val="solid"/>
            <a:headEnd type="triangle"/>
          </a:ln>
        </p:spPr>
      </p:sp>
      <p:sp>
        <p:nvSpPr>
          <p:cNvPr id="86" name="Shape 84"/>
          <p:cNvSpPr/>
          <p:nvPr/>
        </p:nvSpPr>
        <p:spPr>
          <a:xfrm>
            <a:off x="3737786" y="3331405"/>
            <a:ext cx="2032342" cy="301906"/>
          </a:xfrm>
          <a:custGeom>
            <a:avLst/>
            <a:gdLst/>
            <a:ahLst/>
            <a:cxnLst/>
            <a:rect l="l" t="t" r="r" b="b"/>
            <a:pathLst>
              <a:path w="2032342" h="301906">
                <a:moveTo>
                  <a:pt x="0" y="301906"/>
                </a:moveTo>
                <a:cubicBezTo>
                  <a:pt x="0" y="150953"/>
                  <a:pt x="2032342" y="150953"/>
                  <a:pt x="2032342" y="0"/>
                </a:cubicBezTo>
              </a:path>
            </a:pathLst>
          </a:custGeom>
          <a:ln w="7069">
            <a:solidFill>
              <a:srgbClr val="E4E4E3"/>
            </a:solidFill>
            <a:prstDash val="solid"/>
          </a:ln>
        </p:spPr>
      </p:sp>
      <p:sp>
        <p:nvSpPr>
          <p:cNvPr id="87" name="Shape 85"/>
          <p:cNvSpPr/>
          <p:nvPr/>
        </p:nvSpPr>
        <p:spPr>
          <a:xfrm>
            <a:off x="5705328" y="3266606"/>
            <a:ext cx="129599" cy="129599"/>
          </a:xfrm>
          <a:prstGeom prst="ellipse">
            <a:avLst/>
          </a:prstGeom>
          <a:solidFill>
            <a:srgbClr val="FFFFFF"/>
          </a:solidFill>
          <a:ln w="11782">
            <a:solidFill>
              <a:srgbClr val="E4E4E3"/>
            </a:solidFill>
            <a:prstDash val="solid"/>
          </a:ln>
        </p:spPr>
      </p:sp>
      <p:sp>
        <p:nvSpPr>
          <p:cNvPr id="88" name="Shape 86"/>
          <p:cNvSpPr/>
          <p:nvPr/>
        </p:nvSpPr>
        <p:spPr>
          <a:xfrm>
            <a:off x="5734783" y="3331405"/>
            <a:ext cx="70690" cy="0"/>
          </a:xfrm>
          <a:prstGeom prst="line">
            <a:avLst/>
          </a:prstGeom>
          <a:noFill/>
          <a:ln w="10604">
            <a:solidFill>
              <a:srgbClr val="E4E4E3"/>
            </a:solidFill>
            <a:prstDash val="solid"/>
          </a:ln>
        </p:spPr>
      </p:sp>
      <p:sp>
        <p:nvSpPr>
          <p:cNvPr id="89" name="Shape 87"/>
          <p:cNvSpPr/>
          <p:nvPr/>
        </p:nvSpPr>
        <p:spPr>
          <a:xfrm>
            <a:off x="5770128" y="3296060"/>
            <a:ext cx="0" cy="70690"/>
          </a:xfrm>
          <a:prstGeom prst="line">
            <a:avLst/>
          </a:prstGeom>
          <a:noFill/>
          <a:ln w="10604">
            <a:solidFill>
              <a:srgbClr val="E4E4E3"/>
            </a:solidFill>
            <a:prstDash val="solid"/>
          </a:ln>
        </p:spPr>
      </p:sp>
      <p:sp>
        <p:nvSpPr>
          <p:cNvPr id="90" name="Shape 88"/>
          <p:cNvSpPr/>
          <p:nvPr/>
        </p:nvSpPr>
        <p:spPr>
          <a:xfrm>
            <a:off x="5770128" y="3142898"/>
            <a:ext cx="0" cy="123708"/>
          </a:xfrm>
          <a:prstGeom prst="line">
            <a:avLst/>
          </a:prstGeom>
          <a:noFill/>
          <a:ln w="12960">
            <a:solidFill>
              <a:srgbClr val="E4E4E3"/>
            </a:solidFill>
            <a:prstDash val="solid"/>
            <a:headEnd type="triangle"/>
          </a:ln>
        </p:spPr>
      </p:sp>
      <p:sp>
        <p:nvSpPr>
          <p:cNvPr id="91" name="Shape 89"/>
          <p:cNvSpPr/>
          <p:nvPr/>
        </p:nvSpPr>
        <p:spPr>
          <a:xfrm>
            <a:off x="9923174" y="2734957"/>
            <a:ext cx="5891" cy="898354"/>
          </a:xfrm>
          <a:custGeom>
            <a:avLst/>
            <a:gdLst/>
            <a:ahLst/>
            <a:cxnLst/>
            <a:rect l="l" t="t" r="r" b="b"/>
            <a:pathLst>
              <a:path w="5891" h="898354">
                <a:moveTo>
                  <a:pt x="0" y="898354"/>
                </a:moveTo>
                <a:cubicBezTo>
                  <a:pt x="0" y="449177"/>
                  <a:pt x="0" y="449177"/>
                  <a:pt x="0" y="0"/>
                </a:cubicBezTo>
              </a:path>
            </a:pathLst>
          </a:custGeom>
          <a:ln w="7069">
            <a:solidFill>
              <a:srgbClr val="E4E4E3"/>
            </a:solidFill>
            <a:prstDash val="solid"/>
          </a:ln>
        </p:spPr>
      </p:sp>
      <p:sp>
        <p:nvSpPr>
          <p:cNvPr id="92" name="Shape 90"/>
          <p:cNvSpPr/>
          <p:nvPr/>
        </p:nvSpPr>
        <p:spPr>
          <a:xfrm>
            <a:off x="9923174" y="2734957"/>
            <a:ext cx="5891" cy="2687699"/>
          </a:xfrm>
          <a:custGeom>
            <a:avLst/>
            <a:gdLst/>
            <a:ahLst/>
            <a:cxnLst/>
            <a:rect l="l" t="t" r="r" b="b"/>
            <a:pathLst>
              <a:path w="5891" h="2687699">
                <a:moveTo>
                  <a:pt x="0" y="2687699"/>
                </a:moveTo>
                <a:cubicBezTo>
                  <a:pt x="0" y="1343849"/>
                  <a:pt x="0" y="1343849"/>
                  <a:pt x="0" y="0"/>
                </a:cubicBezTo>
              </a:path>
            </a:pathLst>
          </a:custGeom>
          <a:ln w="7069">
            <a:solidFill>
              <a:srgbClr val="E5EFFA"/>
            </a:solidFill>
            <a:prstDash val="solid"/>
          </a:ln>
        </p:spPr>
      </p:sp>
      <p:sp>
        <p:nvSpPr>
          <p:cNvPr id="93" name="Shape 91"/>
          <p:cNvSpPr/>
          <p:nvPr/>
        </p:nvSpPr>
        <p:spPr>
          <a:xfrm>
            <a:off x="9858375" y="2670158"/>
            <a:ext cx="129599" cy="129599"/>
          </a:xfrm>
          <a:prstGeom prst="ellipse">
            <a:avLst/>
          </a:prstGeom>
          <a:solidFill>
            <a:srgbClr val="FFFFFF"/>
          </a:solidFill>
          <a:ln w="11782">
            <a:solidFill>
              <a:srgbClr val="E4E4E3"/>
            </a:solidFill>
            <a:prstDash val="solid"/>
          </a:ln>
        </p:spPr>
      </p:sp>
      <p:sp>
        <p:nvSpPr>
          <p:cNvPr id="94" name="Shape 92"/>
          <p:cNvSpPr/>
          <p:nvPr/>
        </p:nvSpPr>
        <p:spPr>
          <a:xfrm>
            <a:off x="9887829" y="2734957"/>
            <a:ext cx="70690" cy="0"/>
          </a:xfrm>
          <a:prstGeom prst="line">
            <a:avLst/>
          </a:prstGeom>
          <a:noFill/>
          <a:ln w="10604">
            <a:solidFill>
              <a:srgbClr val="E4E4E3"/>
            </a:solidFill>
            <a:prstDash val="solid"/>
          </a:ln>
        </p:spPr>
      </p:sp>
      <p:sp>
        <p:nvSpPr>
          <p:cNvPr id="95" name="Shape 93"/>
          <p:cNvSpPr/>
          <p:nvPr/>
        </p:nvSpPr>
        <p:spPr>
          <a:xfrm>
            <a:off x="9923174" y="2699612"/>
            <a:ext cx="0" cy="70690"/>
          </a:xfrm>
          <a:prstGeom prst="line">
            <a:avLst/>
          </a:prstGeom>
          <a:noFill/>
          <a:ln w="10604">
            <a:solidFill>
              <a:srgbClr val="E4E4E3"/>
            </a:solidFill>
            <a:prstDash val="solid"/>
          </a:ln>
        </p:spPr>
      </p:sp>
      <p:sp>
        <p:nvSpPr>
          <p:cNvPr id="96" name="Shape 94"/>
          <p:cNvSpPr/>
          <p:nvPr/>
        </p:nvSpPr>
        <p:spPr>
          <a:xfrm>
            <a:off x="9923174" y="2546450"/>
            <a:ext cx="0" cy="123708"/>
          </a:xfrm>
          <a:prstGeom prst="line">
            <a:avLst/>
          </a:prstGeom>
          <a:noFill/>
          <a:ln w="12960">
            <a:solidFill>
              <a:srgbClr val="E4E4E3"/>
            </a:solidFill>
            <a:prstDash val="solid"/>
            <a:headEnd type="triangle"/>
          </a:ln>
        </p:spPr>
      </p:sp>
      <p:sp>
        <p:nvSpPr>
          <p:cNvPr id="97" name="Shape 95"/>
          <p:cNvSpPr/>
          <p:nvPr/>
        </p:nvSpPr>
        <p:spPr>
          <a:xfrm>
            <a:off x="198231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98" name="Shape 96"/>
          <p:cNvSpPr/>
          <p:nvPr/>
        </p:nvSpPr>
        <p:spPr>
          <a:xfrm>
            <a:off x="3184046" y="4229759"/>
            <a:ext cx="553740" cy="294542"/>
          </a:xfrm>
          <a:custGeom>
            <a:avLst/>
            <a:gdLst/>
            <a:ahLst/>
            <a:cxnLst/>
            <a:rect l="l" t="t" r="r" b="b"/>
            <a:pathLst>
              <a:path w="553740" h="294542">
                <a:moveTo>
                  <a:pt x="0" y="0"/>
                </a:moveTo>
                <a:cubicBezTo>
                  <a:pt x="0" y="147271"/>
                  <a:pt x="553740" y="147271"/>
                  <a:pt x="553740" y="294542"/>
                </a:cubicBezTo>
              </a:path>
            </a:pathLst>
          </a:custGeom>
          <a:ln w="7069">
            <a:solidFill>
              <a:srgbClr val="E4E4E3"/>
            </a:solidFill>
            <a:prstDash val="solid"/>
          </a:ln>
        </p:spPr>
      </p:sp>
      <p:sp>
        <p:nvSpPr>
          <p:cNvPr id="99" name="Shape 97"/>
          <p:cNvSpPr/>
          <p:nvPr/>
        </p:nvSpPr>
        <p:spPr>
          <a:xfrm>
            <a:off x="3737786" y="4524302"/>
            <a:ext cx="5891" cy="898354"/>
          </a:xfrm>
          <a:custGeom>
            <a:avLst/>
            <a:gdLst/>
            <a:ahLst/>
            <a:cxnLst/>
            <a:rect l="l" t="t" r="r" b="b"/>
            <a:pathLst>
              <a:path w="5891" h="898354">
                <a:moveTo>
                  <a:pt x="0" y="898354"/>
                </a:moveTo>
                <a:cubicBezTo>
                  <a:pt x="0" y="449177"/>
                  <a:pt x="0" y="449177"/>
                  <a:pt x="0" y="0"/>
                </a:cubicBezTo>
              </a:path>
            </a:pathLst>
          </a:custGeom>
          <a:ln w="7069">
            <a:solidFill>
              <a:srgbClr val="E9E7F4"/>
            </a:solidFill>
            <a:prstDash val="solid"/>
          </a:ln>
        </p:spPr>
      </p:sp>
      <p:sp>
        <p:nvSpPr>
          <p:cNvPr id="100" name="Shape 98"/>
          <p:cNvSpPr/>
          <p:nvPr/>
        </p:nvSpPr>
        <p:spPr>
          <a:xfrm>
            <a:off x="3672987" y="4459502"/>
            <a:ext cx="129599" cy="129599"/>
          </a:xfrm>
          <a:prstGeom prst="ellipse">
            <a:avLst/>
          </a:prstGeom>
          <a:solidFill>
            <a:srgbClr val="FFFFFF"/>
          </a:solidFill>
          <a:ln w="11782">
            <a:solidFill>
              <a:srgbClr val="E4E4E3"/>
            </a:solidFill>
            <a:prstDash val="solid"/>
          </a:ln>
        </p:spPr>
      </p:sp>
      <p:sp>
        <p:nvSpPr>
          <p:cNvPr id="101" name="Shape 99"/>
          <p:cNvSpPr/>
          <p:nvPr/>
        </p:nvSpPr>
        <p:spPr>
          <a:xfrm>
            <a:off x="3702441" y="4524302"/>
            <a:ext cx="70690" cy="0"/>
          </a:xfrm>
          <a:prstGeom prst="line">
            <a:avLst/>
          </a:prstGeom>
          <a:noFill/>
          <a:ln w="10604">
            <a:solidFill>
              <a:srgbClr val="E4E4E3"/>
            </a:solidFill>
            <a:prstDash val="solid"/>
          </a:ln>
        </p:spPr>
      </p:sp>
      <p:sp>
        <p:nvSpPr>
          <p:cNvPr id="102" name="Shape 100"/>
          <p:cNvSpPr/>
          <p:nvPr/>
        </p:nvSpPr>
        <p:spPr>
          <a:xfrm>
            <a:off x="3737786" y="4488957"/>
            <a:ext cx="0" cy="70690"/>
          </a:xfrm>
          <a:prstGeom prst="line">
            <a:avLst/>
          </a:prstGeom>
          <a:noFill/>
          <a:ln w="10604">
            <a:solidFill>
              <a:srgbClr val="E4E4E3"/>
            </a:solidFill>
            <a:prstDash val="solid"/>
          </a:ln>
        </p:spPr>
      </p:sp>
      <p:sp>
        <p:nvSpPr>
          <p:cNvPr id="103" name="Shape 101"/>
          <p:cNvSpPr/>
          <p:nvPr/>
        </p:nvSpPr>
        <p:spPr>
          <a:xfrm>
            <a:off x="3737786" y="4335795"/>
            <a:ext cx="0" cy="123708"/>
          </a:xfrm>
          <a:prstGeom prst="line">
            <a:avLst/>
          </a:prstGeom>
          <a:noFill/>
          <a:ln w="12960">
            <a:solidFill>
              <a:srgbClr val="E4E4E3"/>
            </a:solidFill>
            <a:prstDash val="solid"/>
            <a:headEnd type="triangle"/>
          </a:ln>
        </p:spPr>
      </p:sp>
      <p:sp>
        <p:nvSpPr>
          <p:cNvPr id="104" name="Shape 102"/>
          <p:cNvSpPr/>
          <p:nvPr/>
        </p:nvSpPr>
        <p:spPr>
          <a:xfrm>
            <a:off x="1428574" y="4524302"/>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05" name="Shape 103"/>
          <p:cNvSpPr/>
          <p:nvPr/>
        </p:nvSpPr>
        <p:spPr>
          <a:xfrm>
            <a:off x="3184046" y="4524302"/>
            <a:ext cx="553740" cy="301906"/>
          </a:xfrm>
          <a:custGeom>
            <a:avLst/>
            <a:gdLst/>
            <a:ahLst/>
            <a:cxnLst/>
            <a:rect l="l" t="t" r="r" b="b"/>
            <a:pathLst>
              <a:path w="553740" h="301906">
                <a:moveTo>
                  <a:pt x="553740" y="301906"/>
                </a:moveTo>
                <a:cubicBezTo>
                  <a:pt x="553740" y="150953"/>
                  <a:pt x="0" y="150953"/>
                  <a:pt x="0" y="0"/>
                </a:cubicBezTo>
              </a:path>
            </a:pathLst>
          </a:custGeom>
          <a:ln w="7069">
            <a:solidFill>
              <a:srgbClr val="E4E4E3"/>
            </a:solidFill>
            <a:prstDash val="solid"/>
          </a:ln>
        </p:spPr>
      </p:sp>
      <p:sp>
        <p:nvSpPr>
          <p:cNvPr id="106" name="Shape 104"/>
          <p:cNvSpPr/>
          <p:nvPr/>
        </p:nvSpPr>
        <p:spPr>
          <a:xfrm>
            <a:off x="3184046" y="4524302"/>
            <a:ext cx="553740" cy="898354"/>
          </a:xfrm>
          <a:custGeom>
            <a:avLst/>
            <a:gdLst/>
            <a:ahLst/>
            <a:cxnLst/>
            <a:rect l="l" t="t" r="r" b="b"/>
            <a:pathLst>
              <a:path w="553740" h="898354">
                <a:moveTo>
                  <a:pt x="553740" y="898354"/>
                </a:moveTo>
                <a:cubicBezTo>
                  <a:pt x="553740" y="449177"/>
                  <a:pt x="0" y="449177"/>
                  <a:pt x="0" y="0"/>
                </a:cubicBezTo>
              </a:path>
            </a:pathLst>
          </a:custGeom>
          <a:ln w="7069">
            <a:solidFill>
              <a:srgbClr val="E9E7F4"/>
            </a:solidFill>
            <a:prstDash val="solid"/>
          </a:ln>
        </p:spPr>
      </p:sp>
      <p:sp>
        <p:nvSpPr>
          <p:cNvPr id="107" name="Shape 105"/>
          <p:cNvSpPr/>
          <p:nvPr/>
        </p:nvSpPr>
        <p:spPr>
          <a:xfrm>
            <a:off x="3119247" y="4459502"/>
            <a:ext cx="129599" cy="129599"/>
          </a:xfrm>
          <a:prstGeom prst="ellipse">
            <a:avLst/>
          </a:prstGeom>
          <a:solidFill>
            <a:srgbClr val="FFFFFF"/>
          </a:solidFill>
          <a:ln w="11782">
            <a:solidFill>
              <a:srgbClr val="E4E4E3"/>
            </a:solidFill>
            <a:prstDash val="solid"/>
          </a:ln>
        </p:spPr>
      </p:sp>
      <p:sp>
        <p:nvSpPr>
          <p:cNvPr id="108" name="Shape 106"/>
          <p:cNvSpPr/>
          <p:nvPr/>
        </p:nvSpPr>
        <p:spPr>
          <a:xfrm>
            <a:off x="3148701" y="4524302"/>
            <a:ext cx="70690" cy="0"/>
          </a:xfrm>
          <a:prstGeom prst="line">
            <a:avLst/>
          </a:prstGeom>
          <a:noFill/>
          <a:ln w="10604">
            <a:solidFill>
              <a:srgbClr val="E4E4E3"/>
            </a:solidFill>
            <a:prstDash val="solid"/>
          </a:ln>
        </p:spPr>
      </p:sp>
      <p:sp>
        <p:nvSpPr>
          <p:cNvPr id="109" name="Shape 107"/>
          <p:cNvSpPr/>
          <p:nvPr/>
        </p:nvSpPr>
        <p:spPr>
          <a:xfrm>
            <a:off x="3184046" y="4488957"/>
            <a:ext cx="0" cy="70690"/>
          </a:xfrm>
          <a:prstGeom prst="line">
            <a:avLst/>
          </a:prstGeom>
          <a:noFill/>
          <a:ln w="10604">
            <a:solidFill>
              <a:srgbClr val="E4E4E3"/>
            </a:solidFill>
            <a:prstDash val="solid"/>
          </a:ln>
        </p:spPr>
      </p:sp>
      <p:sp>
        <p:nvSpPr>
          <p:cNvPr id="110" name="Shape 108"/>
          <p:cNvSpPr/>
          <p:nvPr/>
        </p:nvSpPr>
        <p:spPr>
          <a:xfrm>
            <a:off x="3184046" y="4335795"/>
            <a:ext cx="0" cy="123708"/>
          </a:xfrm>
          <a:prstGeom prst="line">
            <a:avLst/>
          </a:prstGeom>
          <a:noFill/>
          <a:ln w="12960">
            <a:solidFill>
              <a:srgbClr val="E4E4E3"/>
            </a:solidFill>
            <a:prstDash val="solid"/>
            <a:headEnd type="triangle"/>
          </a:ln>
        </p:spPr>
      </p:sp>
      <p:sp>
        <p:nvSpPr>
          <p:cNvPr id="111" name="Shape 109"/>
          <p:cNvSpPr/>
          <p:nvPr/>
        </p:nvSpPr>
        <p:spPr>
          <a:xfrm>
            <a:off x="4291525" y="2138509"/>
            <a:ext cx="1478602" cy="1494802"/>
          </a:xfrm>
          <a:custGeom>
            <a:avLst/>
            <a:gdLst/>
            <a:ahLst/>
            <a:cxnLst/>
            <a:rect l="l" t="t" r="r" b="b"/>
            <a:pathLst>
              <a:path w="1478602" h="1494802">
                <a:moveTo>
                  <a:pt x="0" y="1494802"/>
                </a:moveTo>
                <a:cubicBezTo>
                  <a:pt x="0" y="747401"/>
                  <a:pt x="1478602" y="747401"/>
                  <a:pt x="1478602" y="0"/>
                </a:cubicBezTo>
              </a:path>
            </a:pathLst>
          </a:custGeom>
          <a:ln w="7069">
            <a:solidFill>
              <a:srgbClr val="E4E4E3"/>
            </a:solidFill>
            <a:prstDash val="solid"/>
          </a:ln>
        </p:spPr>
      </p:sp>
      <p:sp>
        <p:nvSpPr>
          <p:cNvPr id="112" name="Shape 110"/>
          <p:cNvSpPr/>
          <p:nvPr/>
        </p:nvSpPr>
        <p:spPr>
          <a:xfrm>
            <a:off x="5770128" y="2138509"/>
            <a:ext cx="5891" cy="301906"/>
          </a:xfrm>
          <a:custGeom>
            <a:avLst/>
            <a:gdLst/>
            <a:ahLst/>
            <a:cxnLst/>
            <a:rect l="l" t="t" r="r" b="b"/>
            <a:pathLst>
              <a:path w="5891" h="301906">
                <a:moveTo>
                  <a:pt x="0" y="301906"/>
                </a:moveTo>
                <a:cubicBezTo>
                  <a:pt x="0" y="150953"/>
                  <a:pt x="0" y="150953"/>
                  <a:pt x="0" y="0"/>
                </a:cubicBezTo>
              </a:path>
            </a:pathLst>
          </a:custGeom>
          <a:ln w="7069">
            <a:solidFill>
              <a:srgbClr val="E4E4E3"/>
            </a:solidFill>
            <a:prstDash val="solid"/>
          </a:ln>
        </p:spPr>
      </p:sp>
      <p:sp>
        <p:nvSpPr>
          <p:cNvPr id="113" name="Shape 111"/>
          <p:cNvSpPr/>
          <p:nvPr/>
        </p:nvSpPr>
        <p:spPr>
          <a:xfrm>
            <a:off x="5705328" y="2073710"/>
            <a:ext cx="129599" cy="129599"/>
          </a:xfrm>
          <a:prstGeom prst="ellipse">
            <a:avLst/>
          </a:prstGeom>
          <a:solidFill>
            <a:srgbClr val="FFFFFF"/>
          </a:solidFill>
          <a:ln w="11782">
            <a:solidFill>
              <a:srgbClr val="E4E4E3"/>
            </a:solidFill>
            <a:prstDash val="solid"/>
          </a:ln>
        </p:spPr>
      </p:sp>
      <p:sp>
        <p:nvSpPr>
          <p:cNvPr id="114" name="Shape 112"/>
          <p:cNvSpPr/>
          <p:nvPr/>
        </p:nvSpPr>
        <p:spPr>
          <a:xfrm>
            <a:off x="5734783" y="2138509"/>
            <a:ext cx="70690" cy="0"/>
          </a:xfrm>
          <a:prstGeom prst="line">
            <a:avLst/>
          </a:prstGeom>
          <a:noFill/>
          <a:ln w="10604">
            <a:solidFill>
              <a:srgbClr val="E4E4E3"/>
            </a:solidFill>
            <a:prstDash val="solid"/>
          </a:ln>
        </p:spPr>
      </p:sp>
      <p:sp>
        <p:nvSpPr>
          <p:cNvPr id="115" name="Shape 113"/>
          <p:cNvSpPr/>
          <p:nvPr/>
        </p:nvSpPr>
        <p:spPr>
          <a:xfrm>
            <a:off x="5770128" y="2103164"/>
            <a:ext cx="0" cy="70690"/>
          </a:xfrm>
          <a:prstGeom prst="line">
            <a:avLst/>
          </a:prstGeom>
          <a:noFill/>
          <a:ln w="10604">
            <a:solidFill>
              <a:srgbClr val="E4E4E3"/>
            </a:solidFill>
            <a:prstDash val="solid"/>
          </a:ln>
        </p:spPr>
      </p:sp>
      <p:sp>
        <p:nvSpPr>
          <p:cNvPr id="116" name="Shape 114"/>
          <p:cNvSpPr/>
          <p:nvPr/>
        </p:nvSpPr>
        <p:spPr>
          <a:xfrm>
            <a:off x="5770128" y="1950002"/>
            <a:ext cx="0" cy="123708"/>
          </a:xfrm>
          <a:prstGeom prst="line">
            <a:avLst/>
          </a:prstGeom>
          <a:noFill/>
          <a:ln w="12960">
            <a:solidFill>
              <a:srgbClr val="E4E4E3"/>
            </a:solidFill>
            <a:prstDash val="solid"/>
            <a:headEnd type="triangle"/>
          </a:ln>
        </p:spPr>
      </p:sp>
      <p:sp>
        <p:nvSpPr>
          <p:cNvPr id="117" name="Shape 115"/>
          <p:cNvSpPr/>
          <p:nvPr/>
        </p:nvSpPr>
        <p:spPr>
          <a:xfrm>
            <a:off x="6046998" y="3331405"/>
            <a:ext cx="1784926" cy="301906"/>
          </a:xfrm>
          <a:custGeom>
            <a:avLst/>
            <a:gdLst/>
            <a:ahLst/>
            <a:cxnLst/>
            <a:rect l="l" t="t" r="r" b="b"/>
            <a:pathLst>
              <a:path w="1784926" h="301906">
                <a:moveTo>
                  <a:pt x="0" y="301906"/>
                </a:moveTo>
                <a:cubicBezTo>
                  <a:pt x="0" y="150953"/>
                  <a:pt x="1784926" y="150953"/>
                  <a:pt x="1784926" y="0"/>
                </a:cubicBezTo>
              </a:path>
            </a:pathLst>
          </a:custGeom>
          <a:ln w="7069">
            <a:solidFill>
              <a:srgbClr val="E4E4E3"/>
            </a:solidFill>
            <a:prstDash val="solid"/>
          </a:ln>
        </p:spPr>
      </p:sp>
      <p:sp>
        <p:nvSpPr>
          <p:cNvPr id="118" name="Shape 116"/>
          <p:cNvSpPr/>
          <p:nvPr/>
        </p:nvSpPr>
        <p:spPr>
          <a:xfrm>
            <a:off x="7767125" y="3266606"/>
            <a:ext cx="129599" cy="129599"/>
          </a:xfrm>
          <a:prstGeom prst="ellipse">
            <a:avLst/>
          </a:prstGeom>
          <a:solidFill>
            <a:srgbClr val="FFFFFF"/>
          </a:solidFill>
          <a:ln w="11782">
            <a:solidFill>
              <a:srgbClr val="E4E4E3"/>
            </a:solidFill>
            <a:prstDash val="solid"/>
          </a:ln>
        </p:spPr>
      </p:sp>
      <p:sp>
        <p:nvSpPr>
          <p:cNvPr id="119" name="Shape 117"/>
          <p:cNvSpPr/>
          <p:nvPr/>
        </p:nvSpPr>
        <p:spPr>
          <a:xfrm>
            <a:off x="7796579" y="3331405"/>
            <a:ext cx="70690" cy="0"/>
          </a:xfrm>
          <a:prstGeom prst="line">
            <a:avLst/>
          </a:prstGeom>
          <a:noFill/>
          <a:ln w="10604">
            <a:solidFill>
              <a:srgbClr val="E4E4E3"/>
            </a:solidFill>
            <a:prstDash val="solid"/>
          </a:ln>
        </p:spPr>
      </p:sp>
      <p:sp>
        <p:nvSpPr>
          <p:cNvPr id="120" name="Shape 118"/>
          <p:cNvSpPr/>
          <p:nvPr/>
        </p:nvSpPr>
        <p:spPr>
          <a:xfrm>
            <a:off x="7831924" y="3296060"/>
            <a:ext cx="0" cy="70690"/>
          </a:xfrm>
          <a:prstGeom prst="line">
            <a:avLst/>
          </a:prstGeom>
          <a:noFill/>
          <a:ln w="10604">
            <a:solidFill>
              <a:srgbClr val="E4E4E3"/>
            </a:solidFill>
            <a:prstDash val="solid"/>
          </a:ln>
        </p:spPr>
      </p:sp>
      <p:sp>
        <p:nvSpPr>
          <p:cNvPr id="121" name="Shape 119"/>
          <p:cNvSpPr/>
          <p:nvPr/>
        </p:nvSpPr>
        <p:spPr>
          <a:xfrm>
            <a:off x="7831924" y="3142898"/>
            <a:ext cx="0" cy="123708"/>
          </a:xfrm>
          <a:prstGeom prst="line">
            <a:avLst/>
          </a:prstGeom>
          <a:noFill/>
          <a:ln w="12960">
            <a:solidFill>
              <a:srgbClr val="E4E4E3"/>
            </a:solidFill>
            <a:prstDash val="solid"/>
            <a:headEnd type="triangle"/>
          </a:ln>
        </p:spPr>
      </p:sp>
      <p:sp>
        <p:nvSpPr>
          <p:cNvPr id="122" name="Shape 120"/>
          <p:cNvSpPr/>
          <p:nvPr/>
        </p:nvSpPr>
        <p:spPr>
          <a:xfrm>
            <a:off x="7831924" y="2734957"/>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23" name="Shape 121"/>
          <p:cNvSpPr/>
          <p:nvPr/>
        </p:nvSpPr>
        <p:spPr>
          <a:xfrm>
            <a:off x="5493258" y="2734957"/>
            <a:ext cx="2615536" cy="898354"/>
          </a:xfrm>
          <a:custGeom>
            <a:avLst/>
            <a:gdLst/>
            <a:ahLst/>
            <a:cxnLst/>
            <a:rect l="l" t="t" r="r" b="b"/>
            <a:pathLst>
              <a:path w="2615536" h="898354">
                <a:moveTo>
                  <a:pt x="0" y="898354"/>
                </a:moveTo>
                <a:cubicBezTo>
                  <a:pt x="0" y="449177"/>
                  <a:pt x="2615536" y="449177"/>
                  <a:pt x="2615536" y="0"/>
                </a:cubicBezTo>
              </a:path>
            </a:pathLst>
          </a:custGeom>
          <a:ln w="7069">
            <a:solidFill>
              <a:srgbClr val="E4E4E3"/>
            </a:solidFill>
            <a:prstDash val="solid"/>
          </a:ln>
        </p:spPr>
      </p:sp>
      <p:sp>
        <p:nvSpPr>
          <p:cNvPr id="124" name="Shape 122"/>
          <p:cNvSpPr/>
          <p:nvPr/>
        </p:nvSpPr>
        <p:spPr>
          <a:xfrm>
            <a:off x="6046998" y="2734957"/>
            <a:ext cx="2061796" cy="898354"/>
          </a:xfrm>
          <a:custGeom>
            <a:avLst/>
            <a:gdLst/>
            <a:ahLst/>
            <a:cxnLst/>
            <a:rect l="l" t="t" r="r" b="b"/>
            <a:pathLst>
              <a:path w="2061796" h="898354">
                <a:moveTo>
                  <a:pt x="0" y="898354"/>
                </a:moveTo>
                <a:cubicBezTo>
                  <a:pt x="0" y="449177"/>
                  <a:pt x="2061796" y="449177"/>
                  <a:pt x="2061796" y="0"/>
                </a:cubicBezTo>
              </a:path>
            </a:pathLst>
          </a:custGeom>
          <a:ln w="7069">
            <a:solidFill>
              <a:srgbClr val="E4E4E3"/>
            </a:solidFill>
            <a:prstDash val="solid"/>
          </a:ln>
        </p:spPr>
      </p:sp>
      <p:sp>
        <p:nvSpPr>
          <p:cNvPr id="125" name="Shape 123"/>
          <p:cNvSpPr/>
          <p:nvPr/>
        </p:nvSpPr>
        <p:spPr>
          <a:xfrm>
            <a:off x="7831924" y="2734957"/>
            <a:ext cx="276870" cy="2687699"/>
          </a:xfrm>
          <a:custGeom>
            <a:avLst/>
            <a:gdLst/>
            <a:ahLst/>
            <a:cxnLst/>
            <a:rect l="l" t="t" r="r" b="b"/>
            <a:pathLst>
              <a:path w="276870" h="2687699">
                <a:moveTo>
                  <a:pt x="0" y="2687699"/>
                </a:moveTo>
                <a:cubicBezTo>
                  <a:pt x="0" y="1343849"/>
                  <a:pt x="276870" y="1343849"/>
                  <a:pt x="276870" y="0"/>
                </a:cubicBezTo>
              </a:path>
            </a:pathLst>
          </a:custGeom>
          <a:ln w="7069">
            <a:solidFill>
              <a:srgbClr val="E0F0E0"/>
            </a:solidFill>
            <a:prstDash val="solid"/>
          </a:ln>
        </p:spPr>
      </p:sp>
      <p:sp>
        <p:nvSpPr>
          <p:cNvPr id="126" name="Shape 124"/>
          <p:cNvSpPr/>
          <p:nvPr/>
        </p:nvSpPr>
        <p:spPr>
          <a:xfrm>
            <a:off x="8043994" y="2670158"/>
            <a:ext cx="129599" cy="129599"/>
          </a:xfrm>
          <a:prstGeom prst="ellipse">
            <a:avLst/>
          </a:prstGeom>
          <a:solidFill>
            <a:srgbClr val="FFFFFF"/>
          </a:solidFill>
          <a:ln w="11782">
            <a:solidFill>
              <a:srgbClr val="E4E4E3"/>
            </a:solidFill>
            <a:prstDash val="solid"/>
          </a:ln>
        </p:spPr>
      </p:sp>
      <p:sp>
        <p:nvSpPr>
          <p:cNvPr id="127" name="Shape 125"/>
          <p:cNvSpPr/>
          <p:nvPr/>
        </p:nvSpPr>
        <p:spPr>
          <a:xfrm>
            <a:off x="8073449" y="2734957"/>
            <a:ext cx="70690" cy="0"/>
          </a:xfrm>
          <a:prstGeom prst="line">
            <a:avLst/>
          </a:prstGeom>
          <a:noFill/>
          <a:ln w="10604">
            <a:solidFill>
              <a:srgbClr val="E4E4E3"/>
            </a:solidFill>
            <a:prstDash val="solid"/>
          </a:ln>
        </p:spPr>
      </p:sp>
      <p:sp>
        <p:nvSpPr>
          <p:cNvPr id="128" name="Shape 126"/>
          <p:cNvSpPr/>
          <p:nvPr/>
        </p:nvSpPr>
        <p:spPr>
          <a:xfrm>
            <a:off x="8108794" y="2699612"/>
            <a:ext cx="0" cy="70690"/>
          </a:xfrm>
          <a:prstGeom prst="line">
            <a:avLst/>
          </a:prstGeom>
          <a:noFill/>
          <a:ln w="10604">
            <a:solidFill>
              <a:srgbClr val="E4E4E3"/>
            </a:solidFill>
            <a:prstDash val="solid"/>
          </a:ln>
        </p:spPr>
      </p:sp>
      <p:sp>
        <p:nvSpPr>
          <p:cNvPr id="129" name="Shape 127"/>
          <p:cNvSpPr/>
          <p:nvPr/>
        </p:nvSpPr>
        <p:spPr>
          <a:xfrm>
            <a:off x="8108794" y="2546450"/>
            <a:ext cx="0" cy="123708"/>
          </a:xfrm>
          <a:prstGeom prst="line">
            <a:avLst/>
          </a:prstGeom>
          <a:noFill/>
          <a:ln w="12960">
            <a:solidFill>
              <a:srgbClr val="E4E4E3"/>
            </a:solidFill>
            <a:prstDash val="solid"/>
            <a:headEnd type="triangle"/>
          </a:ln>
        </p:spPr>
      </p:sp>
      <p:sp>
        <p:nvSpPr>
          <p:cNvPr id="130" name="Shape 128"/>
          <p:cNvSpPr/>
          <p:nvPr/>
        </p:nvSpPr>
        <p:spPr>
          <a:xfrm>
            <a:off x="4291525" y="2138509"/>
            <a:ext cx="3540399" cy="2091250"/>
          </a:xfrm>
          <a:custGeom>
            <a:avLst/>
            <a:gdLst/>
            <a:ahLst/>
            <a:cxnLst/>
            <a:rect l="l" t="t" r="r" b="b"/>
            <a:pathLst>
              <a:path w="3540399" h="2091250">
                <a:moveTo>
                  <a:pt x="0" y="2091250"/>
                </a:moveTo>
                <a:cubicBezTo>
                  <a:pt x="0" y="1045625"/>
                  <a:pt x="3540399" y="1045625"/>
                  <a:pt x="3540399" y="0"/>
                </a:cubicBezTo>
              </a:path>
            </a:pathLst>
          </a:custGeom>
          <a:ln w="7069">
            <a:solidFill>
              <a:srgbClr val="E4E4E3"/>
            </a:solidFill>
            <a:prstDash val="solid"/>
          </a:ln>
        </p:spPr>
      </p:sp>
      <p:sp>
        <p:nvSpPr>
          <p:cNvPr id="131" name="Shape 129"/>
          <p:cNvSpPr/>
          <p:nvPr/>
        </p:nvSpPr>
        <p:spPr>
          <a:xfrm>
            <a:off x="7831924" y="2138509"/>
            <a:ext cx="5891" cy="1494802"/>
          </a:xfrm>
          <a:custGeom>
            <a:avLst/>
            <a:gdLst/>
            <a:ahLst/>
            <a:cxnLst/>
            <a:rect l="l" t="t" r="r" b="b"/>
            <a:pathLst>
              <a:path w="5891" h="1494802">
                <a:moveTo>
                  <a:pt x="0" y="1494802"/>
                </a:moveTo>
                <a:cubicBezTo>
                  <a:pt x="0" y="747401"/>
                  <a:pt x="0" y="747401"/>
                  <a:pt x="0" y="0"/>
                </a:cubicBezTo>
              </a:path>
            </a:pathLst>
          </a:custGeom>
          <a:ln w="7069">
            <a:solidFill>
              <a:srgbClr val="E4E4E3"/>
            </a:solidFill>
            <a:prstDash val="solid"/>
          </a:ln>
        </p:spPr>
      </p:sp>
      <p:sp>
        <p:nvSpPr>
          <p:cNvPr id="132" name="Shape 130"/>
          <p:cNvSpPr/>
          <p:nvPr/>
        </p:nvSpPr>
        <p:spPr>
          <a:xfrm>
            <a:off x="7831924" y="2138509"/>
            <a:ext cx="276870" cy="301906"/>
          </a:xfrm>
          <a:custGeom>
            <a:avLst/>
            <a:gdLst/>
            <a:ahLst/>
            <a:cxnLst/>
            <a:rect l="l" t="t" r="r" b="b"/>
            <a:pathLst>
              <a:path w="276870" h="301906">
                <a:moveTo>
                  <a:pt x="276870" y="301906"/>
                </a:moveTo>
                <a:cubicBezTo>
                  <a:pt x="276870" y="150953"/>
                  <a:pt x="0" y="150953"/>
                  <a:pt x="0" y="0"/>
                </a:cubicBezTo>
              </a:path>
            </a:pathLst>
          </a:custGeom>
          <a:ln w="7069">
            <a:solidFill>
              <a:srgbClr val="E4E4E3"/>
            </a:solidFill>
            <a:prstDash val="solid"/>
          </a:ln>
        </p:spPr>
      </p:sp>
      <p:sp>
        <p:nvSpPr>
          <p:cNvPr id="133" name="Shape 131"/>
          <p:cNvSpPr/>
          <p:nvPr/>
        </p:nvSpPr>
        <p:spPr>
          <a:xfrm>
            <a:off x="7555054" y="2138509"/>
            <a:ext cx="276870" cy="301906"/>
          </a:xfrm>
          <a:custGeom>
            <a:avLst/>
            <a:gdLst/>
            <a:ahLst/>
            <a:cxnLst/>
            <a:rect l="l" t="t" r="r" b="b"/>
            <a:pathLst>
              <a:path w="276870" h="301906">
                <a:moveTo>
                  <a:pt x="0" y="301906"/>
                </a:moveTo>
                <a:cubicBezTo>
                  <a:pt x="0" y="150953"/>
                  <a:pt x="276870" y="150953"/>
                  <a:pt x="276870" y="0"/>
                </a:cubicBezTo>
              </a:path>
            </a:pathLst>
          </a:custGeom>
          <a:ln w="7069">
            <a:solidFill>
              <a:srgbClr val="E4E4E3"/>
            </a:solidFill>
            <a:prstDash val="solid"/>
          </a:ln>
        </p:spPr>
      </p:sp>
      <p:sp>
        <p:nvSpPr>
          <p:cNvPr id="134" name="Shape 132"/>
          <p:cNvSpPr/>
          <p:nvPr/>
        </p:nvSpPr>
        <p:spPr>
          <a:xfrm>
            <a:off x="7767125" y="2073710"/>
            <a:ext cx="129599" cy="129599"/>
          </a:xfrm>
          <a:prstGeom prst="ellipse">
            <a:avLst/>
          </a:prstGeom>
          <a:solidFill>
            <a:srgbClr val="FFFFFF"/>
          </a:solidFill>
          <a:ln w="11782">
            <a:solidFill>
              <a:srgbClr val="E4E4E3"/>
            </a:solidFill>
            <a:prstDash val="solid"/>
          </a:ln>
        </p:spPr>
      </p:sp>
      <p:sp>
        <p:nvSpPr>
          <p:cNvPr id="135" name="Shape 133"/>
          <p:cNvSpPr/>
          <p:nvPr/>
        </p:nvSpPr>
        <p:spPr>
          <a:xfrm>
            <a:off x="7796579" y="2138509"/>
            <a:ext cx="70690" cy="0"/>
          </a:xfrm>
          <a:prstGeom prst="line">
            <a:avLst/>
          </a:prstGeom>
          <a:noFill/>
          <a:ln w="10604">
            <a:solidFill>
              <a:srgbClr val="E4E4E3"/>
            </a:solidFill>
            <a:prstDash val="solid"/>
          </a:ln>
        </p:spPr>
      </p:sp>
      <p:sp>
        <p:nvSpPr>
          <p:cNvPr id="136" name="Shape 134"/>
          <p:cNvSpPr/>
          <p:nvPr/>
        </p:nvSpPr>
        <p:spPr>
          <a:xfrm>
            <a:off x="7831924" y="2103164"/>
            <a:ext cx="0" cy="70690"/>
          </a:xfrm>
          <a:prstGeom prst="line">
            <a:avLst/>
          </a:prstGeom>
          <a:noFill/>
          <a:ln w="10604">
            <a:solidFill>
              <a:srgbClr val="E4E4E3"/>
            </a:solidFill>
            <a:prstDash val="solid"/>
          </a:ln>
        </p:spPr>
      </p:sp>
      <p:sp>
        <p:nvSpPr>
          <p:cNvPr id="137" name="Shape 135"/>
          <p:cNvSpPr/>
          <p:nvPr/>
        </p:nvSpPr>
        <p:spPr>
          <a:xfrm>
            <a:off x="7831924" y="1950002"/>
            <a:ext cx="0" cy="123708"/>
          </a:xfrm>
          <a:prstGeom prst="line">
            <a:avLst/>
          </a:prstGeom>
          <a:noFill/>
          <a:ln w="12960">
            <a:solidFill>
              <a:srgbClr val="E4E4E3"/>
            </a:solidFill>
            <a:prstDash val="solid"/>
            <a:headEnd type="triangle"/>
          </a:ln>
        </p:spPr>
      </p:sp>
      <p:sp>
        <p:nvSpPr>
          <p:cNvPr id="138" name="Shape 136"/>
          <p:cNvSpPr/>
          <p:nvPr/>
        </p:nvSpPr>
        <p:spPr>
          <a:xfrm>
            <a:off x="3737786" y="3927854"/>
            <a:ext cx="1755472" cy="301906"/>
          </a:xfrm>
          <a:custGeom>
            <a:avLst/>
            <a:gdLst/>
            <a:ahLst/>
            <a:cxnLst/>
            <a:rect l="l" t="t" r="r" b="b"/>
            <a:pathLst>
              <a:path w="1755472" h="301906">
                <a:moveTo>
                  <a:pt x="0" y="301906"/>
                </a:moveTo>
                <a:cubicBezTo>
                  <a:pt x="0" y="150953"/>
                  <a:pt x="1755472" y="150953"/>
                  <a:pt x="1755472" y="0"/>
                </a:cubicBezTo>
              </a:path>
            </a:pathLst>
          </a:custGeom>
          <a:ln w="7069">
            <a:solidFill>
              <a:srgbClr val="E4E4E3"/>
            </a:solidFill>
            <a:prstDash val="solid"/>
          </a:ln>
        </p:spPr>
      </p:sp>
      <p:sp>
        <p:nvSpPr>
          <p:cNvPr id="139" name="Shape 137"/>
          <p:cNvSpPr/>
          <p:nvPr/>
        </p:nvSpPr>
        <p:spPr>
          <a:xfrm>
            <a:off x="5493258" y="3633311"/>
            <a:ext cx="553740" cy="294542"/>
          </a:xfrm>
          <a:custGeom>
            <a:avLst/>
            <a:gdLst/>
            <a:ahLst/>
            <a:cxnLst/>
            <a:rect l="l" t="t" r="r" b="b"/>
            <a:pathLst>
              <a:path w="553740" h="294542">
                <a:moveTo>
                  <a:pt x="553740" y="0"/>
                </a:moveTo>
                <a:cubicBezTo>
                  <a:pt x="553740" y="147271"/>
                  <a:pt x="0" y="147271"/>
                  <a:pt x="0" y="294542"/>
                </a:cubicBezTo>
              </a:path>
            </a:pathLst>
          </a:custGeom>
          <a:ln w="7069">
            <a:solidFill>
              <a:srgbClr val="E4E4E3"/>
            </a:solidFill>
            <a:prstDash val="solid"/>
          </a:ln>
        </p:spPr>
      </p:sp>
      <p:sp>
        <p:nvSpPr>
          <p:cNvPr id="140" name="Shape 138"/>
          <p:cNvSpPr/>
          <p:nvPr/>
        </p:nvSpPr>
        <p:spPr>
          <a:xfrm>
            <a:off x="5428459" y="3863054"/>
            <a:ext cx="129599" cy="129599"/>
          </a:xfrm>
          <a:prstGeom prst="ellipse">
            <a:avLst/>
          </a:prstGeom>
          <a:solidFill>
            <a:srgbClr val="FFFFFF"/>
          </a:solidFill>
          <a:ln w="11782">
            <a:solidFill>
              <a:srgbClr val="E4E4E3"/>
            </a:solidFill>
            <a:prstDash val="solid"/>
          </a:ln>
        </p:spPr>
      </p:sp>
      <p:sp>
        <p:nvSpPr>
          <p:cNvPr id="141" name="Shape 139"/>
          <p:cNvSpPr/>
          <p:nvPr/>
        </p:nvSpPr>
        <p:spPr>
          <a:xfrm>
            <a:off x="5457913" y="3927854"/>
            <a:ext cx="70690" cy="0"/>
          </a:xfrm>
          <a:prstGeom prst="line">
            <a:avLst/>
          </a:prstGeom>
          <a:noFill/>
          <a:ln w="10604">
            <a:solidFill>
              <a:srgbClr val="E4E4E3"/>
            </a:solidFill>
            <a:prstDash val="solid"/>
          </a:ln>
        </p:spPr>
      </p:sp>
      <p:sp>
        <p:nvSpPr>
          <p:cNvPr id="142" name="Shape 140"/>
          <p:cNvSpPr/>
          <p:nvPr/>
        </p:nvSpPr>
        <p:spPr>
          <a:xfrm>
            <a:off x="5493258" y="3892508"/>
            <a:ext cx="0" cy="70690"/>
          </a:xfrm>
          <a:prstGeom prst="line">
            <a:avLst/>
          </a:prstGeom>
          <a:noFill/>
          <a:ln w="10604">
            <a:solidFill>
              <a:srgbClr val="E4E4E3"/>
            </a:solidFill>
            <a:prstDash val="solid"/>
          </a:ln>
        </p:spPr>
      </p:sp>
      <p:sp>
        <p:nvSpPr>
          <p:cNvPr id="143" name="Shape 141"/>
          <p:cNvSpPr/>
          <p:nvPr/>
        </p:nvSpPr>
        <p:spPr>
          <a:xfrm>
            <a:off x="5493258" y="3739346"/>
            <a:ext cx="0" cy="123708"/>
          </a:xfrm>
          <a:prstGeom prst="line">
            <a:avLst/>
          </a:prstGeom>
          <a:noFill/>
          <a:ln w="12960">
            <a:solidFill>
              <a:srgbClr val="E4E4E3"/>
            </a:solidFill>
            <a:prstDash val="solid"/>
            <a:headEnd type="triangle"/>
          </a:ln>
        </p:spPr>
      </p:sp>
      <p:sp>
        <p:nvSpPr>
          <p:cNvPr id="144" name="Shape 142"/>
          <p:cNvSpPr/>
          <p:nvPr/>
        </p:nvSpPr>
        <p:spPr>
          <a:xfrm>
            <a:off x="5770128" y="2440415"/>
            <a:ext cx="1784926" cy="294542"/>
          </a:xfrm>
          <a:custGeom>
            <a:avLst/>
            <a:gdLst/>
            <a:ahLst/>
            <a:cxnLst/>
            <a:rect l="l" t="t" r="r" b="b"/>
            <a:pathLst>
              <a:path w="1784926" h="294542">
                <a:moveTo>
                  <a:pt x="0" y="0"/>
                </a:moveTo>
                <a:cubicBezTo>
                  <a:pt x="0" y="147271"/>
                  <a:pt x="1784926" y="147271"/>
                  <a:pt x="1784926" y="294542"/>
                </a:cubicBezTo>
              </a:path>
            </a:pathLst>
          </a:custGeom>
          <a:ln w="7069">
            <a:solidFill>
              <a:srgbClr val="E4E4E3"/>
            </a:solidFill>
            <a:prstDash val="solid"/>
          </a:ln>
        </p:spPr>
      </p:sp>
      <p:sp>
        <p:nvSpPr>
          <p:cNvPr id="145" name="Shape 143"/>
          <p:cNvSpPr/>
          <p:nvPr/>
        </p:nvSpPr>
        <p:spPr>
          <a:xfrm>
            <a:off x="6046998" y="2734957"/>
            <a:ext cx="1508057" cy="898354"/>
          </a:xfrm>
          <a:custGeom>
            <a:avLst/>
            <a:gdLst/>
            <a:ahLst/>
            <a:cxnLst/>
            <a:rect l="l" t="t" r="r" b="b"/>
            <a:pathLst>
              <a:path w="1508057" h="898354">
                <a:moveTo>
                  <a:pt x="0" y="898354"/>
                </a:moveTo>
                <a:cubicBezTo>
                  <a:pt x="0" y="449177"/>
                  <a:pt x="1508057" y="449177"/>
                  <a:pt x="1508057" y="0"/>
                </a:cubicBezTo>
              </a:path>
            </a:pathLst>
          </a:custGeom>
          <a:ln w="7069">
            <a:solidFill>
              <a:srgbClr val="E4E4E3"/>
            </a:solidFill>
            <a:prstDash val="solid"/>
          </a:ln>
        </p:spPr>
      </p:sp>
      <p:sp>
        <p:nvSpPr>
          <p:cNvPr id="146" name="Shape 144"/>
          <p:cNvSpPr/>
          <p:nvPr/>
        </p:nvSpPr>
        <p:spPr>
          <a:xfrm>
            <a:off x="7490255" y="2670158"/>
            <a:ext cx="129599" cy="129599"/>
          </a:xfrm>
          <a:prstGeom prst="ellipse">
            <a:avLst/>
          </a:prstGeom>
          <a:solidFill>
            <a:srgbClr val="FFFFFF"/>
          </a:solidFill>
          <a:ln w="11782">
            <a:solidFill>
              <a:srgbClr val="E4E4E3"/>
            </a:solidFill>
            <a:prstDash val="solid"/>
          </a:ln>
        </p:spPr>
      </p:sp>
      <p:sp>
        <p:nvSpPr>
          <p:cNvPr id="147" name="Shape 145"/>
          <p:cNvSpPr/>
          <p:nvPr/>
        </p:nvSpPr>
        <p:spPr>
          <a:xfrm>
            <a:off x="7519709" y="2734957"/>
            <a:ext cx="70690" cy="0"/>
          </a:xfrm>
          <a:prstGeom prst="line">
            <a:avLst/>
          </a:prstGeom>
          <a:noFill/>
          <a:ln w="10604">
            <a:solidFill>
              <a:srgbClr val="E4E4E3"/>
            </a:solidFill>
            <a:prstDash val="solid"/>
          </a:ln>
        </p:spPr>
      </p:sp>
      <p:sp>
        <p:nvSpPr>
          <p:cNvPr id="148" name="Shape 146"/>
          <p:cNvSpPr/>
          <p:nvPr/>
        </p:nvSpPr>
        <p:spPr>
          <a:xfrm>
            <a:off x="7555054" y="2699612"/>
            <a:ext cx="0" cy="70690"/>
          </a:xfrm>
          <a:prstGeom prst="line">
            <a:avLst/>
          </a:prstGeom>
          <a:noFill/>
          <a:ln w="10604">
            <a:solidFill>
              <a:srgbClr val="E4E4E3"/>
            </a:solidFill>
            <a:prstDash val="solid"/>
          </a:ln>
        </p:spPr>
      </p:sp>
      <p:sp>
        <p:nvSpPr>
          <p:cNvPr id="149" name="Shape 147"/>
          <p:cNvSpPr/>
          <p:nvPr/>
        </p:nvSpPr>
        <p:spPr>
          <a:xfrm>
            <a:off x="7555054" y="2546450"/>
            <a:ext cx="0" cy="123708"/>
          </a:xfrm>
          <a:prstGeom prst="line">
            <a:avLst/>
          </a:prstGeom>
          <a:noFill/>
          <a:ln w="12960">
            <a:solidFill>
              <a:srgbClr val="E4E4E3"/>
            </a:solidFill>
            <a:prstDash val="solid"/>
            <a:headEnd type="triangle"/>
          </a:ln>
        </p:spPr>
      </p:sp>
      <p:sp>
        <p:nvSpPr>
          <p:cNvPr id="150" name="Shape 148"/>
          <p:cNvSpPr/>
          <p:nvPr/>
        </p:nvSpPr>
        <p:spPr>
          <a:xfrm>
            <a:off x="4291525" y="3633311"/>
            <a:ext cx="1755472" cy="294542"/>
          </a:xfrm>
          <a:custGeom>
            <a:avLst/>
            <a:gdLst/>
            <a:ahLst/>
            <a:cxnLst/>
            <a:rect l="l" t="t" r="r" b="b"/>
            <a:pathLst>
              <a:path w="1755472" h="294542">
                <a:moveTo>
                  <a:pt x="0" y="0"/>
                </a:moveTo>
                <a:cubicBezTo>
                  <a:pt x="0" y="147271"/>
                  <a:pt x="1755472" y="147271"/>
                  <a:pt x="1755472" y="294542"/>
                </a:cubicBezTo>
              </a:path>
            </a:pathLst>
          </a:custGeom>
          <a:ln w="7069">
            <a:solidFill>
              <a:srgbClr val="E4E4E3"/>
            </a:solidFill>
            <a:prstDash val="solid"/>
          </a:ln>
        </p:spPr>
      </p:sp>
      <p:sp>
        <p:nvSpPr>
          <p:cNvPr id="151" name="Shape 149"/>
          <p:cNvSpPr/>
          <p:nvPr/>
        </p:nvSpPr>
        <p:spPr>
          <a:xfrm>
            <a:off x="5982198" y="3863054"/>
            <a:ext cx="129599" cy="129599"/>
          </a:xfrm>
          <a:prstGeom prst="ellipse">
            <a:avLst/>
          </a:prstGeom>
          <a:solidFill>
            <a:srgbClr val="FFFFFF"/>
          </a:solidFill>
          <a:ln w="11782">
            <a:solidFill>
              <a:srgbClr val="E4E4E3"/>
            </a:solidFill>
            <a:prstDash val="solid"/>
          </a:ln>
        </p:spPr>
      </p:sp>
      <p:sp>
        <p:nvSpPr>
          <p:cNvPr id="152" name="Shape 150"/>
          <p:cNvSpPr/>
          <p:nvPr/>
        </p:nvSpPr>
        <p:spPr>
          <a:xfrm>
            <a:off x="6011652" y="3927854"/>
            <a:ext cx="70690" cy="0"/>
          </a:xfrm>
          <a:prstGeom prst="line">
            <a:avLst/>
          </a:prstGeom>
          <a:noFill/>
          <a:ln w="10604">
            <a:solidFill>
              <a:srgbClr val="E4E4E3"/>
            </a:solidFill>
            <a:prstDash val="solid"/>
          </a:ln>
        </p:spPr>
      </p:sp>
      <p:sp>
        <p:nvSpPr>
          <p:cNvPr id="153" name="Shape 151"/>
          <p:cNvSpPr/>
          <p:nvPr/>
        </p:nvSpPr>
        <p:spPr>
          <a:xfrm>
            <a:off x="6046998" y="3892508"/>
            <a:ext cx="0" cy="70690"/>
          </a:xfrm>
          <a:prstGeom prst="line">
            <a:avLst/>
          </a:prstGeom>
          <a:noFill/>
          <a:ln w="10604">
            <a:solidFill>
              <a:srgbClr val="E4E4E3"/>
            </a:solidFill>
            <a:prstDash val="solid"/>
          </a:ln>
        </p:spPr>
      </p:sp>
      <p:sp>
        <p:nvSpPr>
          <p:cNvPr id="154" name="Shape 152"/>
          <p:cNvSpPr/>
          <p:nvPr/>
        </p:nvSpPr>
        <p:spPr>
          <a:xfrm>
            <a:off x="6046998" y="3739346"/>
            <a:ext cx="0" cy="123708"/>
          </a:xfrm>
          <a:prstGeom prst="line">
            <a:avLst/>
          </a:prstGeom>
          <a:noFill/>
          <a:ln w="12960">
            <a:solidFill>
              <a:srgbClr val="E4E4E3"/>
            </a:solidFill>
            <a:prstDash val="solid"/>
            <a:headEnd type="triangle"/>
          </a:ln>
        </p:spPr>
      </p:sp>
      <p:sp>
        <p:nvSpPr>
          <p:cNvPr id="155" name="Shape 153"/>
          <p:cNvSpPr/>
          <p:nvPr/>
        </p:nvSpPr>
        <p:spPr>
          <a:xfrm>
            <a:off x="3184046" y="3927854"/>
            <a:ext cx="1107479" cy="301906"/>
          </a:xfrm>
          <a:custGeom>
            <a:avLst/>
            <a:gdLst/>
            <a:ahLst/>
            <a:cxnLst/>
            <a:rect l="l" t="t" r="r" b="b"/>
            <a:pathLst>
              <a:path w="1107479" h="301906">
                <a:moveTo>
                  <a:pt x="1107479" y="301906"/>
                </a:moveTo>
                <a:cubicBezTo>
                  <a:pt x="1107479" y="150953"/>
                  <a:pt x="0" y="150953"/>
                  <a:pt x="0" y="0"/>
                </a:cubicBezTo>
              </a:path>
            </a:pathLst>
          </a:custGeom>
          <a:ln w="7069">
            <a:solidFill>
              <a:srgbClr val="E4E4E3"/>
            </a:solidFill>
            <a:prstDash val="solid"/>
          </a:ln>
        </p:spPr>
      </p:sp>
      <p:sp>
        <p:nvSpPr>
          <p:cNvPr id="156" name="Shape 154"/>
          <p:cNvSpPr/>
          <p:nvPr/>
        </p:nvSpPr>
        <p:spPr>
          <a:xfrm>
            <a:off x="2259183" y="3927854"/>
            <a:ext cx="924863" cy="1494802"/>
          </a:xfrm>
          <a:custGeom>
            <a:avLst/>
            <a:gdLst/>
            <a:ahLst/>
            <a:cxnLst/>
            <a:rect l="l" t="t" r="r" b="b"/>
            <a:pathLst>
              <a:path w="924863" h="1494802">
                <a:moveTo>
                  <a:pt x="0" y="1494802"/>
                </a:moveTo>
                <a:cubicBezTo>
                  <a:pt x="0" y="747401"/>
                  <a:pt x="924863" y="747401"/>
                  <a:pt x="924863" y="0"/>
                </a:cubicBezTo>
              </a:path>
            </a:pathLst>
          </a:custGeom>
          <a:ln w="7069">
            <a:solidFill>
              <a:srgbClr val="E4F5EF"/>
            </a:solidFill>
            <a:prstDash val="solid"/>
          </a:ln>
        </p:spPr>
      </p:sp>
      <p:sp>
        <p:nvSpPr>
          <p:cNvPr id="157" name="Shape 155"/>
          <p:cNvSpPr/>
          <p:nvPr/>
        </p:nvSpPr>
        <p:spPr>
          <a:xfrm>
            <a:off x="3119247" y="3863054"/>
            <a:ext cx="129599" cy="129599"/>
          </a:xfrm>
          <a:prstGeom prst="ellipse">
            <a:avLst/>
          </a:prstGeom>
          <a:solidFill>
            <a:srgbClr val="FFFFFF"/>
          </a:solidFill>
          <a:ln w="11782">
            <a:solidFill>
              <a:srgbClr val="E4E4E3"/>
            </a:solidFill>
            <a:prstDash val="solid"/>
          </a:ln>
        </p:spPr>
      </p:sp>
      <p:sp>
        <p:nvSpPr>
          <p:cNvPr id="158" name="Shape 156"/>
          <p:cNvSpPr/>
          <p:nvPr/>
        </p:nvSpPr>
        <p:spPr>
          <a:xfrm>
            <a:off x="3148701" y="3927854"/>
            <a:ext cx="70690" cy="0"/>
          </a:xfrm>
          <a:prstGeom prst="line">
            <a:avLst/>
          </a:prstGeom>
          <a:noFill/>
          <a:ln w="10604">
            <a:solidFill>
              <a:srgbClr val="E4E4E3"/>
            </a:solidFill>
            <a:prstDash val="solid"/>
          </a:ln>
        </p:spPr>
      </p:sp>
      <p:sp>
        <p:nvSpPr>
          <p:cNvPr id="159" name="Shape 157"/>
          <p:cNvSpPr/>
          <p:nvPr/>
        </p:nvSpPr>
        <p:spPr>
          <a:xfrm>
            <a:off x="3184046" y="3892508"/>
            <a:ext cx="0" cy="70690"/>
          </a:xfrm>
          <a:prstGeom prst="line">
            <a:avLst/>
          </a:prstGeom>
          <a:noFill/>
          <a:ln w="10604">
            <a:solidFill>
              <a:srgbClr val="E4E4E3"/>
            </a:solidFill>
            <a:prstDash val="solid"/>
          </a:ln>
        </p:spPr>
      </p:sp>
      <p:sp>
        <p:nvSpPr>
          <p:cNvPr id="160" name="Shape 158"/>
          <p:cNvSpPr/>
          <p:nvPr/>
        </p:nvSpPr>
        <p:spPr>
          <a:xfrm>
            <a:off x="3184046" y="3739346"/>
            <a:ext cx="0" cy="123708"/>
          </a:xfrm>
          <a:prstGeom prst="line">
            <a:avLst/>
          </a:prstGeom>
          <a:noFill/>
          <a:ln w="12960">
            <a:solidFill>
              <a:srgbClr val="E4E4E3"/>
            </a:solidFill>
            <a:prstDash val="solid"/>
            <a:headEnd type="triangle"/>
          </a:ln>
        </p:spPr>
      </p:sp>
      <p:sp>
        <p:nvSpPr>
          <p:cNvPr id="161" name="Shape 159"/>
          <p:cNvSpPr/>
          <p:nvPr/>
        </p:nvSpPr>
        <p:spPr>
          <a:xfrm>
            <a:off x="5592813" y="473756"/>
            <a:ext cx="354629" cy="354629"/>
          </a:xfrm>
          <a:prstGeom prst="diamond">
            <a:avLst/>
          </a:prstGeom>
          <a:solidFill>
            <a:srgbClr val="FFFFFF"/>
          </a:solidFill>
          <a:ln w="23563">
            <a:solidFill>
              <a:srgbClr val="1A1A16"/>
            </a:solidFill>
            <a:prstDash val="solid"/>
          </a:ln>
        </p:spPr>
      </p:sp>
      <p:sp>
        <p:nvSpPr>
          <p:cNvPr id="162" name="Shape 160"/>
          <p:cNvSpPr/>
          <p:nvPr/>
        </p:nvSpPr>
        <p:spPr>
          <a:xfrm>
            <a:off x="3659438" y="3555258"/>
            <a:ext cx="156697" cy="156107"/>
          </a:xfrm>
          <a:prstGeom prst="rect">
            <a:avLst/>
          </a:prstGeom>
          <a:solidFill>
            <a:srgbClr val="FFFFFF"/>
          </a:solidFill>
          <a:ln w="12371">
            <a:solidFill>
              <a:srgbClr val="DFDFDE"/>
            </a:solidFill>
            <a:prstDash val="solid"/>
          </a:ln>
        </p:spPr>
      </p:sp>
      <p:sp>
        <p:nvSpPr>
          <p:cNvPr id="163" name="Shape 161"/>
          <p:cNvSpPr/>
          <p:nvPr/>
        </p:nvSpPr>
        <p:spPr>
          <a:xfrm>
            <a:off x="7721176" y="1137065"/>
            <a:ext cx="221496" cy="220907"/>
          </a:xfrm>
          <a:prstGeom prst="diamond">
            <a:avLst/>
          </a:prstGeom>
          <a:solidFill>
            <a:srgbClr val="FFFFFF"/>
          </a:solidFill>
          <a:ln w="16494">
            <a:solidFill>
              <a:srgbClr val="1A1A16"/>
            </a:solidFill>
            <a:prstDash val="solid"/>
          </a:ln>
        </p:spPr>
      </p:sp>
      <p:sp>
        <p:nvSpPr>
          <p:cNvPr id="164" name="Shape 162"/>
          <p:cNvSpPr/>
          <p:nvPr/>
        </p:nvSpPr>
        <p:spPr>
          <a:xfrm>
            <a:off x="4180777" y="3522858"/>
            <a:ext cx="221496" cy="220907"/>
          </a:xfrm>
          <a:prstGeom prst="diamond">
            <a:avLst/>
          </a:prstGeom>
          <a:solidFill>
            <a:srgbClr val="FFFFFF"/>
          </a:solidFill>
          <a:ln w="16494">
            <a:solidFill>
              <a:srgbClr val="1A1A16"/>
            </a:solidFill>
            <a:prstDash val="solid"/>
          </a:ln>
        </p:spPr>
      </p:sp>
      <p:sp>
        <p:nvSpPr>
          <p:cNvPr id="165" name="Shape 163"/>
          <p:cNvSpPr/>
          <p:nvPr/>
        </p:nvSpPr>
        <p:spPr>
          <a:xfrm>
            <a:off x="4203163" y="4141397"/>
            <a:ext cx="176725" cy="176725"/>
          </a:xfrm>
          <a:prstGeom prst="ellipse">
            <a:avLst/>
          </a:prstGeom>
          <a:solidFill>
            <a:srgbClr val="FFFFFF"/>
          </a:solidFill>
          <a:ln w="12371">
            <a:solidFill>
              <a:srgbClr val="DFDFDE"/>
            </a:solidFill>
            <a:prstDash val="solid"/>
          </a:ln>
        </p:spPr>
      </p:sp>
      <p:sp>
        <p:nvSpPr>
          <p:cNvPr id="166" name="Shape 164"/>
          <p:cNvSpPr/>
          <p:nvPr/>
        </p:nvSpPr>
        <p:spPr>
          <a:xfrm>
            <a:off x="1893951" y="4737845"/>
            <a:ext cx="176725" cy="176725"/>
          </a:xfrm>
          <a:prstGeom prst="ellipse">
            <a:avLst/>
          </a:prstGeom>
          <a:solidFill>
            <a:srgbClr val="FFFFFF"/>
          </a:solidFill>
          <a:ln w="12371">
            <a:solidFill>
              <a:srgbClr val="DFDFDE"/>
            </a:solidFill>
            <a:prstDash val="solid"/>
          </a:ln>
        </p:spPr>
      </p:sp>
      <p:sp>
        <p:nvSpPr>
          <p:cNvPr id="167" name="Shape 165"/>
          <p:cNvSpPr/>
          <p:nvPr/>
        </p:nvSpPr>
        <p:spPr>
          <a:xfrm>
            <a:off x="1340211" y="4737845"/>
            <a:ext cx="176725" cy="176725"/>
          </a:xfrm>
          <a:prstGeom prst="ellipse">
            <a:avLst/>
          </a:prstGeom>
          <a:solidFill>
            <a:srgbClr val="FFFFFF"/>
          </a:solidFill>
          <a:ln w="12371">
            <a:solidFill>
              <a:srgbClr val="DFDFDE"/>
            </a:solidFill>
            <a:prstDash val="solid"/>
          </a:ln>
        </p:spPr>
      </p:sp>
      <p:sp>
        <p:nvSpPr>
          <p:cNvPr id="168" name="Shape 166"/>
          <p:cNvSpPr/>
          <p:nvPr/>
        </p:nvSpPr>
        <p:spPr>
          <a:xfrm>
            <a:off x="7714107" y="3515494"/>
            <a:ext cx="235634" cy="235634"/>
          </a:xfrm>
          <a:prstGeom prst="ellipse">
            <a:avLst/>
          </a:prstGeom>
          <a:solidFill>
            <a:srgbClr val="FFFFFF"/>
          </a:solidFill>
          <a:ln w="12371">
            <a:solidFill>
              <a:srgbClr val="DFDFDE"/>
            </a:solidFill>
            <a:prstDash val="solid"/>
          </a:ln>
        </p:spPr>
      </p:sp>
      <p:sp>
        <p:nvSpPr>
          <p:cNvPr id="169" name="Shape 167"/>
          <p:cNvSpPr/>
          <p:nvPr/>
        </p:nvSpPr>
        <p:spPr>
          <a:xfrm>
            <a:off x="5691780" y="2362361"/>
            <a:ext cx="156697" cy="156107"/>
          </a:xfrm>
          <a:prstGeom prst="rect">
            <a:avLst/>
          </a:prstGeom>
          <a:solidFill>
            <a:srgbClr val="FFFFFF"/>
          </a:solidFill>
          <a:ln w="12371">
            <a:solidFill>
              <a:srgbClr val="DFDFDE"/>
            </a:solidFill>
            <a:prstDash val="solid"/>
          </a:ln>
        </p:spPr>
      </p:sp>
      <p:sp>
        <p:nvSpPr>
          <p:cNvPr id="170" name="Shape 168"/>
          <p:cNvSpPr/>
          <p:nvPr/>
        </p:nvSpPr>
        <p:spPr>
          <a:xfrm>
            <a:off x="5681765" y="2948500"/>
            <a:ext cx="176725" cy="176725"/>
          </a:xfrm>
          <a:prstGeom prst="ellipse">
            <a:avLst/>
          </a:prstGeom>
          <a:solidFill>
            <a:srgbClr val="FFFFFF"/>
          </a:solidFill>
          <a:ln w="12371">
            <a:solidFill>
              <a:srgbClr val="DFDFDE"/>
            </a:solidFill>
            <a:prstDash val="solid"/>
          </a:ln>
        </p:spPr>
      </p:sp>
      <p:sp>
        <p:nvSpPr>
          <p:cNvPr id="171" name="Shape 169"/>
          <p:cNvSpPr/>
          <p:nvPr/>
        </p:nvSpPr>
        <p:spPr>
          <a:xfrm>
            <a:off x="3619969" y="4708391"/>
            <a:ext cx="235634" cy="235634"/>
          </a:xfrm>
          <a:prstGeom prst="ellipse">
            <a:avLst/>
          </a:prstGeom>
          <a:solidFill>
            <a:srgbClr val="FFFFFF"/>
          </a:solidFill>
          <a:ln w="12371">
            <a:solidFill>
              <a:srgbClr val="DFDFDE"/>
            </a:solidFill>
            <a:prstDash val="solid"/>
          </a:ln>
        </p:spPr>
      </p:sp>
      <p:sp>
        <p:nvSpPr>
          <p:cNvPr id="172" name="Shape 170"/>
          <p:cNvSpPr/>
          <p:nvPr/>
        </p:nvSpPr>
        <p:spPr>
          <a:xfrm>
            <a:off x="9844826" y="2362361"/>
            <a:ext cx="156697" cy="156107"/>
          </a:xfrm>
          <a:prstGeom prst="rect">
            <a:avLst/>
          </a:prstGeom>
          <a:solidFill>
            <a:srgbClr val="FFFFFF"/>
          </a:solidFill>
          <a:ln w="16494">
            <a:solidFill>
              <a:srgbClr val="1A1A16"/>
            </a:solidFill>
            <a:prstDash val="solid"/>
          </a:ln>
        </p:spPr>
      </p:sp>
      <p:sp>
        <p:nvSpPr>
          <p:cNvPr id="173" name="Shape 171"/>
          <p:cNvSpPr/>
          <p:nvPr/>
        </p:nvSpPr>
        <p:spPr>
          <a:xfrm>
            <a:off x="9805357" y="3515494"/>
            <a:ext cx="235634" cy="235634"/>
          </a:xfrm>
          <a:prstGeom prst="ellipse">
            <a:avLst/>
          </a:prstGeom>
          <a:solidFill>
            <a:srgbClr val="FFFFFF"/>
          </a:solidFill>
          <a:ln w="12371">
            <a:solidFill>
              <a:srgbClr val="DFDFDE"/>
            </a:solidFill>
            <a:prstDash val="solid"/>
          </a:ln>
        </p:spPr>
      </p:sp>
      <p:sp>
        <p:nvSpPr>
          <p:cNvPr id="174" name="Shape 172"/>
          <p:cNvSpPr/>
          <p:nvPr/>
        </p:nvSpPr>
        <p:spPr>
          <a:xfrm>
            <a:off x="3649423" y="4141397"/>
            <a:ext cx="176725" cy="176725"/>
          </a:xfrm>
          <a:prstGeom prst="ellipse">
            <a:avLst/>
          </a:prstGeom>
          <a:solidFill>
            <a:srgbClr val="FFFFFF"/>
          </a:solidFill>
          <a:ln w="16494">
            <a:solidFill>
              <a:srgbClr val="1A1A16"/>
            </a:solidFill>
            <a:prstDash val="solid"/>
          </a:ln>
        </p:spPr>
      </p:sp>
      <p:sp>
        <p:nvSpPr>
          <p:cNvPr id="175" name="Shape 173"/>
          <p:cNvSpPr/>
          <p:nvPr/>
        </p:nvSpPr>
        <p:spPr>
          <a:xfrm>
            <a:off x="3095684" y="4141397"/>
            <a:ext cx="176725" cy="176725"/>
          </a:xfrm>
          <a:prstGeom prst="ellipse">
            <a:avLst/>
          </a:prstGeom>
          <a:solidFill>
            <a:srgbClr val="FFFFFF"/>
          </a:solidFill>
          <a:ln w="16494">
            <a:solidFill>
              <a:srgbClr val="1A1A16"/>
            </a:solidFill>
            <a:prstDash val="solid"/>
          </a:ln>
        </p:spPr>
      </p:sp>
      <p:sp>
        <p:nvSpPr>
          <p:cNvPr id="176" name="Shape 174"/>
          <p:cNvSpPr/>
          <p:nvPr/>
        </p:nvSpPr>
        <p:spPr>
          <a:xfrm>
            <a:off x="5659380" y="1733219"/>
            <a:ext cx="221496" cy="221496"/>
          </a:xfrm>
          <a:prstGeom prst="diamond">
            <a:avLst/>
          </a:prstGeom>
          <a:solidFill>
            <a:srgbClr val="FFFFFF"/>
          </a:solidFill>
          <a:ln w="16494">
            <a:solidFill>
              <a:srgbClr val="1A1A16"/>
            </a:solidFill>
            <a:prstDash val="solid"/>
          </a:ln>
        </p:spPr>
      </p:sp>
      <p:sp>
        <p:nvSpPr>
          <p:cNvPr id="177" name="Shape 175"/>
          <p:cNvSpPr/>
          <p:nvPr/>
        </p:nvSpPr>
        <p:spPr>
          <a:xfrm>
            <a:off x="7753576" y="2958515"/>
            <a:ext cx="156697" cy="156697"/>
          </a:xfrm>
          <a:prstGeom prst="rect">
            <a:avLst/>
          </a:prstGeom>
          <a:solidFill>
            <a:srgbClr val="FFFFFF"/>
          </a:solidFill>
          <a:ln w="16494">
            <a:solidFill>
              <a:srgbClr val="1A1A16"/>
            </a:solidFill>
            <a:prstDash val="solid"/>
          </a:ln>
        </p:spPr>
      </p:sp>
      <p:sp>
        <p:nvSpPr>
          <p:cNvPr id="178" name="Shape 176"/>
          <p:cNvSpPr/>
          <p:nvPr/>
        </p:nvSpPr>
        <p:spPr>
          <a:xfrm>
            <a:off x="7989799" y="2302864"/>
            <a:ext cx="237990" cy="206180"/>
          </a:xfrm>
          <a:prstGeom prst="triangle">
            <a:avLst/>
          </a:prstGeom>
          <a:solidFill>
            <a:srgbClr val="FFFFFF"/>
          </a:solidFill>
          <a:ln w="16494">
            <a:solidFill>
              <a:srgbClr val="1A1A16"/>
            </a:solidFill>
            <a:prstDash val="solid"/>
          </a:ln>
        </p:spPr>
      </p:sp>
      <p:sp>
        <p:nvSpPr>
          <p:cNvPr id="179" name="Shape 177"/>
          <p:cNvSpPr/>
          <p:nvPr/>
        </p:nvSpPr>
        <p:spPr>
          <a:xfrm>
            <a:off x="7712929" y="1706710"/>
            <a:ext cx="237990" cy="206180"/>
          </a:xfrm>
          <a:prstGeom prst="triangle">
            <a:avLst/>
          </a:prstGeom>
          <a:solidFill>
            <a:srgbClr val="FFFFFF"/>
          </a:solidFill>
          <a:ln w="16494">
            <a:solidFill>
              <a:srgbClr val="1A1A16"/>
            </a:solidFill>
            <a:prstDash val="solid"/>
          </a:ln>
        </p:spPr>
      </p:sp>
      <p:sp>
        <p:nvSpPr>
          <p:cNvPr id="180" name="Shape 178"/>
          <p:cNvSpPr/>
          <p:nvPr/>
        </p:nvSpPr>
        <p:spPr>
          <a:xfrm>
            <a:off x="5404895" y="3544949"/>
            <a:ext cx="176725" cy="176725"/>
          </a:xfrm>
          <a:prstGeom prst="ellipse">
            <a:avLst/>
          </a:prstGeom>
          <a:solidFill>
            <a:srgbClr val="FFFFFF"/>
          </a:solidFill>
          <a:ln w="16494">
            <a:solidFill>
              <a:srgbClr val="1A1A16"/>
            </a:solidFill>
            <a:prstDash val="solid"/>
          </a:ln>
        </p:spPr>
      </p:sp>
      <p:sp>
        <p:nvSpPr>
          <p:cNvPr id="181" name="Shape 179"/>
          <p:cNvSpPr/>
          <p:nvPr/>
        </p:nvSpPr>
        <p:spPr>
          <a:xfrm>
            <a:off x="7476706" y="2362361"/>
            <a:ext cx="156697" cy="156107"/>
          </a:xfrm>
          <a:prstGeom prst="rect">
            <a:avLst/>
          </a:prstGeom>
          <a:solidFill>
            <a:srgbClr val="FFFFFF"/>
          </a:solidFill>
          <a:ln w="16494">
            <a:solidFill>
              <a:srgbClr val="1A1A16"/>
            </a:solidFill>
            <a:prstDash val="solid"/>
          </a:ln>
        </p:spPr>
      </p:sp>
      <p:sp>
        <p:nvSpPr>
          <p:cNvPr id="182" name="Shape 180"/>
          <p:cNvSpPr/>
          <p:nvPr/>
        </p:nvSpPr>
        <p:spPr>
          <a:xfrm>
            <a:off x="5958635" y="3544949"/>
            <a:ext cx="176725" cy="176725"/>
          </a:xfrm>
          <a:prstGeom prst="ellipse">
            <a:avLst/>
          </a:prstGeom>
          <a:solidFill>
            <a:srgbClr val="FFFFFF"/>
          </a:solidFill>
          <a:ln w="16494">
            <a:solidFill>
              <a:srgbClr val="1A1A16"/>
            </a:solidFill>
            <a:prstDash val="solid"/>
          </a:ln>
        </p:spPr>
      </p:sp>
      <p:sp>
        <p:nvSpPr>
          <p:cNvPr id="183" name="Shape 181"/>
          <p:cNvSpPr/>
          <p:nvPr/>
        </p:nvSpPr>
        <p:spPr>
          <a:xfrm>
            <a:off x="3105698" y="3555258"/>
            <a:ext cx="156697" cy="156107"/>
          </a:xfrm>
          <a:prstGeom prst="rect">
            <a:avLst/>
          </a:prstGeom>
          <a:solidFill>
            <a:srgbClr val="FFFFFF"/>
          </a:solidFill>
          <a:ln w="12371">
            <a:solidFill>
              <a:srgbClr val="DFDFDE"/>
            </a:solidFill>
            <a:prstDash val="solid"/>
          </a:ln>
        </p:spPr>
      </p:sp>
      <p:sp>
        <p:nvSpPr>
          <p:cNvPr id="184" name="Shape 182"/>
          <p:cNvSpPr/>
          <p:nvPr/>
        </p:nvSpPr>
        <p:spPr>
          <a:xfrm>
            <a:off x="7719998" y="5293057"/>
            <a:ext cx="223852" cy="259197"/>
          </a:xfrm>
          <a:prstGeom prst="hexagon">
            <a:avLst/>
          </a:prstGeom>
          <a:solidFill>
            <a:srgbClr val="FFFFFF"/>
          </a:solidFill>
          <a:ln w="12371">
            <a:solidFill>
              <a:srgbClr val="DBEEDB"/>
            </a:solidFill>
            <a:prstDash val="solid"/>
          </a:ln>
        </p:spPr>
      </p:sp>
      <p:sp>
        <p:nvSpPr>
          <p:cNvPr id="185" name="Shape 183"/>
          <p:cNvSpPr/>
          <p:nvPr/>
        </p:nvSpPr>
        <p:spPr>
          <a:xfrm>
            <a:off x="2147257" y="5293057"/>
            <a:ext cx="223852" cy="259197"/>
          </a:xfrm>
          <a:prstGeom prst="hexagon">
            <a:avLst/>
          </a:prstGeom>
          <a:solidFill>
            <a:srgbClr val="FFFFFF"/>
          </a:solidFill>
          <a:ln w="12371">
            <a:solidFill>
              <a:srgbClr val="DFF4EC"/>
            </a:solidFill>
            <a:prstDash val="solid"/>
          </a:ln>
        </p:spPr>
      </p:sp>
      <p:sp>
        <p:nvSpPr>
          <p:cNvPr id="186" name="Shape 184"/>
          <p:cNvSpPr/>
          <p:nvPr/>
        </p:nvSpPr>
        <p:spPr>
          <a:xfrm>
            <a:off x="1593518" y="5293057"/>
            <a:ext cx="223852" cy="259197"/>
          </a:xfrm>
          <a:prstGeom prst="hexagon">
            <a:avLst/>
          </a:prstGeom>
          <a:solidFill>
            <a:srgbClr val="FFFFFF"/>
          </a:solidFill>
          <a:ln w="12371">
            <a:solidFill>
              <a:srgbClr val="FCEDF2"/>
            </a:solidFill>
            <a:prstDash val="solid"/>
          </a:ln>
        </p:spPr>
      </p:sp>
      <p:sp>
        <p:nvSpPr>
          <p:cNvPr id="187" name="Shape 185"/>
          <p:cNvSpPr/>
          <p:nvPr/>
        </p:nvSpPr>
        <p:spPr>
          <a:xfrm>
            <a:off x="9752340" y="5251821"/>
            <a:ext cx="341669" cy="341669"/>
          </a:xfrm>
          <a:prstGeom prst="ellipse">
            <a:avLst/>
          </a:prstGeom>
          <a:ln w="14727">
            <a:solidFill>
              <a:srgbClr val="2A78D6"/>
            </a:solidFill>
            <a:prstDash val="dash"/>
          </a:ln>
        </p:spPr>
      </p:sp>
      <p:sp>
        <p:nvSpPr>
          <p:cNvPr id="188" name="Shape 186"/>
          <p:cNvSpPr/>
          <p:nvPr/>
        </p:nvSpPr>
        <p:spPr>
          <a:xfrm>
            <a:off x="9811248" y="5293057"/>
            <a:ext cx="223852" cy="259197"/>
          </a:xfrm>
          <a:prstGeom prst="hexagon">
            <a:avLst/>
          </a:prstGeom>
          <a:solidFill>
            <a:srgbClr val="FFFFFF"/>
          </a:solidFill>
          <a:ln w="22385">
            <a:solidFill>
              <a:srgbClr val="2A78D6"/>
            </a:solidFill>
            <a:prstDash val="solid"/>
          </a:ln>
        </p:spPr>
      </p:sp>
      <p:sp>
        <p:nvSpPr>
          <p:cNvPr id="189" name="Shape 187"/>
          <p:cNvSpPr/>
          <p:nvPr/>
        </p:nvSpPr>
        <p:spPr>
          <a:xfrm>
            <a:off x="3566951" y="5251821"/>
            <a:ext cx="341669" cy="341669"/>
          </a:xfrm>
          <a:prstGeom prst="ellipse">
            <a:avLst/>
          </a:prstGeom>
          <a:ln w="14727">
            <a:solidFill>
              <a:srgbClr val="4A3AA7"/>
            </a:solidFill>
            <a:prstDash val="dash"/>
          </a:ln>
        </p:spPr>
      </p:sp>
      <p:sp>
        <p:nvSpPr>
          <p:cNvPr id="190" name="Shape 188"/>
          <p:cNvSpPr/>
          <p:nvPr/>
        </p:nvSpPr>
        <p:spPr>
          <a:xfrm>
            <a:off x="3625860" y="5293057"/>
            <a:ext cx="223852" cy="259197"/>
          </a:xfrm>
          <a:prstGeom prst="hexagon">
            <a:avLst/>
          </a:prstGeom>
          <a:solidFill>
            <a:srgbClr val="FFFFFF"/>
          </a:solidFill>
          <a:ln w="22385">
            <a:solidFill>
              <a:srgbClr val="4A3AA7"/>
            </a:solidFill>
            <a:prstDash val="solid"/>
          </a:ln>
        </p:spPr>
      </p:sp>
      <p:sp>
        <p:nvSpPr>
          <p:cNvPr id="191" name="Shape 189"/>
          <p:cNvSpPr/>
          <p:nvPr/>
        </p:nvSpPr>
        <p:spPr>
          <a:xfrm>
            <a:off x="1039778" y="5293057"/>
            <a:ext cx="223852" cy="259197"/>
          </a:xfrm>
          <a:prstGeom prst="hexagon">
            <a:avLst/>
          </a:prstGeom>
          <a:solidFill>
            <a:srgbClr val="FFFFFF"/>
          </a:solidFill>
          <a:ln w="12371">
            <a:solidFill>
              <a:srgbClr val="FCF2DB"/>
            </a:solidFill>
            <a:prstDash val="solid"/>
          </a:ln>
        </p:spPr>
      </p:sp>
      <p:sp>
        <p:nvSpPr>
          <p:cNvPr id="192" name="Text 190"/>
          <p:cNvSpPr txBox="1"/>
          <p:nvPr/>
        </p:nvSpPr>
        <p:spPr>
          <a:xfrm>
            <a:off x="4238508" y="273938"/>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the theorem</a:t>
            </a:r>
            <a:endParaRPr lang="en-US" sz="1020" dirty="0"/>
          </a:p>
        </p:txBody>
      </p:sp>
      <p:sp>
        <p:nvSpPr>
          <p:cNvPr id="193" name="Text 191"/>
          <p:cNvSpPr txBox="1"/>
          <p:nvPr/>
        </p:nvSpPr>
        <p:spPr>
          <a:xfrm>
            <a:off x="6624300"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perfect-graph duality</a:t>
            </a:r>
            <a:endParaRPr lang="en-US" sz="1020" dirty="0"/>
          </a:p>
        </p:txBody>
      </p:sp>
      <p:sp>
        <p:nvSpPr>
          <p:cNvPr id="194" name="Text 192"/>
          <p:cNvSpPr txBox="1"/>
          <p:nvPr/>
        </p:nvSpPr>
        <p:spPr>
          <a:xfrm>
            <a:off x="438912" y="5351848"/>
            <a:ext cx="3063240" cy="220318"/>
          </a:xfrm>
          <a:prstGeom prst="rect">
            <a:avLst/>
          </a:prstGeom>
          <a:noFill/>
          <a:ln/>
        </p:spPr>
        <p:txBody>
          <a:bodyPr wrap="square" lIns="0" tIns="0" rIns="0" bIns="0" rtlCol="0" anchor="t"/>
          <a:lstStyle/>
          <a:p>
            <a:pPr algn="r" indent="0" marL="0">
              <a:buNone/>
            </a:pPr>
            <a:r>
              <a:rPr lang="en-US" sz="1020" dirty="0">
                <a:solidFill>
                  <a:srgbClr val="1A1A16"/>
                </a:solidFill>
                <a:latin typeface="Calibri" pitchFamily="34" charset="0"/>
                <a:ea typeface="Calibri" pitchFamily="34" charset="-122"/>
                <a:cs typeface="Calibri" pitchFamily="34" charset="-120"/>
              </a:rPr>
              <a:t>Varela</a:t>
            </a:r>
            <a:endParaRPr lang="en-US" sz="1020" dirty="0"/>
          </a:p>
        </p:txBody>
      </p:sp>
      <p:sp>
        <p:nvSpPr>
          <p:cNvPr id="195" name="Text 193"/>
          <p:cNvSpPr txBox="1"/>
          <p:nvPr/>
        </p:nvSpPr>
        <p:spPr>
          <a:xfrm>
            <a:off x="727563" y="5646390"/>
            <a:ext cx="3063240" cy="220318"/>
          </a:xfrm>
          <a:prstGeom prst="rect">
            <a:avLst/>
          </a:prstGeom>
          <a:noFill/>
          <a:ln/>
        </p:spPr>
        <p:txBody>
          <a:bodyPr wrap="square" lIns="0" tIns="0" rIns="0" bIns="0" rtlCol="0" anchor="t"/>
          <a:lstStyle/>
          <a:p>
            <a:pPr algn="ctr" indent="0" marL="0">
              <a:buNone/>
            </a:pPr>
            <a:r>
              <a:rPr lang="en-US" sz="1020" dirty="0">
                <a:solidFill>
                  <a:srgbClr val="1A1A16"/>
                </a:solidFill>
                <a:latin typeface="Calibri" pitchFamily="34" charset="0"/>
                <a:ea typeface="Calibri" pitchFamily="34" charset="-122"/>
                <a:cs typeface="Calibri" pitchFamily="34" charset="-120"/>
              </a:rPr>
              <a:t>Gottesman</a:t>
            </a:r>
            <a:endParaRPr lang="en-US" sz="1020" dirty="0"/>
          </a:p>
        </p:txBody>
      </p:sp>
      <p:sp>
        <p:nvSpPr>
          <p:cNvPr id="196" name="Text 194"/>
          <p:cNvSpPr txBox="1"/>
          <p:nvPr/>
        </p:nvSpPr>
        <p:spPr>
          <a:xfrm>
            <a:off x="806755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MWIS</a:t>
            </a:r>
            <a:endParaRPr lang="en-US" sz="1020" dirty="0"/>
          </a:p>
        </p:txBody>
      </p:sp>
      <p:sp>
        <p:nvSpPr>
          <p:cNvPr id="197" name="Text 195"/>
          <p:cNvSpPr txBox="1"/>
          <p:nvPr/>
        </p:nvSpPr>
        <p:spPr>
          <a:xfrm>
            <a:off x="10158808" y="3562503"/>
            <a:ext cx="3063240" cy="220318"/>
          </a:xfrm>
          <a:prstGeom prst="rect">
            <a:avLst/>
          </a:prstGeom>
          <a:noFill/>
          <a:ln/>
        </p:spPr>
        <p:txBody>
          <a:bodyPr wrap="square" lIns="0" tIns="0" rIns="0" bIns="0" rtlCol="0" anchor="t"/>
          <a:lstStyle/>
          <a:p>
            <a:pPr algn="l" indent="0" marL="0">
              <a:buNone/>
            </a:pPr>
            <a:r>
              <a:rPr lang="en-US" sz="1020" dirty="0">
                <a:solidFill>
                  <a:srgbClr val="1A1A16"/>
                </a:solidFill>
                <a:latin typeface="Calibri" pitchFamily="34" charset="0"/>
                <a:ea typeface="Calibri" pitchFamily="34" charset="-122"/>
                <a:cs typeface="Calibri" pitchFamily="34" charset="-120"/>
              </a:rPr>
              <a:t>perfect graph</a:t>
            </a:r>
            <a:endParaRPr lang="en-US" sz="1020" dirty="0"/>
          </a:p>
        </p:txBody>
      </p:sp>
      <p:sp>
        <p:nvSpPr>
          <p:cNvPr id="198" name="Text 196"/>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15 UNREACHABLE  ·  CHAIN_INCOMPLETE</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custGeom>
            <a:avLst/>
            <a:gdLst/>
            <a:ahLst/>
            <a:cxnLst/>
            <a:rect l="l" t="t" r="r" b="b"/>
            <a:pathLst>
              <a:path w="1544599" h="446830">
                <a:moveTo>
                  <a:pt x="1544599" y="446830"/>
                </a:moveTo>
                <a:cubicBezTo>
                  <a:pt x="1544599" y="223415"/>
                  <a:pt x="0" y="223415"/>
                  <a:pt x="0" y="0"/>
                </a:cubicBezTo>
              </a:path>
            </a:pathLst>
          </a:custGeom>
          <a:ln w="8255">
            <a:solidFill>
              <a:srgbClr val="BABAB9"/>
            </a:solidFill>
            <a:prstDash val="solid"/>
          </a:ln>
        </p:spPr>
      </p:sp>
      <p:sp>
        <p:nvSpPr>
          <p:cNvPr id="3" name="Shape 1"/>
          <p:cNvSpPr/>
          <p:nvPr/>
        </p:nvSpPr>
        <p:spPr>
          <a:xfrm>
            <a:off x="5512488" y="1958093"/>
            <a:ext cx="6350" cy="446830"/>
          </a:xfrm>
          <a:custGeom>
            <a:avLst/>
            <a:gdLst/>
            <a:ahLst/>
            <a:cxnLst/>
            <a:rect l="l" t="t" r="r" b="b"/>
            <a:pathLst>
              <a:path w="6350" h="446830">
                <a:moveTo>
                  <a:pt x="0" y="446830"/>
                </a:moveTo>
                <a:cubicBezTo>
                  <a:pt x="0" y="223415"/>
                  <a:pt x="0" y="223415"/>
                  <a:pt x="0" y="0"/>
                </a:cubicBezTo>
              </a:path>
            </a:pathLst>
          </a:custGeom>
          <a:ln w="8255">
            <a:solidFill>
              <a:srgbClr val="BABAB9"/>
            </a:solidFill>
            <a:prstDash val="solid"/>
          </a:ln>
        </p:spPr>
      </p:sp>
      <p:sp>
        <p:nvSpPr>
          <p:cNvPr id="4" name="Shape 2"/>
          <p:cNvSpPr/>
          <p:nvPr/>
        </p:nvSpPr>
        <p:spPr>
          <a:xfrm>
            <a:off x="5512488" y="2404923"/>
            <a:ext cx="207418" cy="446830"/>
          </a:xfrm>
          <a:custGeom>
            <a:avLst/>
            <a:gdLst/>
            <a:ahLst/>
            <a:cxnLst/>
            <a:rect l="l" t="t" r="r" b="b"/>
            <a:pathLst>
              <a:path w="207418" h="446830">
                <a:moveTo>
                  <a:pt x="207418" y="446830"/>
                </a:moveTo>
                <a:cubicBezTo>
                  <a:pt x="207418" y="223415"/>
                  <a:pt x="0" y="223415"/>
                  <a:pt x="0" y="0"/>
                </a:cubicBezTo>
              </a:path>
            </a:pathLst>
          </a:custGeom>
          <a:ln w="8255">
            <a:solidFill>
              <a:srgbClr val="BABAB9"/>
            </a:solidFill>
            <a:prstDash val="solid"/>
          </a:ln>
        </p:spPr>
      </p:sp>
      <p:sp>
        <p:nvSpPr>
          <p:cNvPr id="5" name="Shape 3"/>
          <p:cNvSpPr/>
          <p:nvPr/>
        </p:nvSpPr>
        <p:spPr>
          <a:xfrm>
            <a:off x="3760471" y="2851753"/>
            <a:ext cx="1959434" cy="893661"/>
          </a:xfrm>
          <a:custGeom>
            <a:avLst/>
            <a:gdLst/>
            <a:ahLst/>
            <a:cxnLst/>
            <a:rect l="l" t="t" r="r" b="b"/>
            <a:pathLst>
              <a:path w="1959434" h="893661">
                <a:moveTo>
                  <a:pt x="0" y="893661"/>
                </a:moveTo>
                <a:cubicBezTo>
                  <a:pt x="0" y="446830"/>
                  <a:pt x="1959434" y="446830"/>
                  <a:pt x="1959434" y="0"/>
                </a:cubicBezTo>
              </a:path>
            </a:pathLst>
          </a:custGeom>
          <a:ln w="8255">
            <a:solidFill>
              <a:srgbClr val="BABAB9"/>
            </a:solidFill>
            <a:prstDash val="solid"/>
          </a:ln>
        </p:spPr>
      </p:sp>
      <p:sp>
        <p:nvSpPr>
          <p:cNvPr id="6" name="Shape 4"/>
          <p:cNvSpPr/>
          <p:nvPr/>
        </p:nvSpPr>
        <p:spPr>
          <a:xfrm>
            <a:off x="2445356" y="3745414"/>
            <a:ext cx="1315116" cy="446830"/>
          </a:xfrm>
          <a:custGeom>
            <a:avLst/>
            <a:gdLst/>
            <a:ahLst/>
            <a:cxnLst/>
            <a:rect l="l" t="t" r="r" b="b"/>
            <a:pathLst>
              <a:path w="1315116" h="446830">
                <a:moveTo>
                  <a:pt x="0" y="446830"/>
                </a:moveTo>
                <a:cubicBezTo>
                  <a:pt x="0" y="223415"/>
                  <a:pt x="1315116" y="223415"/>
                  <a:pt x="1315116" y="0"/>
                </a:cubicBezTo>
              </a:path>
            </a:pathLst>
          </a:custGeom>
          <a:ln w="8255">
            <a:solidFill>
              <a:srgbClr val="BABAB9"/>
            </a:solidFill>
            <a:prstDash val="solid"/>
          </a:ln>
        </p:spPr>
      </p:sp>
      <p:sp>
        <p:nvSpPr>
          <p:cNvPr id="7" name="Shape 5"/>
          <p:cNvSpPr/>
          <p:nvPr/>
        </p:nvSpPr>
        <p:spPr>
          <a:xfrm>
            <a:off x="3967889" y="1511262"/>
            <a:ext cx="3111263" cy="1340491"/>
          </a:xfrm>
          <a:custGeom>
            <a:avLst/>
            <a:gdLst/>
            <a:ahLst/>
            <a:cxnLst/>
            <a:rect l="l" t="t" r="r" b="b"/>
            <a:pathLst>
              <a:path w="3111263" h="1340491">
                <a:moveTo>
                  <a:pt x="3111263" y="1340491"/>
                </a:moveTo>
                <a:cubicBezTo>
                  <a:pt x="3111263" y="670246"/>
                  <a:pt x="0" y="670246"/>
                  <a:pt x="0" y="0"/>
                </a:cubicBezTo>
              </a:path>
            </a:pathLst>
          </a:custGeom>
          <a:ln w="8255">
            <a:solidFill>
              <a:srgbClr val="BABAB9"/>
            </a:solidFill>
            <a:prstDash val="solid"/>
          </a:ln>
        </p:spPr>
      </p:sp>
      <p:sp>
        <p:nvSpPr>
          <p:cNvPr id="8" name="Shape 6"/>
          <p:cNvSpPr/>
          <p:nvPr/>
        </p:nvSpPr>
        <p:spPr>
          <a:xfrm>
            <a:off x="1130240" y="4192245"/>
            <a:ext cx="1315116" cy="446830"/>
          </a:xfrm>
          <a:custGeom>
            <a:avLst/>
            <a:gdLst/>
            <a:ahLst/>
            <a:cxnLst/>
            <a:rect l="l" t="t" r="r" b="b"/>
            <a:pathLst>
              <a:path w="1315116" h="446830">
                <a:moveTo>
                  <a:pt x="0" y="446830"/>
                </a:moveTo>
                <a:cubicBezTo>
                  <a:pt x="0" y="223415"/>
                  <a:pt x="1315116" y="223415"/>
                  <a:pt x="1315116" y="0"/>
                </a:cubicBezTo>
              </a:path>
            </a:pathLst>
          </a:custGeom>
          <a:ln w="8255">
            <a:solidFill>
              <a:srgbClr val="BABAB9"/>
            </a:solidFill>
            <a:prstDash val="solid"/>
          </a:ln>
        </p:spPr>
      </p:sp>
      <p:sp>
        <p:nvSpPr>
          <p:cNvPr id="9" name="Shape 7"/>
          <p:cNvSpPr/>
          <p:nvPr/>
        </p:nvSpPr>
        <p:spPr>
          <a:xfrm>
            <a:off x="2030520" y="3745414"/>
            <a:ext cx="414835" cy="6350"/>
          </a:xfrm>
          <a:custGeom>
            <a:avLst/>
            <a:gdLst/>
            <a:ahLst/>
            <a:cxnLst/>
            <a:rect l="l" t="t" r="r" b="b"/>
            <a:pathLst>
              <a:path w="414835" h="6350">
                <a:moveTo>
                  <a:pt x="0" y="0"/>
                </a:moveTo>
                <a:cubicBezTo>
                  <a:pt x="0" y="0"/>
                  <a:pt x="414835" y="0"/>
                  <a:pt x="414835" y="0"/>
                </a:cubicBezTo>
              </a:path>
            </a:pathLst>
          </a:custGeom>
          <a:ln w="8255">
            <a:solidFill>
              <a:srgbClr val="BABAB9"/>
            </a:solidFill>
            <a:prstDash val="solid"/>
          </a:ln>
        </p:spPr>
      </p:sp>
      <p:sp>
        <p:nvSpPr>
          <p:cNvPr id="10" name="Shape 8"/>
          <p:cNvSpPr/>
          <p:nvPr/>
        </p:nvSpPr>
        <p:spPr>
          <a:xfrm>
            <a:off x="3967889" y="1958093"/>
            <a:ext cx="1544599" cy="446830"/>
          </a:xfrm>
          <a:custGeom>
            <a:avLst/>
            <a:gdLst/>
            <a:ahLst/>
            <a:cxnLst/>
            <a:rect l="l" t="t" r="r" b="b"/>
            <a:pathLst>
              <a:path w="1544599" h="446830">
                <a:moveTo>
                  <a:pt x="0" y="446830"/>
                </a:moveTo>
                <a:cubicBezTo>
                  <a:pt x="0" y="223415"/>
                  <a:pt x="1544599" y="223415"/>
                  <a:pt x="1544599" y="0"/>
                </a:cubicBezTo>
              </a:path>
            </a:pathLst>
          </a:custGeom>
          <a:ln w="8255">
            <a:solidFill>
              <a:srgbClr val="BABAB9"/>
            </a:solidFill>
            <a:prstDash val="solid"/>
          </a:ln>
        </p:spPr>
      </p:sp>
      <p:sp>
        <p:nvSpPr>
          <p:cNvPr id="11" name="Shape 9"/>
          <p:cNvSpPr/>
          <p:nvPr/>
        </p:nvSpPr>
        <p:spPr>
          <a:xfrm>
            <a:off x="922822" y="4639075"/>
            <a:ext cx="207418" cy="446830"/>
          </a:xfrm>
          <a:custGeom>
            <a:avLst/>
            <a:gdLst/>
            <a:ahLst/>
            <a:cxnLst/>
            <a:rect l="l" t="t" r="r" b="b"/>
            <a:pathLst>
              <a:path w="207418" h="446830">
                <a:moveTo>
                  <a:pt x="0" y="446830"/>
                </a:moveTo>
                <a:cubicBezTo>
                  <a:pt x="0" y="223415"/>
                  <a:pt x="207418" y="223415"/>
                  <a:pt x="207418" y="0"/>
                </a:cubicBezTo>
              </a:path>
            </a:pathLst>
          </a:custGeom>
          <a:ln w="8255">
            <a:solidFill>
              <a:srgbClr val="BABAB9"/>
            </a:solidFill>
            <a:prstDash val="solid"/>
          </a:ln>
        </p:spPr>
      </p:sp>
      <p:sp>
        <p:nvSpPr>
          <p:cNvPr id="12" name="Shape 10"/>
          <p:cNvSpPr/>
          <p:nvPr/>
        </p:nvSpPr>
        <p:spPr>
          <a:xfrm>
            <a:off x="507987" y="4639075"/>
            <a:ext cx="207418" cy="446830"/>
          </a:xfrm>
          <a:custGeom>
            <a:avLst/>
            <a:gdLst/>
            <a:ahLst/>
            <a:cxnLst/>
            <a:rect l="l" t="t" r="r" b="b"/>
            <a:pathLst>
              <a:path w="207418" h="446830">
                <a:moveTo>
                  <a:pt x="0" y="446830"/>
                </a:moveTo>
                <a:cubicBezTo>
                  <a:pt x="0" y="223415"/>
                  <a:pt x="207418" y="223415"/>
                  <a:pt x="207418" y="0"/>
                </a:cubicBezTo>
              </a:path>
            </a:pathLst>
          </a:custGeom>
          <a:ln w="8255">
            <a:solidFill>
              <a:srgbClr val="BABAB9"/>
            </a:solidFill>
            <a:prstDash val="solid"/>
          </a:ln>
        </p:spPr>
      </p:sp>
      <p:sp>
        <p:nvSpPr>
          <p:cNvPr id="13" name="Shape 11"/>
          <p:cNvSpPr/>
          <p:nvPr/>
        </p:nvSpPr>
        <p:spPr>
          <a:xfrm>
            <a:off x="3967889" y="2851753"/>
            <a:ext cx="6350" cy="446830"/>
          </a:xfrm>
          <a:custGeom>
            <a:avLst/>
            <a:gdLst/>
            <a:ahLst/>
            <a:cxnLst/>
            <a:rect l="l" t="t" r="r" b="b"/>
            <a:pathLst>
              <a:path w="6350" h="446830">
                <a:moveTo>
                  <a:pt x="0" y="446830"/>
                </a:moveTo>
                <a:cubicBezTo>
                  <a:pt x="0" y="223415"/>
                  <a:pt x="0" y="223415"/>
                  <a:pt x="0" y="0"/>
                </a:cubicBezTo>
              </a:path>
            </a:pathLst>
          </a:custGeom>
          <a:ln w="8255">
            <a:solidFill>
              <a:srgbClr val="BABAB9"/>
            </a:solidFill>
            <a:prstDash val="solid"/>
          </a:ln>
        </p:spPr>
      </p:sp>
      <p:sp>
        <p:nvSpPr>
          <p:cNvPr id="14" name="Shape 12"/>
          <p:cNvSpPr/>
          <p:nvPr/>
        </p:nvSpPr>
        <p:spPr>
          <a:xfrm>
            <a:off x="7079152" y="2851753"/>
            <a:ext cx="6350" cy="2234152"/>
          </a:xfrm>
          <a:custGeom>
            <a:avLst/>
            <a:gdLst/>
            <a:ahLst/>
            <a:cxnLst/>
            <a:rect l="l" t="t" r="r" b="b"/>
            <a:pathLst>
              <a:path w="6350" h="2234152">
                <a:moveTo>
                  <a:pt x="0" y="2234152"/>
                </a:moveTo>
                <a:cubicBezTo>
                  <a:pt x="0" y="1117076"/>
                  <a:pt x="0" y="1117076"/>
                  <a:pt x="0" y="0"/>
                </a:cubicBezTo>
              </a:path>
            </a:pathLst>
          </a:custGeom>
          <a:ln w="8255">
            <a:solidFill>
              <a:srgbClr val="BABAB9"/>
            </a:solidFill>
            <a:prstDash val="solid"/>
          </a:ln>
        </p:spPr>
      </p:sp>
      <p:sp>
        <p:nvSpPr>
          <p:cNvPr id="15" name="Shape 13"/>
          <p:cNvSpPr/>
          <p:nvPr/>
        </p:nvSpPr>
        <p:spPr>
          <a:xfrm>
            <a:off x="5512488" y="2851753"/>
            <a:ext cx="207418" cy="446830"/>
          </a:xfrm>
          <a:custGeom>
            <a:avLst/>
            <a:gdLst/>
            <a:ahLst/>
            <a:cxnLst/>
            <a:rect l="l" t="t" r="r" b="b"/>
            <a:pathLst>
              <a:path w="207418" h="446830">
                <a:moveTo>
                  <a:pt x="0" y="446830"/>
                </a:moveTo>
                <a:cubicBezTo>
                  <a:pt x="0" y="223415"/>
                  <a:pt x="207418" y="223415"/>
                  <a:pt x="207418" y="0"/>
                </a:cubicBezTo>
              </a:path>
            </a:pathLst>
          </a:custGeom>
          <a:ln w="8255">
            <a:solidFill>
              <a:srgbClr val="BABAB9"/>
            </a:solidFill>
            <a:prstDash val="solid"/>
          </a:ln>
        </p:spPr>
      </p:sp>
      <p:sp>
        <p:nvSpPr>
          <p:cNvPr id="16" name="Shape 14"/>
          <p:cNvSpPr/>
          <p:nvPr/>
        </p:nvSpPr>
        <p:spPr>
          <a:xfrm>
            <a:off x="5512488" y="2851753"/>
            <a:ext cx="207418" cy="2234152"/>
          </a:xfrm>
          <a:custGeom>
            <a:avLst/>
            <a:gdLst/>
            <a:ahLst/>
            <a:cxnLst/>
            <a:rect l="l" t="t" r="r" b="b"/>
            <a:pathLst>
              <a:path w="207418" h="2234152">
                <a:moveTo>
                  <a:pt x="0" y="2234152"/>
                </a:moveTo>
                <a:cubicBezTo>
                  <a:pt x="0" y="1117076"/>
                  <a:pt x="207418" y="1117076"/>
                  <a:pt x="207418" y="0"/>
                </a:cubicBezTo>
              </a:path>
            </a:pathLst>
          </a:custGeom>
          <a:ln w="8255">
            <a:solidFill>
              <a:srgbClr val="BABAB9"/>
            </a:solidFill>
            <a:prstDash val="solid"/>
          </a:ln>
        </p:spPr>
      </p:sp>
      <p:sp>
        <p:nvSpPr>
          <p:cNvPr id="17" name="Shape 15"/>
          <p:cNvSpPr/>
          <p:nvPr/>
        </p:nvSpPr>
        <p:spPr>
          <a:xfrm>
            <a:off x="5512488" y="2404923"/>
            <a:ext cx="6350" cy="1340491"/>
          </a:xfrm>
          <a:custGeom>
            <a:avLst/>
            <a:gdLst/>
            <a:ahLst/>
            <a:cxnLst/>
            <a:rect l="l" t="t" r="r" b="b"/>
            <a:pathLst>
              <a:path w="6350" h="1340491">
                <a:moveTo>
                  <a:pt x="0" y="1340491"/>
                </a:moveTo>
                <a:cubicBezTo>
                  <a:pt x="0" y="670246"/>
                  <a:pt x="0" y="670246"/>
                  <a:pt x="0" y="0"/>
                </a:cubicBezTo>
              </a:path>
            </a:pathLst>
          </a:custGeom>
          <a:ln w="8255">
            <a:solidFill>
              <a:srgbClr val="BABAB9"/>
            </a:solidFill>
            <a:prstDash val="solid"/>
          </a:ln>
        </p:spPr>
      </p:sp>
      <p:sp>
        <p:nvSpPr>
          <p:cNvPr id="18" name="Shape 16"/>
          <p:cNvSpPr/>
          <p:nvPr/>
        </p:nvSpPr>
        <p:spPr>
          <a:xfrm>
            <a:off x="5305070" y="2404923"/>
            <a:ext cx="207418" cy="446830"/>
          </a:xfrm>
          <a:custGeom>
            <a:avLst/>
            <a:gdLst/>
            <a:ahLst/>
            <a:cxnLst/>
            <a:rect l="l" t="t" r="r" b="b"/>
            <a:pathLst>
              <a:path w="207418" h="446830">
                <a:moveTo>
                  <a:pt x="0" y="446830"/>
                </a:moveTo>
                <a:cubicBezTo>
                  <a:pt x="0" y="223415"/>
                  <a:pt x="207418" y="223415"/>
                  <a:pt x="207418" y="0"/>
                </a:cubicBezTo>
              </a:path>
            </a:pathLst>
          </a:custGeom>
          <a:ln w="8255">
            <a:solidFill>
              <a:srgbClr val="BABAB9"/>
            </a:solidFill>
            <a:prstDash val="solid"/>
          </a:ln>
        </p:spPr>
      </p:sp>
      <p:sp>
        <p:nvSpPr>
          <p:cNvPr id="19" name="Shape 17"/>
          <p:cNvSpPr/>
          <p:nvPr/>
        </p:nvSpPr>
        <p:spPr>
          <a:xfrm>
            <a:off x="3967889" y="1511262"/>
            <a:ext cx="3111263" cy="2234152"/>
          </a:xfrm>
          <a:custGeom>
            <a:avLst/>
            <a:gdLst/>
            <a:ahLst/>
            <a:cxnLst/>
            <a:rect l="l" t="t" r="r" b="b"/>
            <a:pathLst>
              <a:path w="3111263" h="2234152">
                <a:moveTo>
                  <a:pt x="3111263" y="2234152"/>
                </a:moveTo>
                <a:cubicBezTo>
                  <a:pt x="3111263" y="1117076"/>
                  <a:pt x="0" y="1117076"/>
                  <a:pt x="0" y="0"/>
                </a:cubicBezTo>
              </a:path>
            </a:pathLst>
          </a:custGeom>
          <a:ln w="8255">
            <a:solidFill>
              <a:srgbClr val="BABAB9"/>
            </a:solidFill>
            <a:prstDash val="solid"/>
          </a:ln>
        </p:spPr>
      </p:sp>
      <p:sp>
        <p:nvSpPr>
          <p:cNvPr id="20" name="Shape 18"/>
          <p:cNvSpPr/>
          <p:nvPr/>
        </p:nvSpPr>
        <p:spPr>
          <a:xfrm>
            <a:off x="2445356" y="3745414"/>
            <a:ext cx="414835" cy="446830"/>
          </a:xfrm>
          <a:custGeom>
            <a:avLst/>
            <a:gdLst/>
            <a:ahLst/>
            <a:cxnLst/>
            <a:rect l="l" t="t" r="r" b="b"/>
            <a:pathLst>
              <a:path w="414835" h="446830">
                <a:moveTo>
                  <a:pt x="414835" y="446830"/>
                </a:moveTo>
                <a:cubicBezTo>
                  <a:pt x="414835" y="223415"/>
                  <a:pt x="0" y="223415"/>
                  <a:pt x="0" y="0"/>
                </a:cubicBezTo>
              </a:path>
            </a:pathLst>
          </a:custGeom>
          <a:ln w="8255">
            <a:solidFill>
              <a:srgbClr val="BABAB9"/>
            </a:solidFill>
            <a:prstDash val="solid"/>
          </a:ln>
        </p:spPr>
      </p:sp>
      <p:sp>
        <p:nvSpPr>
          <p:cNvPr id="21" name="Shape 19"/>
          <p:cNvSpPr/>
          <p:nvPr/>
        </p:nvSpPr>
        <p:spPr>
          <a:xfrm>
            <a:off x="1337658" y="3745414"/>
            <a:ext cx="1107698" cy="1340491"/>
          </a:xfrm>
          <a:custGeom>
            <a:avLst/>
            <a:gdLst/>
            <a:ahLst/>
            <a:cxnLst/>
            <a:rect l="l" t="t" r="r" b="b"/>
            <a:pathLst>
              <a:path w="1107698" h="1340491">
                <a:moveTo>
                  <a:pt x="0" y="1340491"/>
                </a:moveTo>
                <a:cubicBezTo>
                  <a:pt x="0" y="670246"/>
                  <a:pt x="1107698" y="670246"/>
                  <a:pt x="1107698" y="0"/>
                </a:cubicBezTo>
              </a:path>
            </a:pathLst>
          </a:custGeom>
          <a:ln w="8255">
            <a:solidFill>
              <a:srgbClr val="BABAB9"/>
            </a:solidFill>
            <a:prstDash val="solid"/>
          </a:ln>
        </p:spPr>
      </p:sp>
      <p:sp>
        <p:nvSpPr>
          <p:cNvPr id="22" name="Shape 20"/>
          <p:cNvSpPr/>
          <p:nvPr/>
        </p:nvSpPr>
        <p:spPr>
          <a:xfrm>
            <a:off x="2860191" y="3745414"/>
            <a:ext cx="6350" cy="446830"/>
          </a:xfrm>
          <a:custGeom>
            <a:avLst/>
            <a:gdLst/>
            <a:ahLst/>
            <a:cxnLst/>
            <a:rect l="l" t="t" r="r" b="b"/>
            <a:pathLst>
              <a:path w="6350" h="446830">
                <a:moveTo>
                  <a:pt x="0" y="446830"/>
                </a:moveTo>
                <a:cubicBezTo>
                  <a:pt x="0" y="223415"/>
                  <a:pt x="0" y="223415"/>
                  <a:pt x="0" y="0"/>
                </a:cubicBezTo>
              </a:path>
            </a:pathLst>
          </a:custGeom>
          <a:ln w="8255">
            <a:solidFill>
              <a:srgbClr val="BABAB9"/>
            </a:solidFill>
            <a:prstDash val="solid"/>
          </a:ln>
        </p:spPr>
      </p:sp>
      <p:sp>
        <p:nvSpPr>
          <p:cNvPr id="23" name="Shape 21"/>
          <p:cNvSpPr/>
          <p:nvPr/>
        </p:nvSpPr>
        <p:spPr>
          <a:xfrm>
            <a:off x="2030520" y="3745414"/>
            <a:ext cx="829670" cy="446830"/>
          </a:xfrm>
          <a:custGeom>
            <a:avLst/>
            <a:gdLst/>
            <a:ahLst/>
            <a:cxnLst/>
            <a:rect l="l" t="t" r="r" b="b"/>
            <a:pathLst>
              <a:path w="829670" h="446830">
                <a:moveTo>
                  <a:pt x="0" y="446830"/>
                </a:moveTo>
                <a:cubicBezTo>
                  <a:pt x="0" y="223415"/>
                  <a:pt x="829670" y="223415"/>
                  <a:pt x="829670" y="0"/>
                </a:cubicBezTo>
              </a:path>
            </a:pathLst>
          </a:custGeom>
          <a:ln w="8255">
            <a:solidFill>
              <a:srgbClr val="BABAB9"/>
            </a:solidFill>
            <a:prstDash val="solid"/>
          </a:ln>
        </p:spPr>
      </p:sp>
      <p:sp>
        <p:nvSpPr>
          <p:cNvPr id="24" name="Shape 22"/>
          <p:cNvSpPr/>
          <p:nvPr/>
        </p:nvSpPr>
        <p:spPr>
          <a:xfrm>
            <a:off x="2445356" y="3745414"/>
            <a:ext cx="414835" cy="1340491"/>
          </a:xfrm>
          <a:custGeom>
            <a:avLst/>
            <a:gdLst/>
            <a:ahLst/>
            <a:cxnLst/>
            <a:rect l="l" t="t" r="r" b="b"/>
            <a:pathLst>
              <a:path w="414835" h="1340491">
                <a:moveTo>
                  <a:pt x="0" y="1340491"/>
                </a:moveTo>
                <a:cubicBezTo>
                  <a:pt x="0" y="670246"/>
                  <a:pt x="414835" y="670246"/>
                  <a:pt x="414835" y="0"/>
                </a:cubicBezTo>
              </a:path>
            </a:pathLst>
          </a:custGeom>
          <a:ln w="8255">
            <a:solidFill>
              <a:srgbClr val="BABAB9"/>
            </a:solidFill>
            <a:prstDash val="solid"/>
          </a:ln>
        </p:spPr>
      </p:sp>
      <p:sp>
        <p:nvSpPr>
          <p:cNvPr id="25" name="Shape 23"/>
          <p:cNvSpPr/>
          <p:nvPr/>
        </p:nvSpPr>
        <p:spPr>
          <a:xfrm>
            <a:off x="2445356" y="4192245"/>
            <a:ext cx="414835" cy="446830"/>
          </a:xfrm>
          <a:custGeom>
            <a:avLst/>
            <a:gdLst/>
            <a:ahLst/>
            <a:cxnLst/>
            <a:rect l="l" t="t" r="r" b="b"/>
            <a:pathLst>
              <a:path w="414835" h="446830">
                <a:moveTo>
                  <a:pt x="0" y="446830"/>
                </a:moveTo>
                <a:cubicBezTo>
                  <a:pt x="0" y="223415"/>
                  <a:pt x="414835" y="223415"/>
                  <a:pt x="414835" y="0"/>
                </a:cubicBezTo>
              </a:path>
            </a:pathLst>
          </a:custGeom>
          <a:ln w="8255">
            <a:solidFill>
              <a:srgbClr val="BABAB9"/>
            </a:solidFill>
            <a:prstDash val="solid"/>
          </a:ln>
        </p:spPr>
      </p:sp>
      <p:sp>
        <p:nvSpPr>
          <p:cNvPr id="26" name="Shape 24"/>
          <p:cNvSpPr/>
          <p:nvPr/>
        </p:nvSpPr>
        <p:spPr>
          <a:xfrm>
            <a:off x="1337658" y="4192245"/>
            <a:ext cx="1522533" cy="893661"/>
          </a:xfrm>
          <a:custGeom>
            <a:avLst/>
            <a:gdLst/>
            <a:ahLst/>
            <a:cxnLst/>
            <a:rect l="l" t="t" r="r" b="b"/>
            <a:pathLst>
              <a:path w="1522533" h="893661">
                <a:moveTo>
                  <a:pt x="0" y="893661"/>
                </a:moveTo>
                <a:cubicBezTo>
                  <a:pt x="0" y="446830"/>
                  <a:pt x="1522533" y="446830"/>
                  <a:pt x="1522533" y="0"/>
                </a:cubicBezTo>
              </a:path>
            </a:pathLst>
          </a:custGeom>
          <a:ln w="8255">
            <a:solidFill>
              <a:srgbClr val="BABAB9"/>
            </a:solidFill>
            <a:prstDash val="solid"/>
          </a:ln>
        </p:spPr>
      </p:sp>
      <p:sp>
        <p:nvSpPr>
          <p:cNvPr id="27" name="Shape 25"/>
          <p:cNvSpPr/>
          <p:nvPr/>
        </p:nvSpPr>
        <p:spPr>
          <a:xfrm>
            <a:off x="715405" y="4639075"/>
            <a:ext cx="414835" cy="6350"/>
          </a:xfrm>
          <a:custGeom>
            <a:avLst/>
            <a:gdLst/>
            <a:ahLst/>
            <a:cxnLst/>
            <a:rect l="l" t="t" r="r" b="b"/>
            <a:pathLst>
              <a:path w="414835" h="6350">
                <a:moveTo>
                  <a:pt x="0" y="0"/>
                </a:moveTo>
                <a:cubicBezTo>
                  <a:pt x="0" y="0"/>
                  <a:pt x="414835" y="0"/>
                  <a:pt x="414835" y="0"/>
                </a:cubicBezTo>
              </a:path>
            </a:pathLst>
          </a:custGeom>
          <a:ln w="8255">
            <a:solidFill>
              <a:srgbClr val="BABAB9"/>
            </a:solidFill>
            <a:prstDash val="solid"/>
          </a:ln>
        </p:spPr>
      </p:sp>
      <p:sp>
        <p:nvSpPr>
          <p:cNvPr id="28" name="Shape 26"/>
          <p:cNvSpPr/>
          <p:nvPr/>
        </p:nvSpPr>
        <p:spPr>
          <a:xfrm>
            <a:off x="715405" y="4639075"/>
            <a:ext cx="622253" cy="446830"/>
          </a:xfrm>
          <a:custGeom>
            <a:avLst/>
            <a:gdLst/>
            <a:ahLst/>
            <a:cxnLst/>
            <a:rect l="l" t="t" r="r" b="b"/>
            <a:pathLst>
              <a:path w="622253" h="446830">
                <a:moveTo>
                  <a:pt x="622253" y="446830"/>
                </a:moveTo>
                <a:cubicBezTo>
                  <a:pt x="622253" y="223415"/>
                  <a:pt x="0" y="223415"/>
                  <a:pt x="0" y="0"/>
                </a:cubicBezTo>
              </a:path>
            </a:pathLst>
          </a:custGeom>
          <a:ln w="8255">
            <a:solidFill>
              <a:srgbClr val="BABAB9"/>
            </a:solidFill>
            <a:prstDash val="solid"/>
          </a:ln>
        </p:spPr>
      </p:sp>
      <p:sp>
        <p:nvSpPr>
          <p:cNvPr id="29" name="Shape 27"/>
          <p:cNvSpPr/>
          <p:nvPr/>
        </p:nvSpPr>
        <p:spPr>
          <a:xfrm>
            <a:off x="2445356" y="2851753"/>
            <a:ext cx="1522533" cy="893661"/>
          </a:xfrm>
          <a:custGeom>
            <a:avLst/>
            <a:gdLst/>
            <a:ahLst/>
            <a:cxnLst/>
            <a:rect l="l" t="t" r="r" b="b"/>
            <a:pathLst>
              <a:path w="1522533" h="893661">
                <a:moveTo>
                  <a:pt x="0" y="893661"/>
                </a:moveTo>
                <a:cubicBezTo>
                  <a:pt x="0" y="446830"/>
                  <a:pt x="1522533" y="446830"/>
                  <a:pt x="1522533" y="0"/>
                </a:cubicBezTo>
              </a:path>
            </a:pathLst>
          </a:custGeom>
          <a:ln w="8255">
            <a:solidFill>
              <a:srgbClr val="BABAB9"/>
            </a:solidFill>
            <a:prstDash val="solid"/>
          </a:ln>
        </p:spPr>
      </p:sp>
      <p:sp>
        <p:nvSpPr>
          <p:cNvPr id="30" name="Shape 28"/>
          <p:cNvSpPr/>
          <p:nvPr/>
        </p:nvSpPr>
        <p:spPr>
          <a:xfrm>
            <a:off x="2445356" y="3298584"/>
            <a:ext cx="1522533" cy="446830"/>
          </a:xfrm>
          <a:custGeom>
            <a:avLst/>
            <a:gdLst/>
            <a:ahLst/>
            <a:cxnLst/>
            <a:rect l="l" t="t" r="r" b="b"/>
            <a:pathLst>
              <a:path w="1522533" h="446830">
                <a:moveTo>
                  <a:pt x="0" y="446830"/>
                </a:moveTo>
                <a:cubicBezTo>
                  <a:pt x="0" y="223415"/>
                  <a:pt x="1522533" y="223415"/>
                  <a:pt x="1522533" y="0"/>
                </a:cubicBezTo>
              </a:path>
            </a:pathLst>
          </a:custGeom>
          <a:ln w="8255">
            <a:solidFill>
              <a:srgbClr val="BABAB9"/>
            </a:solidFill>
            <a:prstDash val="solid"/>
          </a:ln>
        </p:spPr>
      </p:sp>
      <p:sp>
        <p:nvSpPr>
          <p:cNvPr id="31" name="Shape 29"/>
          <p:cNvSpPr/>
          <p:nvPr/>
        </p:nvSpPr>
        <p:spPr>
          <a:xfrm>
            <a:off x="7079152" y="2851753"/>
            <a:ext cx="6350" cy="893661"/>
          </a:xfrm>
          <a:custGeom>
            <a:avLst/>
            <a:gdLst/>
            <a:ahLst/>
            <a:cxnLst/>
            <a:rect l="l" t="t" r="r" b="b"/>
            <a:pathLst>
              <a:path w="6350" h="893661">
                <a:moveTo>
                  <a:pt x="0" y="893661"/>
                </a:moveTo>
                <a:cubicBezTo>
                  <a:pt x="0" y="446830"/>
                  <a:pt x="0" y="446830"/>
                  <a:pt x="0" y="0"/>
                </a:cubicBezTo>
              </a:path>
            </a:pathLst>
          </a:custGeom>
          <a:ln w="8255">
            <a:solidFill>
              <a:srgbClr val="BABAB9"/>
            </a:solidFill>
            <a:prstDash val="solid"/>
          </a:ln>
        </p:spPr>
      </p:sp>
      <p:sp>
        <p:nvSpPr>
          <p:cNvPr id="32" name="Shape 30"/>
          <p:cNvSpPr/>
          <p:nvPr/>
        </p:nvSpPr>
        <p:spPr>
          <a:xfrm>
            <a:off x="2030520" y="4192245"/>
            <a:ext cx="414835" cy="6350"/>
          </a:xfrm>
          <a:custGeom>
            <a:avLst/>
            <a:gdLst/>
            <a:ahLst/>
            <a:cxnLst/>
            <a:rect l="l" t="t" r="r" b="b"/>
            <a:pathLst>
              <a:path w="414835" h="6350">
                <a:moveTo>
                  <a:pt x="0" y="0"/>
                </a:moveTo>
                <a:cubicBezTo>
                  <a:pt x="0" y="0"/>
                  <a:pt x="414835" y="0"/>
                  <a:pt x="414835" y="0"/>
                </a:cubicBezTo>
              </a:path>
            </a:pathLst>
          </a:custGeom>
          <a:ln w="8255">
            <a:solidFill>
              <a:srgbClr val="BABAB9"/>
            </a:solidFill>
            <a:prstDash val="solid"/>
          </a:ln>
        </p:spPr>
      </p:sp>
      <p:sp>
        <p:nvSpPr>
          <p:cNvPr id="33" name="Shape 31"/>
          <p:cNvSpPr/>
          <p:nvPr/>
        </p:nvSpPr>
        <p:spPr>
          <a:xfrm>
            <a:off x="2445356" y="4192245"/>
            <a:ext cx="6350" cy="893661"/>
          </a:xfrm>
          <a:custGeom>
            <a:avLst/>
            <a:gdLst/>
            <a:ahLst/>
            <a:cxnLst/>
            <a:rect l="l" t="t" r="r" b="b"/>
            <a:pathLst>
              <a:path w="6350" h="893661">
                <a:moveTo>
                  <a:pt x="0" y="893661"/>
                </a:moveTo>
                <a:cubicBezTo>
                  <a:pt x="0" y="446830"/>
                  <a:pt x="0" y="446830"/>
                  <a:pt x="0" y="0"/>
                </a:cubicBezTo>
              </a:path>
            </a:pathLst>
          </a:custGeom>
          <a:ln w="8255">
            <a:solidFill>
              <a:srgbClr val="BABAB9"/>
            </a:solidFill>
            <a:prstDash val="solid"/>
          </a:ln>
        </p:spPr>
      </p:sp>
      <p:sp>
        <p:nvSpPr>
          <p:cNvPr id="34" name="Shape 32"/>
          <p:cNvSpPr/>
          <p:nvPr/>
        </p:nvSpPr>
        <p:spPr>
          <a:xfrm>
            <a:off x="715405" y="4192245"/>
            <a:ext cx="1315116" cy="446830"/>
          </a:xfrm>
          <a:custGeom>
            <a:avLst/>
            <a:gdLst/>
            <a:ahLst/>
            <a:cxnLst/>
            <a:rect l="l" t="t" r="r" b="b"/>
            <a:pathLst>
              <a:path w="1315116" h="446830">
                <a:moveTo>
                  <a:pt x="0" y="446830"/>
                </a:moveTo>
                <a:cubicBezTo>
                  <a:pt x="0" y="223415"/>
                  <a:pt x="1315116" y="223415"/>
                  <a:pt x="1315116" y="0"/>
                </a:cubicBezTo>
              </a:path>
            </a:pathLst>
          </a:custGeom>
          <a:ln w="8255">
            <a:solidFill>
              <a:srgbClr val="BABAB9"/>
            </a:solidFill>
            <a:prstDash val="solid"/>
          </a:ln>
        </p:spPr>
      </p:sp>
      <p:sp>
        <p:nvSpPr>
          <p:cNvPr id="35" name="Shape 33"/>
          <p:cNvSpPr/>
          <p:nvPr/>
        </p:nvSpPr>
        <p:spPr>
          <a:xfrm>
            <a:off x="2030520" y="4192245"/>
            <a:ext cx="414835" cy="446830"/>
          </a:xfrm>
          <a:custGeom>
            <a:avLst/>
            <a:gdLst/>
            <a:ahLst/>
            <a:cxnLst/>
            <a:rect l="l" t="t" r="r" b="b"/>
            <a:pathLst>
              <a:path w="414835" h="446830">
                <a:moveTo>
                  <a:pt x="414835" y="446830"/>
                </a:moveTo>
                <a:cubicBezTo>
                  <a:pt x="414835" y="223415"/>
                  <a:pt x="0" y="223415"/>
                  <a:pt x="0" y="0"/>
                </a:cubicBezTo>
              </a:path>
            </a:pathLst>
          </a:custGeom>
          <a:ln w="8255">
            <a:solidFill>
              <a:srgbClr val="BABAB9"/>
            </a:solidFill>
            <a:prstDash val="solid"/>
          </a:ln>
        </p:spPr>
      </p:sp>
      <p:sp>
        <p:nvSpPr>
          <p:cNvPr id="36" name="Shape 34"/>
          <p:cNvSpPr/>
          <p:nvPr/>
        </p:nvSpPr>
        <p:spPr>
          <a:xfrm>
            <a:off x="2030520" y="4192245"/>
            <a:ext cx="414835" cy="893661"/>
          </a:xfrm>
          <a:custGeom>
            <a:avLst/>
            <a:gdLst/>
            <a:ahLst/>
            <a:cxnLst/>
            <a:rect l="l" t="t" r="r" b="b"/>
            <a:pathLst>
              <a:path w="414835" h="893661">
                <a:moveTo>
                  <a:pt x="414835" y="893661"/>
                </a:moveTo>
                <a:cubicBezTo>
                  <a:pt x="414835" y="446830"/>
                  <a:pt x="0" y="446830"/>
                  <a:pt x="0" y="0"/>
                </a:cubicBezTo>
              </a:path>
            </a:pathLst>
          </a:custGeom>
          <a:ln w="8255">
            <a:solidFill>
              <a:srgbClr val="BABAB9"/>
            </a:solidFill>
            <a:prstDash val="solid"/>
          </a:ln>
        </p:spPr>
      </p:sp>
      <p:sp>
        <p:nvSpPr>
          <p:cNvPr id="37" name="Shape 35"/>
          <p:cNvSpPr/>
          <p:nvPr/>
        </p:nvSpPr>
        <p:spPr>
          <a:xfrm>
            <a:off x="2860191" y="2404923"/>
            <a:ext cx="1107698" cy="1340491"/>
          </a:xfrm>
          <a:custGeom>
            <a:avLst/>
            <a:gdLst/>
            <a:ahLst/>
            <a:cxnLst/>
            <a:rect l="l" t="t" r="r" b="b"/>
            <a:pathLst>
              <a:path w="1107698" h="1340491">
                <a:moveTo>
                  <a:pt x="0" y="1340491"/>
                </a:moveTo>
                <a:cubicBezTo>
                  <a:pt x="0" y="670246"/>
                  <a:pt x="1107698" y="670246"/>
                  <a:pt x="1107698" y="0"/>
                </a:cubicBezTo>
              </a:path>
            </a:pathLst>
          </a:custGeom>
          <a:ln w="8255">
            <a:solidFill>
              <a:srgbClr val="BABAB9"/>
            </a:solidFill>
            <a:prstDash val="solid"/>
          </a:ln>
        </p:spPr>
      </p:sp>
      <p:sp>
        <p:nvSpPr>
          <p:cNvPr id="38" name="Shape 36"/>
          <p:cNvSpPr/>
          <p:nvPr/>
        </p:nvSpPr>
        <p:spPr>
          <a:xfrm>
            <a:off x="3967889" y="2404923"/>
            <a:ext cx="6350" cy="446830"/>
          </a:xfrm>
          <a:custGeom>
            <a:avLst/>
            <a:gdLst/>
            <a:ahLst/>
            <a:cxnLst/>
            <a:rect l="l" t="t" r="r" b="b"/>
            <a:pathLst>
              <a:path w="6350" h="446830">
                <a:moveTo>
                  <a:pt x="0" y="446830"/>
                </a:moveTo>
                <a:cubicBezTo>
                  <a:pt x="0" y="223415"/>
                  <a:pt x="0" y="223415"/>
                  <a:pt x="0" y="0"/>
                </a:cubicBezTo>
              </a:path>
            </a:pathLst>
          </a:custGeom>
          <a:ln w="8255">
            <a:solidFill>
              <a:srgbClr val="BABAB9"/>
            </a:solidFill>
            <a:prstDash val="solid"/>
          </a:ln>
        </p:spPr>
      </p:sp>
      <p:sp>
        <p:nvSpPr>
          <p:cNvPr id="39" name="Shape 37"/>
          <p:cNvSpPr/>
          <p:nvPr/>
        </p:nvSpPr>
        <p:spPr>
          <a:xfrm>
            <a:off x="4175306" y="3298584"/>
            <a:ext cx="1337181" cy="446830"/>
          </a:xfrm>
          <a:custGeom>
            <a:avLst/>
            <a:gdLst/>
            <a:ahLst/>
            <a:cxnLst/>
            <a:rect l="l" t="t" r="r" b="b"/>
            <a:pathLst>
              <a:path w="1337181" h="446830">
                <a:moveTo>
                  <a:pt x="0" y="446830"/>
                </a:moveTo>
                <a:cubicBezTo>
                  <a:pt x="0" y="223415"/>
                  <a:pt x="1337181" y="223415"/>
                  <a:pt x="1337181" y="0"/>
                </a:cubicBezTo>
              </a:path>
            </a:pathLst>
          </a:custGeom>
          <a:ln w="8255">
            <a:solidFill>
              <a:srgbClr val="BABAB9"/>
            </a:solidFill>
            <a:prstDash val="solid"/>
          </a:ln>
        </p:spPr>
      </p:sp>
      <p:sp>
        <p:nvSpPr>
          <p:cNvPr id="40" name="Shape 38"/>
          <p:cNvSpPr/>
          <p:nvPr/>
        </p:nvSpPr>
        <p:spPr>
          <a:xfrm>
            <a:off x="4175306" y="2851753"/>
            <a:ext cx="1544599" cy="893661"/>
          </a:xfrm>
          <a:custGeom>
            <a:avLst/>
            <a:gdLst/>
            <a:ahLst/>
            <a:cxnLst/>
            <a:rect l="l" t="t" r="r" b="b"/>
            <a:pathLst>
              <a:path w="1544599" h="893661">
                <a:moveTo>
                  <a:pt x="0" y="893661"/>
                </a:moveTo>
                <a:cubicBezTo>
                  <a:pt x="0" y="446830"/>
                  <a:pt x="1544599" y="446830"/>
                  <a:pt x="1544599" y="0"/>
                </a:cubicBezTo>
              </a:path>
            </a:pathLst>
          </a:custGeom>
          <a:ln w="8255">
            <a:solidFill>
              <a:srgbClr val="BABAB9"/>
            </a:solidFill>
            <a:prstDash val="solid"/>
          </a:ln>
        </p:spPr>
      </p:sp>
      <p:sp>
        <p:nvSpPr>
          <p:cNvPr id="41" name="Shape 39"/>
          <p:cNvSpPr/>
          <p:nvPr/>
        </p:nvSpPr>
        <p:spPr>
          <a:xfrm>
            <a:off x="2860191" y="2404923"/>
            <a:ext cx="2652297" cy="1787322"/>
          </a:xfrm>
          <a:custGeom>
            <a:avLst/>
            <a:gdLst/>
            <a:ahLst/>
            <a:cxnLst/>
            <a:rect l="l" t="t" r="r" b="b"/>
            <a:pathLst>
              <a:path w="2652297" h="1787322">
                <a:moveTo>
                  <a:pt x="0" y="1787322"/>
                </a:moveTo>
                <a:cubicBezTo>
                  <a:pt x="0" y="893661"/>
                  <a:pt x="2652297" y="893661"/>
                  <a:pt x="2652297" y="0"/>
                </a:cubicBezTo>
              </a:path>
            </a:pathLst>
          </a:custGeom>
          <a:ln w="8255">
            <a:solidFill>
              <a:srgbClr val="BABAB9"/>
            </a:solidFill>
            <a:prstDash val="solid"/>
          </a:ln>
        </p:spPr>
      </p:sp>
      <p:sp>
        <p:nvSpPr>
          <p:cNvPr id="42" name="Shape 40"/>
          <p:cNvSpPr/>
          <p:nvPr/>
        </p:nvSpPr>
        <p:spPr>
          <a:xfrm>
            <a:off x="3760471" y="3745414"/>
            <a:ext cx="414835" cy="6350"/>
          </a:xfrm>
          <a:custGeom>
            <a:avLst/>
            <a:gdLst/>
            <a:ahLst/>
            <a:cxnLst/>
            <a:rect l="l" t="t" r="r" b="b"/>
            <a:pathLst>
              <a:path w="414835" h="6350">
                <a:moveTo>
                  <a:pt x="414835" y="0"/>
                </a:moveTo>
                <a:cubicBezTo>
                  <a:pt x="414835" y="0"/>
                  <a:pt x="0" y="0"/>
                  <a:pt x="0" y="0"/>
                </a:cubicBezTo>
              </a:path>
            </a:pathLst>
          </a:custGeom>
          <a:ln w="8255">
            <a:solidFill>
              <a:srgbClr val="BABAB9"/>
            </a:solidFill>
            <a:prstDash val="solid"/>
          </a:ln>
        </p:spPr>
      </p:sp>
      <p:sp>
        <p:nvSpPr>
          <p:cNvPr id="43" name="Shape 41"/>
          <p:cNvSpPr/>
          <p:nvPr/>
        </p:nvSpPr>
        <p:spPr>
          <a:xfrm>
            <a:off x="3967889" y="2851753"/>
            <a:ext cx="1337181" cy="6350"/>
          </a:xfrm>
          <a:custGeom>
            <a:avLst/>
            <a:gdLst/>
            <a:ahLst/>
            <a:cxnLst/>
            <a:rect l="l" t="t" r="r" b="b"/>
            <a:pathLst>
              <a:path w="1337181" h="6350">
                <a:moveTo>
                  <a:pt x="0" y="0"/>
                </a:moveTo>
                <a:cubicBezTo>
                  <a:pt x="0" y="0"/>
                  <a:pt x="1337181" y="0"/>
                  <a:pt x="1337181" y="0"/>
                </a:cubicBezTo>
              </a:path>
            </a:pathLst>
          </a:custGeom>
          <a:ln w="8255">
            <a:solidFill>
              <a:srgbClr val="BABAB9"/>
            </a:solidFill>
            <a:prstDash val="solid"/>
          </a:ln>
        </p:spPr>
      </p:sp>
      <p:sp>
        <p:nvSpPr>
          <p:cNvPr id="44" name="Shape 42"/>
          <p:cNvSpPr/>
          <p:nvPr/>
        </p:nvSpPr>
        <p:spPr>
          <a:xfrm>
            <a:off x="4175306" y="2851753"/>
            <a:ext cx="1129764" cy="893661"/>
          </a:xfrm>
          <a:custGeom>
            <a:avLst/>
            <a:gdLst/>
            <a:ahLst/>
            <a:cxnLst/>
            <a:rect l="l" t="t" r="r" b="b"/>
            <a:pathLst>
              <a:path w="1129764" h="893661">
                <a:moveTo>
                  <a:pt x="0" y="893661"/>
                </a:moveTo>
                <a:cubicBezTo>
                  <a:pt x="0" y="446830"/>
                  <a:pt x="1129764" y="446830"/>
                  <a:pt x="1129764" y="0"/>
                </a:cubicBezTo>
              </a:path>
            </a:pathLst>
          </a:custGeom>
          <a:ln w="8255">
            <a:solidFill>
              <a:srgbClr val="BABAB9"/>
            </a:solidFill>
            <a:prstDash val="solid"/>
          </a:ln>
        </p:spPr>
      </p:sp>
      <p:sp>
        <p:nvSpPr>
          <p:cNvPr id="45" name="Shape 43"/>
          <p:cNvSpPr/>
          <p:nvPr/>
        </p:nvSpPr>
        <p:spPr>
          <a:xfrm>
            <a:off x="2860191" y="3745414"/>
            <a:ext cx="1315116" cy="6350"/>
          </a:xfrm>
          <a:custGeom>
            <a:avLst/>
            <a:gdLst/>
            <a:ahLst/>
            <a:cxnLst/>
            <a:rect l="l" t="t" r="r" b="b"/>
            <a:pathLst>
              <a:path w="1315116" h="6350">
                <a:moveTo>
                  <a:pt x="0" y="0"/>
                </a:moveTo>
                <a:cubicBezTo>
                  <a:pt x="0" y="0"/>
                  <a:pt x="1315116" y="0"/>
                  <a:pt x="1315116" y="0"/>
                </a:cubicBezTo>
              </a:path>
            </a:pathLst>
          </a:custGeom>
          <a:ln w="8255">
            <a:solidFill>
              <a:srgbClr val="BABAB9"/>
            </a:solidFill>
            <a:prstDash val="solid"/>
          </a:ln>
        </p:spPr>
      </p:sp>
      <p:sp>
        <p:nvSpPr>
          <p:cNvPr id="46" name="Shape 44"/>
          <p:cNvSpPr/>
          <p:nvPr/>
        </p:nvSpPr>
        <p:spPr>
          <a:xfrm>
            <a:off x="2030520" y="3745414"/>
            <a:ext cx="829670" cy="446830"/>
          </a:xfrm>
          <a:custGeom>
            <a:avLst/>
            <a:gdLst/>
            <a:ahLst/>
            <a:cxnLst/>
            <a:rect l="l" t="t" r="r" b="b"/>
            <a:pathLst>
              <a:path w="829670" h="446830">
                <a:moveTo>
                  <a:pt x="829670" y="446830"/>
                </a:moveTo>
                <a:cubicBezTo>
                  <a:pt x="829670" y="223415"/>
                  <a:pt x="0" y="223415"/>
                  <a:pt x="0" y="0"/>
                </a:cubicBezTo>
              </a:path>
            </a:pathLst>
          </a:custGeom>
          <a:ln w="8255">
            <a:solidFill>
              <a:srgbClr val="BABAB9"/>
            </a:solidFill>
            <a:prstDash val="solid"/>
          </a:ln>
        </p:spPr>
      </p:sp>
      <p:sp>
        <p:nvSpPr>
          <p:cNvPr id="47" name="Shape 45"/>
          <p:cNvSpPr/>
          <p:nvPr/>
        </p:nvSpPr>
        <p:spPr>
          <a:xfrm>
            <a:off x="1337658" y="3745414"/>
            <a:ext cx="692863" cy="1340491"/>
          </a:xfrm>
          <a:custGeom>
            <a:avLst/>
            <a:gdLst/>
            <a:ahLst/>
            <a:cxnLst/>
            <a:rect l="l" t="t" r="r" b="b"/>
            <a:pathLst>
              <a:path w="692863" h="1340491">
                <a:moveTo>
                  <a:pt x="0" y="1340491"/>
                </a:moveTo>
                <a:cubicBezTo>
                  <a:pt x="0" y="670246"/>
                  <a:pt x="692863" y="670246"/>
                  <a:pt x="692863" y="0"/>
                </a:cubicBezTo>
              </a:path>
            </a:pathLst>
          </a:custGeom>
          <a:ln w="8255">
            <a:solidFill>
              <a:srgbClr val="BABAB9"/>
            </a:solidFill>
            <a:prstDash val="solid"/>
          </a:ln>
        </p:spPr>
      </p:sp>
      <p:sp>
        <p:nvSpPr>
          <p:cNvPr id="48" name="Shape 46"/>
          <p:cNvSpPr/>
          <p:nvPr/>
        </p:nvSpPr>
        <p:spPr>
          <a:xfrm>
            <a:off x="5455339" y="3688266"/>
            <a:ext cx="114297" cy="114297"/>
          </a:xfrm>
          <a:prstGeom prst="ellipse">
            <a:avLst/>
          </a:prstGeom>
          <a:solidFill>
            <a:srgbClr val="FFFFFF"/>
          </a:solidFill>
          <a:ln w="12700">
            <a:solidFill>
              <a:srgbClr val="1A1A16"/>
            </a:solidFill>
            <a:prstDash val="solid"/>
          </a:ln>
        </p:spPr>
      </p:sp>
      <p:sp>
        <p:nvSpPr>
          <p:cNvPr id="49" name="Shape 47"/>
          <p:cNvSpPr/>
          <p:nvPr/>
        </p:nvSpPr>
        <p:spPr>
          <a:xfrm>
            <a:off x="2803042" y="4135096"/>
            <a:ext cx="114297" cy="114297"/>
          </a:xfrm>
          <a:prstGeom prst="ellipse">
            <a:avLst/>
          </a:prstGeom>
          <a:solidFill>
            <a:srgbClr val="FFFFFF"/>
          </a:solidFill>
          <a:ln w="12700">
            <a:solidFill>
              <a:srgbClr val="1A1A16"/>
            </a:solidFill>
            <a:prstDash val="solid"/>
          </a:ln>
        </p:spPr>
      </p:sp>
      <p:sp>
        <p:nvSpPr>
          <p:cNvPr id="50" name="Shape 48"/>
          <p:cNvSpPr/>
          <p:nvPr/>
        </p:nvSpPr>
        <p:spPr>
          <a:xfrm>
            <a:off x="5462133" y="3247944"/>
            <a:ext cx="100962" cy="101597"/>
          </a:xfrm>
          <a:prstGeom prst="rect">
            <a:avLst/>
          </a:prstGeom>
          <a:solidFill>
            <a:srgbClr val="FFFFFF"/>
          </a:solidFill>
          <a:ln w="12700">
            <a:solidFill>
              <a:srgbClr val="1A1A16"/>
            </a:solidFill>
            <a:prstDash val="solid"/>
          </a:ln>
        </p:spPr>
      </p:sp>
      <p:sp>
        <p:nvSpPr>
          <p:cNvPr id="51" name="Shape 49"/>
          <p:cNvSpPr/>
          <p:nvPr/>
        </p:nvSpPr>
        <p:spPr>
          <a:xfrm>
            <a:off x="5441179" y="1886538"/>
            <a:ext cx="142871" cy="142871"/>
          </a:xfrm>
          <a:prstGeom prst="diamond">
            <a:avLst/>
          </a:prstGeom>
          <a:solidFill>
            <a:srgbClr val="FFFFFF"/>
          </a:solidFill>
          <a:ln w="12700">
            <a:solidFill>
              <a:srgbClr val="1A1A16"/>
            </a:solidFill>
            <a:prstDash val="solid"/>
          </a:ln>
        </p:spPr>
      </p:sp>
      <p:sp>
        <p:nvSpPr>
          <p:cNvPr id="52" name="Shape 50"/>
          <p:cNvSpPr/>
          <p:nvPr/>
        </p:nvSpPr>
        <p:spPr>
          <a:xfrm>
            <a:off x="2388207" y="4135096"/>
            <a:ext cx="114297" cy="114297"/>
          </a:xfrm>
          <a:prstGeom prst="ellipse">
            <a:avLst/>
          </a:prstGeom>
          <a:solidFill>
            <a:srgbClr val="FFFFFF"/>
          </a:solidFill>
          <a:ln w="12700">
            <a:solidFill>
              <a:srgbClr val="1A1A16"/>
            </a:solidFill>
            <a:prstDash val="solid"/>
          </a:ln>
        </p:spPr>
      </p:sp>
      <p:sp>
        <p:nvSpPr>
          <p:cNvPr id="53" name="Shape 51"/>
          <p:cNvSpPr/>
          <p:nvPr/>
        </p:nvSpPr>
        <p:spPr>
          <a:xfrm>
            <a:off x="2390715" y="5023359"/>
            <a:ext cx="109217" cy="125092"/>
          </a:xfrm>
          <a:prstGeom prst="hexagon">
            <a:avLst/>
          </a:prstGeom>
          <a:solidFill>
            <a:srgbClr val="FFFFFF"/>
          </a:solidFill>
          <a:ln w="12700">
            <a:solidFill>
              <a:srgbClr val="1A1A16"/>
            </a:solidFill>
            <a:prstDash val="solid"/>
          </a:ln>
        </p:spPr>
      </p:sp>
      <p:sp>
        <p:nvSpPr>
          <p:cNvPr id="54" name="Shape 52"/>
          <p:cNvSpPr/>
          <p:nvPr/>
        </p:nvSpPr>
        <p:spPr>
          <a:xfrm>
            <a:off x="453379" y="5023359"/>
            <a:ext cx="109217" cy="125092"/>
          </a:xfrm>
          <a:prstGeom prst="hexagon">
            <a:avLst/>
          </a:prstGeom>
          <a:solidFill>
            <a:srgbClr val="FFFFFF"/>
          </a:solidFill>
          <a:ln w="12700">
            <a:solidFill>
              <a:srgbClr val="1A1A16"/>
            </a:solidFill>
            <a:prstDash val="solid"/>
          </a:ln>
        </p:spPr>
      </p:sp>
      <p:sp>
        <p:nvSpPr>
          <p:cNvPr id="55" name="Shape 53"/>
          <p:cNvSpPr/>
          <p:nvPr/>
        </p:nvSpPr>
        <p:spPr>
          <a:xfrm>
            <a:off x="5254494" y="2800915"/>
            <a:ext cx="100962" cy="101597"/>
          </a:xfrm>
          <a:prstGeom prst="rect">
            <a:avLst/>
          </a:prstGeom>
          <a:solidFill>
            <a:srgbClr val="FFFFFF"/>
          </a:solidFill>
          <a:ln w="12700">
            <a:solidFill>
              <a:srgbClr val="1A1A16"/>
            </a:solidFill>
            <a:prstDash val="solid"/>
          </a:ln>
        </p:spPr>
      </p:sp>
      <p:sp>
        <p:nvSpPr>
          <p:cNvPr id="56" name="Shape 54"/>
          <p:cNvSpPr/>
          <p:nvPr/>
        </p:nvSpPr>
        <p:spPr>
          <a:xfrm>
            <a:off x="1073091" y="4581926"/>
            <a:ext cx="114297" cy="114297"/>
          </a:xfrm>
          <a:prstGeom prst="ellipse">
            <a:avLst/>
          </a:prstGeom>
          <a:solidFill>
            <a:srgbClr val="FFFFFF"/>
          </a:solidFill>
          <a:ln w="12700">
            <a:solidFill>
              <a:srgbClr val="1A1A16"/>
            </a:solidFill>
            <a:prstDash val="solid"/>
          </a:ln>
        </p:spPr>
      </p:sp>
      <p:sp>
        <p:nvSpPr>
          <p:cNvPr id="57" name="Shape 55"/>
          <p:cNvSpPr/>
          <p:nvPr/>
        </p:nvSpPr>
        <p:spPr>
          <a:xfrm>
            <a:off x="7024829" y="5023359"/>
            <a:ext cx="108582" cy="125092"/>
          </a:xfrm>
          <a:prstGeom prst="hexagon">
            <a:avLst/>
          </a:prstGeom>
          <a:solidFill>
            <a:srgbClr val="FFFFFF"/>
          </a:solidFill>
          <a:ln w="12700">
            <a:solidFill>
              <a:srgbClr val="1A1A16"/>
            </a:solidFill>
            <a:prstDash val="solid"/>
          </a:ln>
        </p:spPr>
      </p:sp>
      <p:sp>
        <p:nvSpPr>
          <p:cNvPr id="58" name="Shape 56"/>
          <p:cNvSpPr/>
          <p:nvPr/>
        </p:nvSpPr>
        <p:spPr>
          <a:xfrm>
            <a:off x="3896263" y="2333567"/>
            <a:ext cx="143506" cy="142871"/>
          </a:xfrm>
          <a:prstGeom prst="diamond">
            <a:avLst/>
          </a:prstGeom>
          <a:solidFill>
            <a:srgbClr val="FFFFFF"/>
          </a:solidFill>
          <a:ln w="12700">
            <a:solidFill>
              <a:srgbClr val="1A1A16"/>
            </a:solidFill>
            <a:prstDash val="solid"/>
          </a:ln>
        </p:spPr>
      </p:sp>
      <p:sp>
        <p:nvSpPr>
          <p:cNvPr id="59" name="Shape 57"/>
          <p:cNvSpPr/>
          <p:nvPr/>
        </p:nvSpPr>
        <p:spPr>
          <a:xfrm>
            <a:off x="4118158" y="3688266"/>
            <a:ext cx="114297" cy="114297"/>
          </a:xfrm>
          <a:prstGeom prst="ellipse">
            <a:avLst/>
          </a:prstGeom>
          <a:solidFill>
            <a:srgbClr val="FFFFFF"/>
          </a:solidFill>
          <a:ln w="12700">
            <a:solidFill>
              <a:srgbClr val="1A1A16"/>
            </a:solidFill>
            <a:prstDash val="solid"/>
          </a:ln>
        </p:spPr>
      </p:sp>
      <p:sp>
        <p:nvSpPr>
          <p:cNvPr id="60" name="Shape 58"/>
          <p:cNvSpPr/>
          <p:nvPr/>
        </p:nvSpPr>
        <p:spPr>
          <a:xfrm>
            <a:off x="2388207" y="4581926"/>
            <a:ext cx="114297" cy="114297"/>
          </a:xfrm>
          <a:prstGeom prst="ellipse">
            <a:avLst/>
          </a:prstGeom>
          <a:solidFill>
            <a:srgbClr val="FFFFFF"/>
          </a:solidFill>
          <a:ln w="12700">
            <a:solidFill>
              <a:srgbClr val="1A1A16"/>
            </a:solidFill>
            <a:prstDash val="solid"/>
          </a:ln>
        </p:spPr>
      </p:sp>
      <p:sp>
        <p:nvSpPr>
          <p:cNvPr id="61" name="Shape 59"/>
          <p:cNvSpPr/>
          <p:nvPr/>
        </p:nvSpPr>
        <p:spPr>
          <a:xfrm>
            <a:off x="868658" y="5023359"/>
            <a:ext cx="108582" cy="125092"/>
          </a:xfrm>
          <a:prstGeom prst="hexagon">
            <a:avLst/>
          </a:prstGeom>
          <a:solidFill>
            <a:srgbClr val="FFFFFF"/>
          </a:solidFill>
          <a:ln w="12700">
            <a:solidFill>
              <a:srgbClr val="1A1A16"/>
            </a:solidFill>
            <a:prstDash val="solid"/>
          </a:ln>
        </p:spPr>
      </p:sp>
      <p:sp>
        <p:nvSpPr>
          <p:cNvPr id="62" name="Shape 60"/>
          <p:cNvSpPr/>
          <p:nvPr/>
        </p:nvSpPr>
        <p:spPr>
          <a:xfrm>
            <a:off x="3910740" y="3241435"/>
            <a:ext cx="114297" cy="114297"/>
          </a:xfrm>
          <a:prstGeom prst="ellipse">
            <a:avLst/>
          </a:prstGeom>
          <a:solidFill>
            <a:srgbClr val="FFFFFF"/>
          </a:solidFill>
          <a:ln w="12700">
            <a:solidFill>
              <a:srgbClr val="1A1A16"/>
            </a:solidFill>
            <a:prstDash val="solid"/>
          </a:ln>
        </p:spPr>
      </p:sp>
      <p:sp>
        <p:nvSpPr>
          <p:cNvPr id="63" name="Shape 61"/>
          <p:cNvSpPr/>
          <p:nvPr/>
        </p:nvSpPr>
        <p:spPr>
          <a:xfrm>
            <a:off x="2788850" y="3674018"/>
            <a:ext cx="142871" cy="142871"/>
          </a:xfrm>
          <a:prstGeom prst="diamond">
            <a:avLst/>
          </a:prstGeom>
          <a:solidFill>
            <a:srgbClr val="FFFFFF"/>
          </a:solidFill>
          <a:ln w="12700">
            <a:solidFill>
              <a:srgbClr val="1A1A16"/>
            </a:solidFill>
            <a:prstDash val="solid"/>
          </a:ln>
        </p:spPr>
      </p:sp>
      <p:sp>
        <p:nvSpPr>
          <p:cNvPr id="64" name="Shape 62"/>
          <p:cNvSpPr/>
          <p:nvPr/>
        </p:nvSpPr>
        <p:spPr>
          <a:xfrm>
            <a:off x="7022004" y="3688266"/>
            <a:ext cx="114297" cy="114297"/>
          </a:xfrm>
          <a:prstGeom prst="ellipse">
            <a:avLst/>
          </a:prstGeom>
          <a:solidFill>
            <a:srgbClr val="FFFFFF"/>
          </a:solidFill>
          <a:ln w="12700">
            <a:solidFill>
              <a:srgbClr val="1A1A16"/>
            </a:solidFill>
            <a:prstDash val="solid"/>
          </a:ln>
        </p:spPr>
      </p:sp>
      <p:sp>
        <p:nvSpPr>
          <p:cNvPr id="65" name="Shape 63"/>
          <p:cNvSpPr/>
          <p:nvPr/>
        </p:nvSpPr>
        <p:spPr>
          <a:xfrm>
            <a:off x="7028639" y="2800915"/>
            <a:ext cx="100962" cy="101597"/>
          </a:xfrm>
          <a:prstGeom prst="rect">
            <a:avLst/>
          </a:prstGeom>
          <a:solidFill>
            <a:srgbClr val="FFFFFF"/>
          </a:solidFill>
          <a:ln w="12700">
            <a:solidFill>
              <a:srgbClr val="1A1A16"/>
            </a:solidFill>
            <a:prstDash val="solid"/>
          </a:ln>
        </p:spPr>
      </p:sp>
      <p:sp>
        <p:nvSpPr>
          <p:cNvPr id="66" name="Shape 64"/>
          <p:cNvSpPr/>
          <p:nvPr/>
        </p:nvSpPr>
        <p:spPr>
          <a:xfrm>
            <a:off x="5435464" y="2315787"/>
            <a:ext cx="154301" cy="133347"/>
          </a:xfrm>
          <a:prstGeom prst="triangle">
            <a:avLst/>
          </a:prstGeom>
          <a:solidFill>
            <a:srgbClr val="FFFFFF"/>
          </a:solidFill>
          <a:ln w="12700">
            <a:solidFill>
              <a:srgbClr val="1A1A16"/>
            </a:solidFill>
            <a:prstDash val="solid"/>
          </a:ln>
        </p:spPr>
      </p:sp>
      <p:sp>
        <p:nvSpPr>
          <p:cNvPr id="67" name="Shape 65"/>
          <p:cNvSpPr/>
          <p:nvPr/>
        </p:nvSpPr>
        <p:spPr>
          <a:xfrm>
            <a:off x="2394525" y="3694973"/>
            <a:ext cx="101597" cy="100962"/>
          </a:xfrm>
          <a:prstGeom prst="rect">
            <a:avLst/>
          </a:prstGeom>
          <a:solidFill>
            <a:srgbClr val="FFFFFF"/>
          </a:solidFill>
          <a:ln w="12700">
            <a:solidFill>
              <a:srgbClr val="1A1A16"/>
            </a:solidFill>
            <a:prstDash val="solid"/>
          </a:ln>
        </p:spPr>
      </p:sp>
      <p:sp>
        <p:nvSpPr>
          <p:cNvPr id="68" name="Shape 66"/>
          <p:cNvSpPr/>
          <p:nvPr/>
        </p:nvSpPr>
        <p:spPr>
          <a:xfrm>
            <a:off x="3896263" y="1439509"/>
            <a:ext cx="143506" cy="143506"/>
          </a:xfrm>
          <a:prstGeom prst="diamond">
            <a:avLst/>
          </a:prstGeom>
          <a:solidFill>
            <a:srgbClr val="FFFFFF"/>
          </a:solidFill>
          <a:ln w="12700">
            <a:solidFill>
              <a:srgbClr val="1A1A16"/>
            </a:solidFill>
            <a:prstDash val="solid"/>
          </a:ln>
        </p:spPr>
      </p:sp>
      <p:sp>
        <p:nvSpPr>
          <p:cNvPr id="69" name="Shape 67"/>
          <p:cNvSpPr/>
          <p:nvPr/>
        </p:nvSpPr>
        <p:spPr>
          <a:xfrm>
            <a:off x="1979881" y="3694973"/>
            <a:ext cx="101597" cy="100962"/>
          </a:xfrm>
          <a:prstGeom prst="rect">
            <a:avLst/>
          </a:prstGeom>
          <a:solidFill>
            <a:srgbClr val="FFFFFF"/>
          </a:solidFill>
          <a:ln w="12700">
            <a:solidFill>
              <a:srgbClr val="1A1A16"/>
            </a:solidFill>
            <a:prstDash val="solid"/>
          </a:ln>
        </p:spPr>
      </p:sp>
      <p:sp>
        <p:nvSpPr>
          <p:cNvPr id="70" name="Shape 68"/>
          <p:cNvSpPr/>
          <p:nvPr/>
        </p:nvSpPr>
        <p:spPr>
          <a:xfrm>
            <a:off x="5643104" y="2762816"/>
            <a:ext cx="153666" cy="133347"/>
          </a:xfrm>
          <a:prstGeom prst="triangle">
            <a:avLst/>
          </a:prstGeom>
          <a:solidFill>
            <a:srgbClr val="FFFFFF"/>
          </a:solidFill>
          <a:ln w="12700">
            <a:solidFill>
              <a:srgbClr val="1A1A16"/>
            </a:solidFill>
            <a:prstDash val="solid"/>
          </a:ln>
        </p:spPr>
      </p:sp>
      <p:sp>
        <p:nvSpPr>
          <p:cNvPr id="71" name="Shape 69"/>
          <p:cNvSpPr/>
          <p:nvPr/>
        </p:nvSpPr>
        <p:spPr>
          <a:xfrm>
            <a:off x="3703323" y="3688266"/>
            <a:ext cx="114297" cy="114297"/>
          </a:xfrm>
          <a:prstGeom prst="ellipse">
            <a:avLst/>
          </a:prstGeom>
          <a:solidFill>
            <a:srgbClr val="FFFFFF"/>
          </a:solidFill>
          <a:ln w="12700">
            <a:solidFill>
              <a:srgbClr val="1A1A16"/>
            </a:solidFill>
            <a:prstDash val="solid"/>
          </a:ln>
        </p:spPr>
      </p:sp>
      <p:sp>
        <p:nvSpPr>
          <p:cNvPr id="72" name="Shape 70"/>
          <p:cNvSpPr/>
          <p:nvPr/>
        </p:nvSpPr>
        <p:spPr>
          <a:xfrm>
            <a:off x="3917217" y="2800915"/>
            <a:ext cx="101597" cy="101597"/>
          </a:xfrm>
          <a:prstGeom prst="rect">
            <a:avLst/>
          </a:prstGeom>
          <a:solidFill>
            <a:srgbClr val="FFFFFF"/>
          </a:solidFill>
          <a:ln w="12700">
            <a:solidFill>
              <a:srgbClr val="1A1A16"/>
            </a:solidFill>
            <a:prstDash val="solid"/>
          </a:ln>
        </p:spPr>
      </p:sp>
      <p:sp>
        <p:nvSpPr>
          <p:cNvPr id="73" name="Shape 71"/>
          <p:cNvSpPr/>
          <p:nvPr/>
        </p:nvSpPr>
        <p:spPr>
          <a:xfrm>
            <a:off x="1283303" y="5023359"/>
            <a:ext cx="108582" cy="125092"/>
          </a:xfrm>
          <a:prstGeom prst="hexagon">
            <a:avLst/>
          </a:prstGeom>
          <a:solidFill>
            <a:srgbClr val="FFFFFF"/>
          </a:solidFill>
          <a:ln w="12700">
            <a:solidFill>
              <a:srgbClr val="1A1A16"/>
            </a:solidFill>
            <a:prstDash val="solid"/>
          </a:ln>
        </p:spPr>
      </p:sp>
      <p:sp>
        <p:nvSpPr>
          <p:cNvPr id="74" name="Shape 72"/>
          <p:cNvSpPr/>
          <p:nvPr/>
        </p:nvSpPr>
        <p:spPr>
          <a:xfrm>
            <a:off x="1973372" y="4135096"/>
            <a:ext cx="114297" cy="114297"/>
          </a:xfrm>
          <a:prstGeom prst="ellipse">
            <a:avLst/>
          </a:prstGeom>
          <a:solidFill>
            <a:srgbClr val="FFFFFF"/>
          </a:solidFill>
          <a:ln w="12700">
            <a:solidFill>
              <a:srgbClr val="1A1A16"/>
            </a:solidFill>
            <a:prstDash val="solid"/>
          </a:ln>
        </p:spPr>
      </p:sp>
      <p:sp>
        <p:nvSpPr>
          <p:cNvPr id="75" name="Shape 73"/>
          <p:cNvSpPr/>
          <p:nvPr/>
        </p:nvSpPr>
        <p:spPr>
          <a:xfrm>
            <a:off x="5458324" y="5023359"/>
            <a:ext cx="108582" cy="125092"/>
          </a:xfrm>
          <a:prstGeom prst="hexagon">
            <a:avLst/>
          </a:prstGeom>
          <a:solidFill>
            <a:srgbClr val="FFFFFF"/>
          </a:solidFill>
          <a:ln w="12700">
            <a:solidFill>
              <a:srgbClr val="1A1A16"/>
            </a:solidFill>
            <a:prstDash val="solid"/>
          </a:ln>
        </p:spPr>
      </p:sp>
      <p:sp>
        <p:nvSpPr>
          <p:cNvPr id="76" name="Shape 74"/>
          <p:cNvSpPr/>
          <p:nvPr/>
        </p:nvSpPr>
        <p:spPr>
          <a:xfrm>
            <a:off x="658256" y="4581926"/>
            <a:ext cx="114297" cy="114297"/>
          </a:xfrm>
          <a:prstGeom prst="ellipse">
            <a:avLst/>
          </a:prstGeom>
          <a:solidFill>
            <a:srgbClr val="FFFFFF"/>
          </a:solidFill>
          <a:ln w="12700">
            <a:solidFill>
              <a:srgbClr val="1A1A16"/>
            </a:solidFill>
            <a:prstDash val="solid"/>
          </a:ln>
        </p:spPr>
      </p:sp>
      <p:sp>
        <p:nvSpPr>
          <p:cNvPr id="77" name="Text 75"/>
          <p:cNvSpPr txBox="1"/>
          <p:nvPr/>
        </p:nvSpPr>
        <p:spPr>
          <a:xfrm>
            <a:off x="507987" y="952476"/>
            <a:ext cx="6222844"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one theorem’s chain — 29 claims, 46 dependencies</a:t>
            </a:r>
            <a:endParaRPr lang="en-US" sz="1100" dirty="0"/>
          </a:p>
        </p:txBody>
      </p:sp>
      <p:sp>
        <p:nvSpPr>
          <p:cNvPr id="78" name="Text 76"/>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ONE THEOREM’S CHAIN · 29 CLAIMS, 46 DEPENDENCIES</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53187" y="3561439"/>
            <a:ext cx="86308" cy="501584"/>
          </a:xfrm>
          <a:prstGeom prst="line">
            <a:avLst/>
          </a:prstGeom>
          <a:noFill/>
          <a:ln w="8890">
            <a:solidFill>
              <a:srgbClr val="8A8A80"/>
            </a:solidFill>
            <a:prstDash val="solid"/>
          </a:ln>
        </p:spPr>
      </p:sp>
      <p:sp>
        <p:nvSpPr>
          <p:cNvPr id="3" name="Shape 1"/>
          <p:cNvSpPr/>
          <p:nvPr/>
        </p:nvSpPr>
        <p:spPr>
          <a:xfrm>
            <a:off x="1644877" y="3039832"/>
            <a:ext cx="908310" cy="521607"/>
          </a:xfrm>
          <a:prstGeom prst="line">
            <a:avLst/>
          </a:prstGeom>
          <a:noFill/>
          <a:ln w="8890">
            <a:solidFill>
              <a:srgbClr val="8A8A80"/>
            </a:solidFill>
            <a:prstDash val="solid"/>
          </a:ln>
        </p:spPr>
      </p:sp>
      <p:sp>
        <p:nvSpPr>
          <p:cNvPr id="4" name="Shape 2"/>
          <p:cNvSpPr/>
          <p:nvPr/>
        </p:nvSpPr>
        <p:spPr>
          <a:xfrm>
            <a:off x="2553187" y="3561439"/>
            <a:ext cx="218173" cy="-748073"/>
          </a:xfrm>
          <a:prstGeom prst="line">
            <a:avLst/>
          </a:prstGeom>
          <a:noFill/>
          <a:ln w="8890">
            <a:solidFill>
              <a:srgbClr val="8A8A80"/>
            </a:solidFill>
            <a:prstDash val="solid"/>
          </a:ln>
        </p:spPr>
      </p:sp>
      <p:sp>
        <p:nvSpPr>
          <p:cNvPr id="5" name="Shape 3"/>
          <p:cNvSpPr/>
          <p:nvPr/>
        </p:nvSpPr>
        <p:spPr>
          <a:xfrm>
            <a:off x="2771360" y="2813366"/>
            <a:ext cx="-510137" cy="160071"/>
          </a:xfrm>
          <a:prstGeom prst="line">
            <a:avLst/>
          </a:prstGeom>
          <a:noFill/>
          <a:ln w="8890">
            <a:solidFill>
              <a:srgbClr val="8A8A80"/>
            </a:solidFill>
            <a:prstDash val="solid"/>
          </a:ln>
        </p:spPr>
      </p:sp>
      <p:sp>
        <p:nvSpPr>
          <p:cNvPr id="6" name="Shape 4"/>
          <p:cNvSpPr/>
          <p:nvPr/>
        </p:nvSpPr>
        <p:spPr>
          <a:xfrm>
            <a:off x="2639495" y="4063023"/>
            <a:ext cx="1126551" cy="121115"/>
          </a:xfrm>
          <a:prstGeom prst="line">
            <a:avLst/>
          </a:prstGeom>
          <a:noFill/>
          <a:ln w="8890">
            <a:solidFill>
              <a:srgbClr val="8A8A80"/>
            </a:solidFill>
            <a:prstDash val="solid"/>
          </a:ln>
        </p:spPr>
      </p:sp>
      <p:sp>
        <p:nvSpPr>
          <p:cNvPr id="7" name="Shape 5"/>
          <p:cNvSpPr/>
          <p:nvPr/>
        </p:nvSpPr>
        <p:spPr>
          <a:xfrm>
            <a:off x="2553187" y="3561439"/>
            <a:ext cx="-585452" cy="185647"/>
          </a:xfrm>
          <a:prstGeom prst="line">
            <a:avLst/>
          </a:prstGeom>
          <a:noFill/>
          <a:ln w="8890">
            <a:solidFill>
              <a:srgbClr val="8A8A80"/>
            </a:solidFill>
            <a:prstDash val="solid"/>
          </a:ln>
        </p:spPr>
      </p:sp>
      <p:sp>
        <p:nvSpPr>
          <p:cNvPr id="8" name="Shape 6"/>
          <p:cNvSpPr/>
          <p:nvPr/>
        </p:nvSpPr>
        <p:spPr>
          <a:xfrm>
            <a:off x="2771360" y="2813366"/>
            <a:ext cx="311679" cy="455952"/>
          </a:xfrm>
          <a:prstGeom prst="line">
            <a:avLst/>
          </a:prstGeom>
          <a:noFill/>
          <a:ln w="8890">
            <a:solidFill>
              <a:srgbClr val="8A8A80"/>
            </a:solidFill>
            <a:prstDash val="solid"/>
          </a:ln>
        </p:spPr>
      </p:sp>
      <p:sp>
        <p:nvSpPr>
          <p:cNvPr id="9" name="Shape 7"/>
          <p:cNvSpPr/>
          <p:nvPr/>
        </p:nvSpPr>
        <p:spPr>
          <a:xfrm>
            <a:off x="2771360" y="2813366"/>
            <a:ext cx="610430" cy="-470927"/>
          </a:xfrm>
          <a:prstGeom prst="line">
            <a:avLst/>
          </a:prstGeom>
          <a:noFill/>
          <a:ln w="8890">
            <a:solidFill>
              <a:srgbClr val="8A8A80"/>
            </a:solidFill>
            <a:prstDash val="solid"/>
          </a:ln>
        </p:spPr>
      </p:sp>
      <p:sp>
        <p:nvSpPr>
          <p:cNvPr id="10" name="Shape 8"/>
          <p:cNvSpPr/>
          <p:nvPr/>
        </p:nvSpPr>
        <p:spPr>
          <a:xfrm>
            <a:off x="2261223" y="2973437"/>
            <a:ext cx="27198" cy="-484056"/>
          </a:xfrm>
          <a:prstGeom prst="line">
            <a:avLst/>
          </a:prstGeom>
          <a:noFill/>
          <a:ln w="8890">
            <a:solidFill>
              <a:srgbClr val="8A8A80"/>
            </a:solidFill>
            <a:prstDash val="solid"/>
          </a:ln>
        </p:spPr>
      </p:sp>
      <p:sp>
        <p:nvSpPr>
          <p:cNvPr id="11" name="Shape 9"/>
          <p:cNvSpPr/>
          <p:nvPr/>
        </p:nvSpPr>
        <p:spPr>
          <a:xfrm>
            <a:off x="1967735" y="3747086"/>
            <a:ext cx="309178" cy="164709"/>
          </a:xfrm>
          <a:prstGeom prst="line">
            <a:avLst/>
          </a:prstGeom>
          <a:noFill/>
          <a:ln w="8890">
            <a:solidFill>
              <a:srgbClr val="8A8A80"/>
            </a:solidFill>
            <a:prstDash val="solid"/>
          </a:ln>
        </p:spPr>
      </p:sp>
      <p:sp>
        <p:nvSpPr>
          <p:cNvPr id="12" name="Shape 10"/>
          <p:cNvSpPr/>
          <p:nvPr/>
        </p:nvSpPr>
        <p:spPr>
          <a:xfrm>
            <a:off x="2276913" y="3911794"/>
            <a:ext cx="-171717" cy="283790"/>
          </a:xfrm>
          <a:prstGeom prst="line">
            <a:avLst/>
          </a:prstGeom>
          <a:noFill/>
          <a:ln w="8890">
            <a:solidFill>
              <a:srgbClr val="8A8A80"/>
            </a:solidFill>
            <a:prstDash val="solid"/>
          </a:ln>
        </p:spPr>
      </p:sp>
      <p:sp>
        <p:nvSpPr>
          <p:cNvPr id="13" name="Shape 11"/>
          <p:cNvSpPr/>
          <p:nvPr/>
        </p:nvSpPr>
        <p:spPr>
          <a:xfrm>
            <a:off x="2105195" y="4195584"/>
            <a:ext cx="-358194" cy="104533"/>
          </a:xfrm>
          <a:prstGeom prst="line">
            <a:avLst/>
          </a:prstGeom>
          <a:noFill/>
          <a:ln w="8890">
            <a:solidFill>
              <a:srgbClr val="8A8A80"/>
            </a:solidFill>
            <a:prstDash val="solid"/>
          </a:ln>
        </p:spPr>
      </p:sp>
      <p:sp>
        <p:nvSpPr>
          <p:cNvPr id="14" name="Shape 12"/>
          <p:cNvSpPr/>
          <p:nvPr/>
        </p:nvSpPr>
        <p:spPr>
          <a:xfrm>
            <a:off x="2293571" y="3348276"/>
            <a:ext cx="259617" cy="213163"/>
          </a:xfrm>
          <a:prstGeom prst="line">
            <a:avLst/>
          </a:prstGeom>
          <a:noFill/>
          <a:ln w="8890">
            <a:solidFill>
              <a:srgbClr val="8A8A80"/>
            </a:solidFill>
            <a:prstDash val="solid"/>
          </a:ln>
        </p:spPr>
      </p:sp>
      <p:sp>
        <p:nvSpPr>
          <p:cNvPr id="15" name="Shape 13"/>
          <p:cNvSpPr/>
          <p:nvPr/>
        </p:nvSpPr>
        <p:spPr>
          <a:xfrm>
            <a:off x="1644877" y="3039832"/>
            <a:ext cx="163897" cy="-326447"/>
          </a:xfrm>
          <a:prstGeom prst="line">
            <a:avLst/>
          </a:prstGeom>
          <a:noFill/>
          <a:ln w="8890">
            <a:solidFill>
              <a:srgbClr val="8A8A80"/>
            </a:solidFill>
            <a:prstDash val="solid"/>
          </a:ln>
        </p:spPr>
      </p:sp>
      <p:sp>
        <p:nvSpPr>
          <p:cNvPr id="16" name="Shape 14"/>
          <p:cNvSpPr/>
          <p:nvPr/>
        </p:nvSpPr>
        <p:spPr>
          <a:xfrm>
            <a:off x="3083040" y="3269318"/>
            <a:ext cx="207012" cy="-371026"/>
          </a:xfrm>
          <a:prstGeom prst="line">
            <a:avLst/>
          </a:prstGeom>
          <a:noFill/>
          <a:ln w="8890">
            <a:solidFill>
              <a:srgbClr val="8A8A80"/>
            </a:solidFill>
            <a:prstDash val="solid"/>
          </a:ln>
        </p:spPr>
      </p:sp>
      <p:sp>
        <p:nvSpPr>
          <p:cNvPr id="17" name="Shape 15"/>
          <p:cNvSpPr/>
          <p:nvPr/>
        </p:nvSpPr>
        <p:spPr>
          <a:xfrm>
            <a:off x="6412338" y="1745766"/>
            <a:ext cx="951108" cy="583373"/>
          </a:xfrm>
          <a:prstGeom prst="line">
            <a:avLst/>
          </a:prstGeom>
          <a:noFill/>
          <a:ln w="8890">
            <a:solidFill>
              <a:srgbClr val="8A8A80"/>
            </a:solidFill>
            <a:prstDash val="solid"/>
          </a:ln>
        </p:spPr>
      </p:sp>
      <p:sp>
        <p:nvSpPr>
          <p:cNvPr id="18" name="Shape 16"/>
          <p:cNvSpPr/>
          <p:nvPr/>
        </p:nvSpPr>
        <p:spPr>
          <a:xfrm>
            <a:off x="5717452" y="1450449"/>
            <a:ext cx="694886" cy="295316"/>
          </a:xfrm>
          <a:prstGeom prst="line">
            <a:avLst/>
          </a:prstGeom>
          <a:noFill/>
          <a:ln w="8890">
            <a:solidFill>
              <a:srgbClr val="8A8A80"/>
            </a:solidFill>
            <a:prstDash val="solid"/>
          </a:ln>
        </p:spPr>
      </p:sp>
      <p:sp>
        <p:nvSpPr>
          <p:cNvPr id="19" name="Shape 17"/>
          <p:cNvSpPr/>
          <p:nvPr/>
        </p:nvSpPr>
        <p:spPr>
          <a:xfrm>
            <a:off x="5717452" y="1450449"/>
            <a:ext cx="195391" cy="283718"/>
          </a:xfrm>
          <a:prstGeom prst="line">
            <a:avLst/>
          </a:prstGeom>
          <a:noFill/>
          <a:ln w="8890">
            <a:solidFill>
              <a:srgbClr val="8A8A80"/>
            </a:solidFill>
            <a:prstDash val="solid"/>
          </a:ln>
        </p:spPr>
      </p:sp>
      <p:sp>
        <p:nvSpPr>
          <p:cNvPr id="20" name="Shape 18"/>
          <p:cNvSpPr/>
          <p:nvPr/>
        </p:nvSpPr>
        <p:spPr>
          <a:xfrm>
            <a:off x="5912843" y="1734167"/>
            <a:ext cx="-185832" cy="291519"/>
          </a:xfrm>
          <a:prstGeom prst="line">
            <a:avLst/>
          </a:prstGeom>
          <a:noFill/>
          <a:ln w="8890">
            <a:solidFill>
              <a:srgbClr val="8A8A80"/>
            </a:solidFill>
            <a:prstDash val="solid"/>
          </a:ln>
        </p:spPr>
      </p:sp>
      <p:sp>
        <p:nvSpPr>
          <p:cNvPr id="21" name="Shape 19"/>
          <p:cNvSpPr/>
          <p:nvPr/>
        </p:nvSpPr>
        <p:spPr>
          <a:xfrm>
            <a:off x="5727011" y="2025686"/>
            <a:ext cx="305221" cy="126086"/>
          </a:xfrm>
          <a:prstGeom prst="line">
            <a:avLst/>
          </a:prstGeom>
          <a:noFill/>
          <a:ln w="8890">
            <a:solidFill>
              <a:srgbClr val="8A8A80"/>
            </a:solidFill>
            <a:prstDash val="solid"/>
          </a:ln>
        </p:spPr>
      </p:sp>
      <p:sp>
        <p:nvSpPr>
          <p:cNvPr id="22" name="Shape 20"/>
          <p:cNvSpPr/>
          <p:nvPr/>
        </p:nvSpPr>
        <p:spPr>
          <a:xfrm>
            <a:off x="6412338" y="1745766"/>
            <a:ext cx="359546" cy="-220625"/>
          </a:xfrm>
          <a:prstGeom prst="line">
            <a:avLst/>
          </a:prstGeom>
          <a:noFill/>
          <a:ln w="8890">
            <a:solidFill>
              <a:srgbClr val="8A8A80"/>
            </a:solidFill>
            <a:prstDash val="solid"/>
          </a:ln>
        </p:spPr>
      </p:sp>
      <p:sp>
        <p:nvSpPr>
          <p:cNvPr id="23" name="Shape 21"/>
          <p:cNvSpPr/>
          <p:nvPr/>
        </p:nvSpPr>
        <p:spPr>
          <a:xfrm>
            <a:off x="6771884" y="1525141"/>
            <a:ext cx="304568" cy="352801"/>
          </a:xfrm>
          <a:prstGeom prst="line">
            <a:avLst/>
          </a:prstGeom>
          <a:noFill/>
          <a:ln w="8890">
            <a:solidFill>
              <a:srgbClr val="8A8A80"/>
            </a:solidFill>
            <a:prstDash val="solid"/>
          </a:ln>
        </p:spPr>
      </p:sp>
      <p:sp>
        <p:nvSpPr>
          <p:cNvPr id="24" name="Shape 22"/>
          <p:cNvSpPr/>
          <p:nvPr/>
        </p:nvSpPr>
        <p:spPr>
          <a:xfrm>
            <a:off x="5727011" y="2025686"/>
            <a:ext cx="-137309" cy="426818"/>
          </a:xfrm>
          <a:prstGeom prst="line">
            <a:avLst/>
          </a:prstGeom>
          <a:noFill/>
          <a:ln w="8890">
            <a:solidFill>
              <a:srgbClr val="8A8A80"/>
            </a:solidFill>
            <a:prstDash val="solid"/>
          </a:ln>
        </p:spPr>
      </p:sp>
      <p:sp>
        <p:nvSpPr>
          <p:cNvPr id="25" name="Shape 23"/>
          <p:cNvSpPr/>
          <p:nvPr/>
        </p:nvSpPr>
        <p:spPr>
          <a:xfrm>
            <a:off x="7076451" y="1877942"/>
            <a:ext cx="-330872" cy="522532"/>
          </a:xfrm>
          <a:prstGeom prst="line">
            <a:avLst/>
          </a:prstGeom>
          <a:noFill/>
          <a:ln w="8890">
            <a:solidFill>
              <a:srgbClr val="8A8A80"/>
            </a:solidFill>
            <a:prstDash val="solid"/>
          </a:ln>
        </p:spPr>
      </p:sp>
      <p:sp>
        <p:nvSpPr>
          <p:cNvPr id="26" name="Shape 24"/>
          <p:cNvSpPr/>
          <p:nvPr/>
        </p:nvSpPr>
        <p:spPr>
          <a:xfrm>
            <a:off x="5717452" y="1450449"/>
            <a:ext cx="347130" cy="-114625"/>
          </a:xfrm>
          <a:prstGeom prst="line">
            <a:avLst/>
          </a:prstGeom>
          <a:noFill/>
          <a:ln w="8890">
            <a:solidFill>
              <a:srgbClr val="8A8A80"/>
            </a:solidFill>
            <a:prstDash val="solid"/>
          </a:ln>
        </p:spPr>
      </p:sp>
      <p:sp>
        <p:nvSpPr>
          <p:cNvPr id="27" name="Shape 25"/>
          <p:cNvSpPr/>
          <p:nvPr/>
        </p:nvSpPr>
        <p:spPr>
          <a:xfrm>
            <a:off x="7076451" y="1877942"/>
            <a:ext cx="295953" cy="-500815"/>
          </a:xfrm>
          <a:prstGeom prst="line">
            <a:avLst/>
          </a:prstGeom>
          <a:noFill/>
          <a:ln w="8890">
            <a:solidFill>
              <a:srgbClr val="8A8A80"/>
            </a:solidFill>
            <a:prstDash val="solid"/>
          </a:ln>
        </p:spPr>
      </p:sp>
      <p:sp>
        <p:nvSpPr>
          <p:cNvPr id="28" name="Shape 26"/>
          <p:cNvSpPr/>
          <p:nvPr/>
        </p:nvSpPr>
        <p:spPr>
          <a:xfrm>
            <a:off x="5938438" y="5152295"/>
            <a:ext cx="1513603" cy="-116671"/>
          </a:xfrm>
          <a:prstGeom prst="line">
            <a:avLst/>
          </a:prstGeom>
          <a:noFill/>
          <a:ln w="8890">
            <a:solidFill>
              <a:srgbClr val="8A8A80"/>
            </a:solidFill>
            <a:prstDash val="solid"/>
          </a:ln>
        </p:spPr>
      </p:sp>
      <p:sp>
        <p:nvSpPr>
          <p:cNvPr id="29" name="Shape 27"/>
          <p:cNvSpPr/>
          <p:nvPr/>
        </p:nvSpPr>
        <p:spPr>
          <a:xfrm>
            <a:off x="5938438" y="5152295"/>
            <a:ext cx="548332" cy="-104828"/>
          </a:xfrm>
          <a:prstGeom prst="line">
            <a:avLst/>
          </a:prstGeom>
          <a:noFill/>
          <a:ln w="8890">
            <a:solidFill>
              <a:srgbClr val="8A8A80"/>
            </a:solidFill>
            <a:prstDash val="solid"/>
          </a:ln>
        </p:spPr>
      </p:sp>
      <p:sp>
        <p:nvSpPr>
          <p:cNvPr id="30" name="Shape 28"/>
          <p:cNvSpPr/>
          <p:nvPr/>
        </p:nvSpPr>
        <p:spPr>
          <a:xfrm>
            <a:off x="6486769" y="5047467"/>
            <a:ext cx="385225" cy="15092"/>
          </a:xfrm>
          <a:prstGeom prst="line">
            <a:avLst/>
          </a:prstGeom>
          <a:noFill/>
          <a:ln w="8890">
            <a:solidFill>
              <a:srgbClr val="8A8A80"/>
            </a:solidFill>
            <a:prstDash val="solid"/>
          </a:ln>
        </p:spPr>
      </p:sp>
      <p:sp>
        <p:nvSpPr>
          <p:cNvPr id="31" name="Shape 29"/>
          <p:cNvSpPr/>
          <p:nvPr/>
        </p:nvSpPr>
        <p:spPr>
          <a:xfrm>
            <a:off x="7452041" y="5035624"/>
            <a:ext cx="-1775" cy="419356"/>
          </a:xfrm>
          <a:prstGeom prst="line">
            <a:avLst/>
          </a:prstGeom>
          <a:noFill/>
          <a:ln w="8890">
            <a:solidFill>
              <a:srgbClr val="8A8A80"/>
            </a:solidFill>
            <a:prstDash val="solid"/>
          </a:ln>
        </p:spPr>
      </p:sp>
      <p:sp>
        <p:nvSpPr>
          <p:cNvPr id="32" name="Shape 30"/>
          <p:cNvSpPr/>
          <p:nvPr/>
        </p:nvSpPr>
        <p:spPr>
          <a:xfrm>
            <a:off x="5851051" y="4472956"/>
            <a:ext cx="87387" cy="679339"/>
          </a:xfrm>
          <a:prstGeom prst="line">
            <a:avLst/>
          </a:prstGeom>
          <a:noFill/>
          <a:ln w="8890">
            <a:solidFill>
              <a:srgbClr val="8A8A80"/>
            </a:solidFill>
            <a:prstDash val="solid"/>
          </a:ln>
        </p:spPr>
      </p:sp>
      <p:sp>
        <p:nvSpPr>
          <p:cNvPr id="33" name="Shape 31"/>
          <p:cNvSpPr/>
          <p:nvPr/>
        </p:nvSpPr>
        <p:spPr>
          <a:xfrm>
            <a:off x="6486769" y="5047467"/>
            <a:ext cx="153973" cy="-347974"/>
          </a:xfrm>
          <a:prstGeom prst="line">
            <a:avLst/>
          </a:prstGeom>
          <a:noFill/>
          <a:ln w="8890">
            <a:solidFill>
              <a:srgbClr val="8A8A80"/>
            </a:solidFill>
            <a:prstDash val="solid"/>
          </a:ln>
        </p:spPr>
      </p:sp>
      <p:sp>
        <p:nvSpPr>
          <p:cNvPr id="34" name="Shape 32"/>
          <p:cNvSpPr/>
          <p:nvPr/>
        </p:nvSpPr>
        <p:spPr>
          <a:xfrm>
            <a:off x="7452041" y="5035624"/>
            <a:ext cx="59275" cy="-507266"/>
          </a:xfrm>
          <a:prstGeom prst="line">
            <a:avLst/>
          </a:prstGeom>
          <a:noFill/>
          <a:ln w="8890">
            <a:solidFill>
              <a:srgbClr val="8A8A80"/>
            </a:solidFill>
            <a:prstDash val="solid"/>
          </a:ln>
        </p:spPr>
      </p:sp>
      <p:sp>
        <p:nvSpPr>
          <p:cNvPr id="35" name="Shape 33"/>
          <p:cNvSpPr/>
          <p:nvPr/>
        </p:nvSpPr>
        <p:spPr>
          <a:xfrm>
            <a:off x="6871995" y="5062560"/>
            <a:ext cx="-120171" cy="440081"/>
          </a:xfrm>
          <a:prstGeom prst="line">
            <a:avLst/>
          </a:prstGeom>
          <a:noFill/>
          <a:ln w="8890">
            <a:solidFill>
              <a:srgbClr val="8A8A80"/>
            </a:solidFill>
            <a:prstDash val="solid"/>
          </a:ln>
        </p:spPr>
      </p:sp>
      <p:sp>
        <p:nvSpPr>
          <p:cNvPr id="36" name="Shape 34"/>
          <p:cNvSpPr/>
          <p:nvPr/>
        </p:nvSpPr>
        <p:spPr>
          <a:xfrm>
            <a:off x="6486769" y="5047467"/>
            <a:ext cx="-159740" cy="335698"/>
          </a:xfrm>
          <a:prstGeom prst="line">
            <a:avLst/>
          </a:prstGeom>
          <a:noFill/>
          <a:ln w="8890">
            <a:solidFill>
              <a:srgbClr val="8A8A80"/>
            </a:solidFill>
            <a:prstDash val="solid"/>
          </a:ln>
        </p:spPr>
      </p:sp>
      <p:sp>
        <p:nvSpPr>
          <p:cNvPr id="37" name="Shape 35"/>
          <p:cNvSpPr/>
          <p:nvPr/>
        </p:nvSpPr>
        <p:spPr>
          <a:xfrm>
            <a:off x="7178755" y="4813813"/>
            <a:ext cx="273286" cy="221812"/>
          </a:xfrm>
          <a:prstGeom prst="line">
            <a:avLst/>
          </a:prstGeom>
          <a:noFill/>
          <a:ln w="8890">
            <a:solidFill>
              <a:srgbClr val="8A8A80"/>
            </a:solidFill>
            <a:prstDash val="solid"/>
          </a:ln>
        </p:spPr>
      </p:sp>
      <p:sp>
        <p:nvSpPr>
          <p:cNvPr id="38" name="Shape 36"/>
          <p:cNvSpPr/>
          <p:nvPr/>
        </p:nvSpPr>
        <p:spPr>
          <a:xfrm>
            <a:off x="10225598" y="2920625"/>
            <a:ext cx="-527861" cy="408129"/>
          </a:xfrm>
          <a:prstGeom prst="line">
            <a:avLst/>
          </a:prstGeom>
          <a:noFill/>
          <a:ln w="8890">
            <a:solidFill>
              <a:srgbClr val="8A8A80"/>
            </a:solidFill>
            <a:prstDash val="solid"/>
          </a:ln>
        </p:spPr>
      </p:sp>
      <p:sp>
        <p:nvSpPr>
          <p:cNvPr id="39" name="Shape 37"/>
          <p:cNvSpPr/>
          <p:nvPr/>
        </p:nvSpPr>
        <p:spPr>
          <a:xfrm>
            <a:off x="9697737" y="3328754"/>
            <a:ext cx="312268" cy="767486"/>
          </a:xfrm>
          <a:prstGeom prst="line">
            <a:avLst/>
          </a:prstGeom>
          <a:noFill/>
          <a:ln w="8890">
            <a:solidFill>
              <a:srgbClr val="8A8A80"/>
            </a:solidFill>
            <a:prstDash val="solid"/>
          </a:ln>
        </p:spPr>
      </p:sp>
      <p:sp>
        <p:nvSpPr>
          <p:cNvPr id="40" name="Shape 38"/>
          <p:cNvSpPr/>
          <p:nvPr/>
        </p:nvSpPr>
        <p:spPr>
          <a:xfrm>
            <a:off x="10225598" y="2920625"/>
            <a:ext cx="86489" cy="527841"/>
          </a:xfrm>
          <a:prstGeom prst="line">
            <a:avLst/>
          </a:prstGeom>
          <a:noFill/>
          <a:ln w="8890">
            <a:solidFill>
              <a:srgbClr val="8A8A80"/>
            </a:solidFill>
            <a:prstDash val="solid"/>
          </a:ln>
        </p:spPr>
      </p:sp>
      <p:sp>
        <p:nvSpPr>
          <p:cNvPr id="41" name="Shape 39"/>
          <p:cNvSpPr/>
          <p:nvPr/>
        </p:nvSpPr>
        <p:spPr>
          <a:xfrm>
            <a:off x="10312087" y="3448465"/>
            <a:ext cx="575025" cy="216796"/>
          </a:xfrm>
          <a:prstGeom prst="line">
            <a:avLst/>
          </a:prstGeom>
          <a:noFill/>
          <a:ln w="8890">
            <a:solidFill>
              <a:srgbClr val="8A8A80"/>
            </a:solidFill>
            <a:prstDash val="solid"/>
          </a:ln>
        </p:spPr>
      </p:sp>
      <p:sp>
        <p:nvSpPr>
          <p:cNvPr id="42" name="Shape 40"/>
          <p:cNvSpPr/>
          <p:nvPr/>
        </p:nvSpPr>
        <p:spPr>
          <a:xfrm>
            <a:off x="9697737" y="3328754"/>
            <a:ext cx="-52562" cy="342527"/>
          </a:xfrm>
          <a:prstGeom prst="line">
            <a:avLst/>
          </a:prstGeom>
          <a:noFill/>
          <a:ln w="8890">
            <a:solidFill>
              <a:srgbClr val="8A8A80"/>
            </a:solidFill>
            <a:prstDash val="solid"/>
          </a:ln>
        </p:spPr>
      </p:sp>
      <p:sp>
        <p:nvSpPr>
          <p:cNvPr id="43" name="Shape 41"/>
          <p:cNvSpPr/>
          <p:nvPr/>
        </p:nvSpPr>
        <p:spPr>
          <a:xfrm>
            <a:off x="10312087" y="3448465"/>
            <a:ext cx="393078" cy="-247721"/>
          </a:xfrm>
          <a:prstGeom prst="line">
            <a:avLst/>
          </a:prstGeom>
          <a:noFill/>
          <a:ln w="8890">
            <a:solidFill>
              <a:srgbClr val="8A8A80"/>
            </a:solidFill>
            <a:prstDash val="solid"/>
          </a:ln>
        </p:spPr>
      </p:sp>
      <p:sp>
        <p:nvSpPr>
          <p:cNvPr id="44" name="Shape 42"/>
          <p:cNvSpPr/>
          <p:nvPr/>
        </p:nvSpPr>
        <p:spPr>
          <a:xfrm>
            <a:off x="10887113" y="3665261"/>
            <a:ext cx="335545" cy="161242"/>
          </a:xfrm>
          <a:prstGeom prst="line">
            <a:avLst/>
          </a:prstGeom>
          <a:noFill/>
          <a:ln w="8890">
            <a:solidFill>
              <a:srgbClr val="8A8A80"/>
            </a:solidFill>
            <a:prstDash val="solid"/>
          </a:ln>
        </p:spPr>
      </p:sp>
      <p:sp>
        <p:nvSpPr>
          <p:cNvPr id="45" name="Shape 43"/>
          <p:cNvSpPr/>
          <p:nvPr/>
        </p:nvSpPr>
        <p:spPr>
          <a:xfrm>
            <a:off x="10010005" y="4096240"/>
            <a:ext cx="499128" cy="-55274"/>
          </a:xfrm>
          <a:prstGeom prst="line">
            <a:avLst/>
          </a:prstGeom>
          <a:noFill/>
          <a:ln w="8890">
            <a:solidFill>
              <a:srgbClr val="8A8A80"/>
            </a:solidFill>
            <a:prstDash val="solid"/>
          </a:ln>
        </p:spPr>
      </p:sp>
      <p:sp>
        <p:nvSpPr>
          <p:cNvPr id="46" name="Shape 44"/>
          <p:cNvSpPr/>
          <p:nvPr/>
        </p:nvSpPr>
        <p:spPr>
          <a:xfrm>
            <a:off x="10705165" y="3200744"/>
            <a:ext cx="185359" cy="-782810"/>
          </a:xfrm>
          <a:prstGeom prst="line">
            <a:avLst/>
          </a:prstGeom>
          <a:noFill/>
          <a:ln w="8890">
            <a:solidFill>
              <a:srgbClr val="8A8A80"/>
            </a:solidFill>
            <a:prstDash val="solid"/>
          </a:ln>
        </p:spPr>
      </p:sp>
      <p:sp>
        <p:nvSpPr>
          <p:cNvPr id="47" name="Shape 45"/>
          <p:cNvSpPr/>
          <p:nvPr/>
        </p:nvSpPr>
        <p:spPr>
          <a:xfrm>
            <a:off x="10700100" y="2845835"/>
            <a:ext cx="5065" cy="354910"/>
          </a:xfrm>
          <a:prstGeom prst="line">
            <a:avLst/>
          </a:prstGeom>
          <a:noFill/>
          <a:ln w="8890">
            <a:solidFill>
              <a:srgbClr val="8A8A80"/>
            </a:solidFill>
            <a:prstDash val="solid"/>
          </a:ln>
        </p:spPr>
      </p:sp>
      <p:sp>
        <p:nvSpPr>
          <p:cNvPr id="48" name="Shape 46"/>
          <p:cNvSpPr/>
          <p:nvPr/>
        </p:nvSpPr>
        <p:spPr>
          <a:xfrm>
            <a:off x="9899275" y="2486802"/>
            <a:ext cx="326323" cy="433822"/>
          </a:xfrm>
          <a:prstGeom prst="line">
            <a:avLst/>
          </a:prstGeom>
          <a:noFill/>
          <a:ln w="8890">
            <a:solidFill>
              <a:srgbClr val="8A8A80"/>
            </a:solidFill>
            <a:prstDash val="solid"/>
          </a:ln>
        </p:spPr>
      </p:sp>
      <p:sp>
        <p:nvSpPr>
          <p:cNvPr id="49" name="Shape 47"/>
          <p:cNvSpPr/>
          <p:nvPr/>
        </p:nvSpPr>
        <p:spPr>
          <a:xfrm>
            <a:off x="6771884" y="1525141"/>
            <a:ext cx="-4132388" cy="2537882"/>
          </a:xfrm>
          <a:prstGeom prst="line">
            <a:avLst/>
          </a:prstGeom>
          <a:noFill/>
          <a:ln w="11430">
            <a:solidFill>
              <a:srgbClr val="1A1A16"/>
            </a:solidFill>
            <a:prstDash val="solid"/>
          </a:ln>
        </p:spPr>
      </p:sp>
      <p:sp>
        <p:nvSpPr>
          <p:cNvPr id="50" name="Shape 48"/>
          <p:cNvSpPr/>
          <p:nvPr/>
        </p:nvSpPr>
        <p:spPr>
          <a:xfrm>
            <a:off x="7363446" y="2329139"/>
            <a:ext cx="3341719" cy="871606"/>
          </a:xfrm>
          <a:prstGeom prst="line">
            <a:avLst/>
          </a:prstGeom>
          <a:noFill/>
          <a:ln w="11430">
            <a:solidFill>
              <a:srgbClr val="1A1A16"/>
            </a:solidFill>
            <a:prstDash val="solid"/>
          </a:ln>
        </p:spPr>
      </p:sp>
      <p:sp>
        <p:nvSpPr>
          <p:cNvPr id="51" name="Shape 49"/>
          <p:cNvSpPr/>
          <p:nvPr/>
        </p:nvSpPr>
        <p:spPr>
          <a:xfrm>
            <a:off x="2639495" y="4063023"/>
            <a:ext cx="3211555" cy="409933"/>
          </a:xfrm>
          <a:prstGeom prst="line">
            <a:avLst/>
          </a:prstGeom>
          <a:noFill/>
          <a:ln w="11430">
            <a:solidFill>
              <a:srgbClr val="1A1A16"/>
            </a:solidFill>
            <a:prstDash val="solid"/>
          </a:ln>
        </p:spPr>
      </p:sp>
      <p:sp>
        <p:nvSpPr>
          <p:cNvPr id="52" name="Shape 50"/>
          <p:cNvSpPr/>
          <p:nvPr/>
        </p:nvSpPr>
        <p:spPr>
          <a:xfrm>
            <a:off x="10705165" y="3200744"/>
            <a:ext cx="-4766727" cy="1951551"/>
          </a:xfrm>
          <a:prstGeom prst="line">
            <a:avLst/>
          </a:prstGeom>
          <a:noFill/>
          <a:ln w="11430">
            <a:solidFill>
              <a:srgbClr val="1A1A16"/>
            </a:solidFill>
            <a:prstDash val="solid"/>
          </a:ln>
        </p:spPr>
      </p:sp>
      <p:sp>
        <p:nvSpPr>
          <p:cNvPr id="53" name="Shape 51"/>
          <p:cNvSpPr/>
          <p:nvPr/>
        </p:nvSpPr>
        <p:spPr>
          <a:xfrm>
            <a:off x="2582347" y="4005875"/>
            <a:ext cx="114297" cy="114297"/>
          </a:xfrm>
          <a:prstGeom prst="ellipse">
            <a:avLst/>
          </a:prstGeom>
          <a:solidFill>
            <a:srgbClr val="FFFFFF"/>
          </a:solidFill>
          <a:ln w="12065">
            <a:solidFill>
              <a:srgbClr val="1A1A16"/>
            </a:solidFill>
            <a:prstDash val="solid"/>
          </a:ln>
        </p:spPr>
      </p:sp>
      <p:sp>
        <p:nvSpPr>
          <p:cNvPr id="54" name="Shape 52"/>
          <p:cNvSpPr/>
          <p:nvPr/>
        </p:nvSpPr>
        <p:spPr>
          <a:xfrm>
            <a:off x="2496039" y="3504290"/>
            <a:ext cx="114297" cy="114297"/>
          </a:xfrm>
          <a:prstGeom prst="ellipse">
            <a:avLst/>
          </a:prstGeom>
          <a:solidFill>
            <a:srgbClr val="FFFFFF"/>
          </a:solidFill>
          <a:ln w="12065">
            <a:solidFill>
              <a:srgbClr val="1A1A16"/>
            </a:solidFill>
            <a:prstDash val="solid"/>
          </a:ln>
        </p:spPr>
      </p:sp>
      <p:sp>
        <p:nvSpPr>
          <p:cNvPr id="55" name="Shape 53"/>
          <p:cNvSpPr/>
          <p:nvPr/>
        </p:nvSpPr>
        <p:spPr>
          <a:xfrm>
            <a:off x="1587729" y="2982683"/>
            <a:ext cx="114297" cy="114297"/>
          </a:xfrm>
          <a:prstGeom prst="ellipse">
            <a:avLst/>
          </a:prstGeom>
          <a:solidFill>
            <a:srgbClr val="FFFFFF"/>
          </a:solidFill>
          <a:ln w="12065">
            <a:solidFill>
              <a:srgbClr val="1A1A16"/>
            </a:solidFill>
            <a:prstDash val="solid"/>
          </a:ln>
        </p:spPr>
      </p:sp>
      <p:sp>
        <p:nvSpPr>
          <p:cNvPr id="56" name="Shape 54"/>
          <p:cNvSpPr/>
          <p:nvPr/>
        </p:nvSpPr>
        <p:spPr>
          <a:xfrm>
            <a:off x="2714212" y="2756217"/>
            <a:ext cx="114297" cy="114297"/>
          </a:xfrm>
          <a:prstGeom prst="ellipse">
            <a:avLst/>
          </a:prstGeom>
          <a:solidFill>
            <a:srgbClr val="FFFFFF"/>
          </a:solidFill>
          <a:ln w="12065">
            <a:solidFill>
              <a:srgbClr val="1A1A16"/>
            </a:solidFill>
            <a:prstDash val="solid"/>
          </a:ln>
        </p:spPr>
      </p:sp>
      <p:sp>
        <p:nvSpPr>
          <p:cNvPr id="57" name="Shape 55"/>
          <p:cNvSpPr/>
          <p:nvPr/>
        </p:nvSpPr>
        <p:spPr>
          <a:xfrm>
            <a:off x="2204075" y="2916288"/>
            <a:ext cx="114297" cy="114297"/>
          </a:xfrm>
          <a:prstGeom prst="ellipse">
            <a:avLst/>
          </a:prstGeom>
          <a:solidFill>
            <a:srgbClr val="FFFFFF"/>
          </a:solidFill>
          <a:ln w="12065">
            <a:solidFill>
              <a:srgbClr val="1A1A16"/>
            </a:solidFill>
            <a:prstDash val="solid"/>
          </a:ln>
        </p:spPr>
      </p:sp>
      <p:sp>
        <p:nvSpPr>
          <p:cNvPr id="58" name="Shape 56"/>
          <p:cNvSpPr/>
          <p:nvPr/>
        </p:nvSpPr>
        <p:spPr>
          <a:xfrm>
            <a:off x="3708898" y="4126989"/>
            <a:ext cx="114297" cy="114297"/>
          </a:xfrm>
          <a:prstGeom prst="ellipse">
            <a:avLst/>
          </a:prstGeom>
          <a:solidFill>
            <a:srgbClr val="FFFFFF"/>
          </a:solidFill>
          <a:ln w="12065">
            <a:solidFill>
              <a:srgbClr val="1A1A16"/>
            </a:solidFill>
            <a:prstDash val="solid"/>
          </a:ln>
        </p:spPr>
      </p:sp>
      <p:sp>
        <p:nvSpPr>
          <p:cNvPr id="59" name="Shape 57"/>
          <p:cNvSpPr/>
          <p:nvPr/>
        </p:nvSpPr>
        <p:spPr>
          <a:xfrm>
            <a:off x="1910586" y="3689937"/>
            <a:ext cx="114297" cy="114297"/>
          </a:xfrm>
          <a:prstGeom prst="ellipse">
            <a:avLst/>
          </a:prstGeom>
          <a:solidFill>
            <a:srgbClr val="FFFFFF"/>
          </a:solidFill>
          <a:ln w="12065">
            <a:solidFill>
              <a:srgbClr val="1A1A16"/>
            </a:solidFill>
            <a:prstDash val="solid"/>
          </a:ln>
        </p:spPr>
      </p:sp>
      <p:sp>
        <p:nvSpPr>
          <p:cNvPr id="60" name="Shape 58"/>
          <p:cNvSpPr/>
          <p:nvPr/>
        </p:nvSpPr>
        <p:spPr>
          <a:xfrm>
            <a:off x="3025891" y="3212170"/>
            <a:ext cx="114297" cy="114297"/>
          </a:xfrm>
          <a:prstGeom prst="ellipse">
            <a:avLst/>
          </a:prstGeom>
          <a:solidFill>
            <a:srgbClr val="FFFFFF"/>
          </a:solidFill>
          <a:ln w="12065">
            <a:solidFill>
              <a:srgbClr val="1A1A16"/>
            </a:solidFill>
            <a:prstDash val="solid"/>
          </a:ln>
        </p:spPr>
      </p:sp>
      <p:sp>
        <p:nvSpPr>
          <p:cNvPr id="61" name="Shape 59"/>
          <p:cNvSpPr/>
          <p:nvPr/>
        </p:nvSpPr>
        <p:spPr>
          <a:xfrm>
            <a:off x="3324642" y="2285291"/>
            <a:ext cx="114297" cy="114297"/>
          </a:xfrm>
          <a:prstGeom prst="ellipse">
            <a:avLst/>
          </a:prstGeom>
          <a:solidFill>
            <a:srgbClr val="FFFFFF"/>
          </a:solidFill>
          <a:ln w="12065">
            <a:solidFill>
              <a:srgbClr val="1A1A16"/>
            </a:solidFill>
            <a:prstDash val="solid"/>
          </a:ln>
        </p:spPr>
      </p:sp>
      <p:sp>
        <p:nvSpPr>
          <p:cNvPr id="62" name="Shape 60"/>
          <p:cNvSpPr/>
          <p:nvPr/>
        </p:nvSpPr>
        <p:spPr>
          <a:xfrm>
            <a:off x="2231273" y="2432232"/>
            <a:ext cx="114297" cy="114297"/>
          </a:xfrm>
          <a:prstGeom prst="ellipse">
            <a:avLst/>
          </a:prstGeom>
          <a:solidFill>
            <a:srgbClr val="FFFFFF"/>
          </a:solidFill>
          <a:ln w="12065">
            <a:solidFill>
              <a:srgbClr val="1A1A16"/>
            </a:solidFill>
            <a:prstDash val="solid"/>
          </a:ln>
        </p:spPr>
      </p:sp>
      <p:sp>
        <p:nvSpPr>
          <p:cNvPr id="63" name="Shape 61"/>
          <p:cNvSpPr/>
          <p:nvPr/>
        </p:nvSpPr>
        <p:spPr>
          <a:xfrm>
            <a:off x="2219764" y="3854646"/>
            <a:ext cx="114297" cy="114297"/>
          </a:xfrm>
          <a:prstGeom prst="ellipse">
            <a:avLst/>
          </a:prstGeom>
          <a:solidFill>
            <a:srgbClr val="FFFFFF"/>
          </a:solidFill>
          <a:ln w="12065">
            <a:solidFill>
              <a:srgbClr val="1A1A16"/>
            </a:solidFill>
            <a:prstDash val="solid"/>
          </a:ln>
        </p:spPr>
      </p:sp>
      <p:sp>
        <p:nvSpPr>
          <p:cNvPr id="64" name="Shape 62"/>
          <p:cNvSpPr/>
          <p:nvPr/>
        </p:nvSpPr>
        <p:spPr>
          <a:xfrm>
            <a:off x="2048047" y="4138436"/>
            <a:ext cx="114297" cy="114297"/>
          </a:xfrm>
          <a:prstGeom prst="ellipse">
            <a:avLst/>
          </a:prstGeom>
          <a:solidFill>
            <a:srgbClr val="FFFFFF"/>
          </a:solidFill>
          <a:ln w="12065">
            <a:solidFill>
              <a:srgbClr val="1A1A16"/>
            </a:solidFill>
            <a:prstDash val="solid"/>
          </a:ln>
        </p:spPr>
      </p:sp>
      <p:sp>
        <p:nvSpPr>
          <p:cNvPr id="65" name="Shape 63"/>
          <p:cNvSpPr/>
          <p:nvPr/>
        </p:nvSpPr>
        <p:spPr>
          <a:xfrm>
            <a:off x="1689852" y="4242969"/>
            <a:ext cx="114297" cy="114297"/>
          </a:xfrm>
          <a:prstGeom prst="ellipse">
            <a:avLst/>
          </a:prstGeom>
          <a:solidFill>
            <a:srgbClr val="FFFFFF"/>
          </a:solidFill>
          <a:ln w="12065">
            <a:solidFill>
              <a:srgbClr val="1A1A16"/>
            </a:solidFill>
            <a:prstDash val="solid"/>
          </a:ln>
        </p:spPr>
      </p:sp>
      <p:sp>
        <p:nvSpPr>
          <p:cNvPr id="66" name="Shape 64"/>
          <p:cNvSpPr/>
          <p:nvPr/>
        </p:nvSpPr>
        <p:spPr>
          <a:xfrm>
            <a:off x="2236422" y="3291127"/>
            <a:ext cx="114297" cy="114297"/>
          </a:xfrm>
          <a:prstGeom prst="ellipse">
            <a:avLst/>
          </a:prstGeom>
          <a:solidFill>
            <a:srgbClr val="FFFFFF"/>
          </a:solidFill>
          <a:ln w="12065">
            <a:solidFill>
              <a:srgbClr val="1A1A16"/>
            </a:solidFill>
            <a:prstDash val="solid"/>
          </a:ln>
        </p:spPr>
      </p:sp>
      <p:sp>
        <p:nvSpPr>
          <p:cNvPr id="67" name="Shape 65"/>
          <p:cNvSpPr/>
          <p:nvPr/>
        </p:nvSpPr>
        <p:spPr>
          <a:xfrm>
            <a:off x="1751626" y="2656236"/>
            <a:ext cx="114297" cy="114297"/>
          </a:xfrm>
          <a:prstGeom prst="ellipse">
            <a:avLst/>
          </a:prstGeom>
          <a:solidFill>
            <a:srgbClr val="FFFFFF"/>
          </a:solidFill>
          <a:ln w="12065">
            <a:solidFill>
              <a:srgbClr val="1A1A16"/>
            </a:solidFill>
            <a:prstDash val="solid"/>
          </a:ln>
        </p:spPr>
      </p:sp>
      <p:sp>
        <p:nvSpPr>
          <p:cNvPr id="68" name="Shape 66"/>
          <p:cNvSpPr/>
          <p:nvPr/>
        </p:nvSpPr>
        <p:spPr>
          <a:xfrm>
            <a:off x="3232904" y="2841144"/>
            <a:ext cx="114297" cy="114297"/>
          </a:xfrm>
          <a:prstGeom prst="ellipse">
            <a:avLst/>
          </a:prstGeom>
          <a:solidFill>
            <a:srgbClr val="FFFFFF"/>
          </a:solidFill>
          <a:ln w="12065">
            <a:solidFill>
              <a:srgbClr val="1A1A16"/>
            </a:solidFill>
            <a:prstDash val="solid"/>
          </a:ln>
        </p:spPr>
      </p:sp>
      <p:sp>
        <p:nvSpPr>
          <p:cNvPr id="69" name="Shape 67"/>
          <p:cNvSpPr/>
          <p:nvPr/>
        </p:nvSpPr>
        <p:spPr>
          <a:xfrm>
            <a:off x="7306298" y="2271990"/>
            <a:ext cx="114297" cy="114297"/>
          </a:xfrm>
          <a:prstGeom prst="ellipse">
            <a:avLst/>
          </a:prstGeom>
          <a:solidFill>
            <a:srgbClr val="FFFFFF"/>
          </a:solidFill>
          <a:ln w="12065">
            <a:solidFill>
              <a:srgbClr val="1A1A16"/>
            </a:solidFill>
            <a:prstDash val="solid"/>
          </a:ln>
        </p:spPr>
      </p:sp>
      <p:sp>
        <p:nvSpPr>
          <p:cNvPr id="70" name="Shape 68"/>
          <p:cNvSpPr/>
          <p:nvPr/>
        </p:nvSpPr>
        <p:spPr>
          <a:xfrm>
            <a:off x="6355189" y="1688617"/>
            <a:ext cx="114297" cy="114297"/>
          </a:xfrm>
          <a:prstGeom prst="ellipse">
            <a:avLst/>
          </a:prstGeom>
          <a:solidFill>
            <a:srgbClr val="FFFFFF"/>
          </a:solidFill>
          <a:ln w="12065">
            <a:solidFill>
              <a:srgbClr val="1A1A16"/>
            </a:solidFill>
            <a:prstDash val="solid"/>
          </a:ln>
        </p:spPr>
      </p:sp>
      <p:sp>
        <p:nvSpPr>
          <p:cNvPr id="71" name="Shape 69"/>
          <p:cNvSpPr/>
          <p:nvPr/>
        </p:nvSpPr>
        <p:spPr>
          <a:xfrm>
            <a:off x="5660303" y="1393301"/>
            <a:ext cx="114297" cy="114297"/>
          </a:xfrm>
          <a:prstGeom prst="ellipse">
            <a:avLst/>
          </a:prstGeom>
          <a:solidFill>
            <a:srgbClr val="FFFFFF"/>
          </a:solidFill>
          <a:ln w="12065">
            <a:solidFill>
              <a:srgbClr val="1A1A16"/>
            </a:solidFill>
            <a:prstDash val="solid"/>
          </a:ln>
        </p:spPr>
      </p:sp>
      <p:sp>
        <p:nvSpPr>
          <p:cNvPr id="72" name="Shape 70"/>
          <p:cNvSpPr/>
          <p:nvPr/>
        </p:nvSpPr>
        <p:spPr>
          <a:xfrm>
            <a:off x="5855694" y="1677019"/>
            <a:ext cx="114297" cy="114297"/>
          </a:xfrm>
          <a:prstGeom prst="ellipse">
            <a:avLst/>
          </a:prstGeom>
          <a:solidFill>
            <a:srgbClr val="FFFFFF"/>
          </a:solidFill>
          <a:ln w="12065">
            <a:solidFill>
              <a:srgbClr val="1A1A16"/>
            </a:solidFill>
            <a:prstDash val="solid"/>
          </a:ln>
        </p:spPr>
      </p:sp>
      <p:sp>
        <p:nvSpPr>
          <p:cNvPr id="73" name="Shape 71"/>
          <p:cNvSpPr/>
          <p:nvPr/>
        </p:nvSpPr>
        <p:spPr>
          <a:xfrm>
            <a:off x="5669863" y="1968537"/>
            <a:ext cx="114297" cy="114297"/>
          </a:xfrm>
          <a:prstGeom prst="ellipse">
            <a:avLst/>
          </a:prstGeom>
          <a:solidFill>
            <a:srgbClr val="FFFFFF"/>
          </a:solidFill>
          <a:ln w="12065">
            <a:solidFill>
              <a:srgbClr val="1A1A16"/>
            </a:solidFill>
            <a:prstDash val="solid"/>
          </a:ln>
        </p:spPr>
      </p:sp>
      <p:sp>
        <p:nvSpPr>
          <p:cNvPr id="74" name="Shape 72"/>
          <p:cNvSpPr/>
          <p:nvPr/>
        </p:nvSpPr>
        <p:spPr>
          <a:xfrm>
            <a:off x="5975084" y="2094623"/>
            <a:ext cx="114297" cy="114297"/>
          </a:xfrm>
          <a:prstGeom prst="ellipse">
            <a:avLst/>
          </a:prstGeom>
          <a:solidFill>
            <a:srgbClr val="FFFFFF"/>
          </a:solidFill>
          <a:ln w="12065">
            <a:solidFill>
              <a:srgbClr val="1A1A16"/>
            </a:solidFill>
            <a:prstDash val="solid"/>
          </a:ln>
        </p:spPr>
      </p:sp>
      <p:sp>
        <p:nvSpPr>
          <p:cNvPr id="75" name="Shape 73"/>
          <p:cNvSpPr/>
          <p:nvPr/>
        </p:nvSpPr>
        <p:spPr>
          <a:xfrm>
            <a:off x="6714735" y="1467992"/>
            <a:ext cx="114297" cy="114297"/>
          </a:xfrm>
          <a:prstGeom prst="ellipse">
            <a:avLst/>
          </a:prstGeom>
          <a:solidFill>
            <a:srgbClr val="FFFFFF"/>
          </a:solidFill>
          <a:ln w="12065">
            <a:solidFill>
              <a:srgbClr val="1A1A16"/>
            </a:solidFill>
            <a:prstDash val="solid"/>
          </a:ln>
        </p:spPr>
      </p:sp>
      <p:sp>
        <p:nvSpPr>
          <p:cNvPr id="76" name="Shape 74"/>
          <p:cNvSpPr/>
          <p:nvPr/>
        </p:nvSpPr>
        <p:spPr>
          <a:xfrm>
            <a:off x="7019303" y="1820793"/>
            <a:ext cx="114297" cy="114297"/>
          </a:xfrm>
          <a:prstGeom prst="ellipse">
            <a:avLst/>
          </a:prstGeom>
          <a:solidFill>
            <a:srgbClr val="FFFFFF"/>
          </a:solidFill>
          <a:ln w="12065">
            <a:solidFill>
              <a:srgbClr val="1A1A16"/>
            </a:solidFill>
            <a:prstDash val="solid"/>
          </a:ln>
        </p:spPr>
      </p:sp>
      <p:sp>
        <p:nvSpPr>
          <p:cNvPr id="77" name="Shape 75"/>
          <p:cNvSpPr/>
          <p:nvPr/>
        </p:nvSpPr>
        <p:spPr>
          <a:xfrm>
            <a:off x="5532554" y="2395356"/>
            <a:ext cx="114297" cy="114297"/>
          </a:xfrm>
          <a:prstGeom prst="ellipse">
            <a:avLst/>
          </a:prstGeom>
          <a:solidFill>
            <a:srgbClr val="FFFFFF"/>
          </a:solidFill>
          <a:ln w="12065">
            <a:solidFill>
              <a:srgbClr val="1A1A16"/>
            </a:solidFill>
            <a:prstDash val="solid"/>
          </a:ln>
        </p:spPr>
      </p:sp>
      <p:sp>
        <p:nvSpPr>
          <p:cNvPr id="78" name="Shape 76"/>
          <p:cNvSpPr/>
          <p:nvPr/>
        </p:nvSpPr>
        <p:spPr>
          <a:xfrm>
            <a:off x="6688431" y="2343325"/>
            <a:ext cx="114297" cy="114297"/>
          </a:xfrm>
          <a:prstGeom prst="ellipse">
            <a:avLst/>
          </a:prstGeom>
          <a:solidFill>
            <a:srgbClr val="FFFFFF"/>
          </a:solidFill>
          <a:ln w="12065">
            <a:solidFill>
              <a:srgbClr val="1A1A16"/>
            </a:solidFill>
            <a:prstDash val="solid"/>
          </a:ln>
        </p:spPr>
      </p:sp>
      <p:sp>
        <p:nvSpPr>
          <p:cNvPr id="79" name="Shape 77"/>
          <p:cNvSpPr/>
          <p:nvPr/>
        </p:nvSpPr>
        <p:spPr>
          <a:xfrm>
            <a:off x="6007434" y="1278675"/>
            <a:ext cx="114297" cy="114297"/>
          </a:xfrm>
          <a:prstGeom prst="ellipse">
            <a:avLst/>
          </a:prstGeom>
          <a:solidFill>
            <a:srgbClr val="FFFFFF"/>
          </a:solidFill>
          <a:ln w="12065">
            <a:solidFill>
              <a:srgbClr val="1A1A16"/>
            </a:solidFill>
            <a:prstDash val="solid"/>
          </a:ln>
        </p:spPr>
      </p:sp>
      <p:sp>
        <p:nvSpPr>
          <p:cNvPr id="80" name="Shape 78"/>
          <p:cNvSpPr/>
          <p:nvPr/>
        </p:nvSpPr>
        <p:spPr>
          <a:xfrm>
            <a:off x="7315256" y="1319978"/>
            <a:ext cx="114297" cy="114297"/>
          </a:xfrm>
          <a:prstGeom prst="ellipse">
            <a:avLst/>
          </a:prstGeom>
          <a:solidFill>
            <a:srgbClr val="FFFFFF"/>
          </a:solidFill>
          <a:ln w="12065">
            <a:solidFill>
              <a:srgbClr val="1A1A16"/>
            </a:solidFill>
            <a:prstDash val="solid"/>
          </a:ln>
        </p:spPr>
      </p:sp>
      <p:sp>
        <p:nvSpPr>
          <p:cNvPr id="81" name="Shape 79"/>
          <p:cNvSpPr/>
          <p:nvPr/>
        </p:nvSpPr>
        <p:spPr>
          <a:xfrm>
            <a:off x="5881289" y="5095146"/>
            <a:ext cx="114297" cy="114297"/>
          </a:xfrm>
          <a:prstGeom prst="ellipse">
            <a:avLst/>
          </a:prstGeom>
          <a:solidFill>
            <a:srgbClr val="FFFFFF"/>
          </a:solidFill>
          <a:ln w="12065">
            <a:solidFill>
              <a:srgbClr val="1A1A16"/>
            </a:solidFill>
            <a:prstDash val="solid"/>
          </a:ln>
        </p:spPr>
      </p:sp>
      <p:sp>
        <p:nvSpPr>
          <p:cNvPr id="82" name="Shape 80"/>
          <p:cNvSpPr/>
          <p:nvPr/>
        </p:nvSpPr>
        <p:spPr>
          <a:xfrm>
            <a:off x="7394893" y="4978476"/>
            <a:ext cx="114297" cy="114297"/>
          </a:xfrm>
          <a:prstGeom prst="ellipse">
            <a:avLst/>
          </a:prstGeom>
          <a:solidFill>
            <a:srgbClr val="FFFFFF"/>
          </a:solidFill>
          <a:ln w="12065">
            <a:solidFill>
              <a:srgbClr val="1A1A16"/>
            </a:solidFill>
            <a:prstDash val="solid"/>
          </a:ln>
        </p:spPr>
      </p:sp>
      <p:sp>
        <p:nvSpPr>
          <p:cNvPr id="83" name="Shape 81"/>
          <p:cNvSpPr/>
          <p:nvPr/>
        </p:nvSpPr>
        <p:spPr>
          <a:xfrm>
            <a:off x="6429621" y="4990319"/>
            <a:ext cx="114297" cy="114297"/>
          </a:xfrm>
          <a:prstGeom prst="ellipse">
            <a:avLst/>
          </a:prstGeom>
          <a:solidFill>
            <a:srgbClr val="FFFFFF"/>
          </a:solidFill>
          <a:ln w="12065">
            <a:solidFill>
              <a:srgbClr val="1A1A16"/>
            </a:solidFill>
            <a:prstDash val="solid"/>
          </a:ln>
        </p:spPr>
      </p:sp>
      <p:sp>
        <p:nvSpPr>
          <p:cNvPr id="84" name="Shape 82"/>
          <p:cNvSpPr/>
          <p:nvPr/>
        </p:nvSpPr>
        <p:spPr>
          <a:xfrm>
            <a:off x="6814846" y="5005411"/>
            <a:ext cx="114297" cy="114297"/>
          </a:xfrm>
          <a:prstGeom prst="ellipse">
            <a:avLst/>
          </a:prstGeom>
          <a:solidFill>
            <a:srgbClr val="FFFFFF"/>
          </a:solidFill>
          <a:ln w="12065">
            <a:solidFill>
              <a:srgbClr val="1A1A16"/>
            </a:solidFill>
            <a:prstDash val="solid"/>
          </a:ln>
        </p:spPr>
      </p:sp>
      <p:sp>
        <p:nvSpPr>
          <p:cNvPr id="85" name="Shape 83"/>
          <p:cNvSpPr/>
          <p:nvPr/>
        </p:nvSpPr>
        <p:spPr>
          <a:xfrm>
            <a:off x="7393118" y="5397831"/>
            <a:ext cx="114297" cy="114297"/>
          </a:xfrm>
          <a:prstGeom prst="ellipse">
            <a:avLst/>
          </a:prstGeom>
          <a:solidFill>
            <a:srgbClr val="FFFFFF"/>
          </a:solidFill>
          <a:ln w="12065">
            <a:solidFill>
              <a:srgbClr val="1A1A16"/>
            </a:solidFill>
            <a:prstDash val="solid"/>
          </a:ln>
        </p:spPr>
      </p:sp>
      <p:sp>
        <p:nvSpPr>
          <p:cNvPr id="86" name="Shape 84"/>
          <p:cNvSpPr/>
          <p:nvPr/>
        </p:nvSpPr>
        <p:spPr>
          <a:xfrm>
            <a:off x="5793902" y="4415808"/>
            <a:ext cx="114297" cy="114297"/>
          </a:xfrm>
          <a:prstGeom prst="ellipse">
            <a:avLst/>
          </a:prstGeom>
          <a:solidFill>
            <a:srgbClr val="FFFFFF"/>
          </a:solidFill>
          <a:ln w="12065">
            <a:solidFill>
              <a:srgbClr val="1A1A16"/>
            </a:solidFill>
            <a:prstDash val="solid"/>
          </a:ln>
        </p:spPr>
      </p:sp>
      <p:sp>
        <p:nvSpPr>
          <p:cNvPr id="87" name="Shape 85"/>
          <p:cNvSpPr/>
          <p:nvPr/>
        </p:nvSpPr>
        <p:spPr>
          <a:xfrm>
            <a:off x="6583593" y="4642345"/>
            <a:ext cx="114297" cy="114297"/>
          </a:xfrm>
          <a:prstGeom prst="ellipse">
            <a:avLst/>
          </a:prstGeom>
          <a:solidFill>
            <a:srgbClr val="FFFFFF"/>
          </a:solidFill>
          <a:ln w="12065">
            <a:solidFill>
              <a:srgbClr val="1A1A16"/>
            </a:solidFill>
            <a:prstDash val="solid"/>
          </a:ln>
        </p:spPr>
      </p:sp>
      <p:sp>
        <p:nvSpPr>
          <p:cNvPr id="88" name="Shape 86"/>
          <p:cNvSpPr/>
          <p:nvPr/>
        </p:nvSpPr>
        <p:spPr>
          <a:xfrm>
            <a:off x="7454168" y="4471210"/>
            <a:ext cx="114297" cy="114297"/>
          </a:xfrm>
          <a:prstGeom prst="ellipse">
            <a:avLst/>
          </a:prstGeom>
          <a:solidFill>
            <a:srgbClr val="FFFFFF"/>
          </a:solidFill>
          <a:ln w="12065">
            <a:solidFill>
              <a:srgbClr val="1A1A16"/>
            </a:solidFill>
            <a:prstDash val="solid"/>
          </a:ln>
        </p:spPr>
      </p:sp>
      <p:sp>
        <p:nvSpPr>
          <p:cNvPr id="89" name="Shape 87"/>
          <p:cNvSpPr/>
          <p:nvPr/>
        </p:nvSpPr>
        <p:spPr>
          <a:xfrm>
            <a:off x="6694675" y="5445492"/>
            <a:ext cx="114297" cy="114297"/>
          </a:xfrm>
          <a:prstGeom prst="ellipse">
            <a:avLst/>
          </a:prstGeom>
          <a:solidFill>
            <a:srgbClr val="FFFFFF"/>
          </a:solidFill>
          <a:ln w="12065">
            <a:solidFill>
              <a:srgbClr val="1A1A16"/>
            </a:solidFill>
            <a:prstDash val="solid"/>
          </a:ln>
        </p:spPr>
      </p:sp>
      <p:sp>
        <p:nvSpPr>
          <p:cNvPr id="90" name="Shape 88"/>
          <p:cNvSpPr/>
          <p:nvPr/>
        </p:nvSpPr>
        <p:spPr>
          <a:xfrm>
            <a:off x="6269881" y="5326017"/>
            <a:ext cx="114297" cy="114297"/>
          </a:xfrm>
          <a:prstGeom prst="ellipse">
            <a:avLst/>
          </a:prstGeom>
          <a:solidFill>
            <a:srgbClr val="FFFFFF"/>
          </a:solidFill>
          <a:ln w="12065">
            <a:solidFill>
              <a:srgbClr val="1A1A16"/>
            </a:solidFill>
            <a:prstDash val="solid"/>
          </a:ln>
        </p:spPr>
      </p:sp>
      <p:sp>
        <p:nvSpPr>
          <p:cNvPr id="91" name="Shape 89"/>
          <p:cNvSpPr/>
          <p:nvPr/>
        </p:nvSpPr>
        <p:spPr>
          <a:xfrm>
            <a:off x="7121606" y="4756664"/>
            <a:ext cx="114297" cy="114297"/>
          </a:xfrm>
          <a:prstGeom prst="ellipse">
            <a:avLst/>
          </a:prstGeom>
          <a:solidFill>
            <a:srgbClr val="FFFFFF"/>
          </a:solidFill>
          <a:ln w="12065">
            <a:solidFill>
              <a:srgbClr val="1A1A16"/>
            </a:solidFill>
            <a:prstDash val="solid"/>
          </a:ln>
        </p:spPr>
      </p:sp>
      <p:sp>
        <p:nvSpPr>
          <p:cNvPr id="92" name="Shape 90"/>
          <p:cNvSpPr/>
          <p:nvPr/>
        </p:nvSpPr>
        <p:spPr>
          <a:xfrm>
            <a:off x="10168449" y="2863476"/>
            <a:ext cx="114297" cy="114297"/>
          </a:xfrm>
          <a:prstGeom prst="ellipse">
            <a:avLst/>
          </a:prstGeom>
          <a:solidFill>
            <a:srgbClr val="FFFFFF"/>
          </a:solidFill>
          <a:ln w="12065">
            <a:solidFill>
              <a:srgbClr val="1A1A16"/>
            </a:solidFill>
            <a:prstDash val="solid"/>
          </a:ln>
        </p:spPr>
      </p:sp>
      <p:sp>
        <p:nvSpPr>
          <p:cNvPr id="93" name="Shape 91"/>
          <p:cNvSpPr/>
          <p:nvPr/>
        </p:nvSpPr>
        <p:spPr>
          <a:xfrm>
            <a:off x="9640588" y="3271605"/>
            <a:ext cx="114297" cy="114297"/>
          </a:xfrm>
          <a:prstGeom prst="ellipse">
            <a:avLst/>
          </a:prstGeom>
          <a:solidFill>
            <a:srgbClr val="FFFFFF"/>
          </a:solidFill>
          <a:ln w="12065">
            <a:solidFill>
              <a:srgbClr val="1A1A16"/>
            </a:solidFill>
            <a:prstDash val="solid"/>
          </a:ln>
        </p:spPr>
      </p:sp>
      <p:sp>
        <p:nvSpPr>
          <p:cNvPr id="94" name="Shape 92"/>
          <p:cNvSpPr/>
          <p:nvPr/>
        </p:nvSpPr>
        <p:spPr>
          <a:xfrm>
            <a:off x="9952856" y="4039091"/>
            <a:ext cx="114297" cy="114297"/>
          </a:xfrm>
          <a:prstGeom prst="ellipse">
            <a:avLst/>
          </a:prstGeom>
          <a:solidFill>
            <a:srgbClr val="FFFFFF"/>
          </a:solidFill>
          <a:ln w="12065">
            <a:solidFill>
              <a:srgbClr val="1A1A16"/>
            </a:solidFill>
            <a:prstDash val="solid"/>
          </a:ln>
        </p:spPr>
      </p:sp>
      <p:sp>
        <p:nvSpPr>
          <p:cNvPr id="95" name="Shape 93"/>
          <p:cNvSpPr/>
          <p:nvPr/>
        </p:nvSpPr>
        <p:spPr>
          <a:xfrm>
            <a:off x="10254939" y="3391317"/>
            <a:ext cx="114297" cy="114297"/>
          </a:xfrm>
          <a:prstGeom prst="ellipse">
            <a:avLst/>
          </a:prstGeom>
          <a:solidFill>
            <a:srgbClr val="FFFFFF"/>
          </a:solidFill>
          <a:ln w="12065">
            <a:solidFill>
              <a:srgbClr val="1A1A16"/>
            </a:solidFill>
            <a:prstDash val="solid"/>
          </a:ln>
        </p:spPr>
      </p:sp>
      <p:sp>
        <p:nvSpPr>
          <p:cNvPr id="96" name="Shape 94"/>
          <p:cNvSpPr/>
          <p:nvPr/>
        </p:nvSpPr>
        <p:spPr>
          <a:xfrm>
            <a:off x="10829964" y="3608113"/>
            <a:ext cx="114297" cy="114297"/>
          </a:xfrm>
          <a:prstGeom prst="ellipse">
            <a:avLst/>
          </a:prstGeom>
          <a:solidFill>
            <a:srgbClr val="FFFFFF"/>
          </a:solidFill>
          <a:ln w="12065">
            <a:solidFill>
              <a:srgbClr val="1A1A16"/>
            </a:solidFill>
            <a:prstDash val="solid"/>
          </a:ln>
        </p:spPr>
      </p:sp>
      <p:sp>
        <p:nvSpPr>
          <p:cNvPr id="97" name="Shape 95"/>
          <p:cNvSpPr/>
          <p:nvPr/>
        </p:nvSpPr>
        <p:spPr>
          <a:xfrm>
            <a:off x="9588027" y="3614132"/>
            <a:ext cx="114297" cy="114297"/>
          </a:xfrm>
          <a:prstGeom prst="ellipse">
            <a:avLst/>
          </a:prstGeom>
          <a:solidFill>
            <a:srgbClr val="FFFFFF"/>
          </a:solidFill>
          <a:ln w="12065">
            <a:solidFill>
              <a:srgbClr val="1A1A16"/>
            </a:solidFill>
            <a:prstDash val="solid"/>
          </a:ln>
        </p:spPr>
      </p:sp>
      <p:sp>
        <p:nvSpPr>
          <p:cNvPr id="98" name="Shape 96"/>
          <p:cNvSpPr/>
          <p:nvPr/>
        </p:nvSpPr>
        <p:spPr>
          <a:xfrm>
            <a:off x="10648016" y="3143596"/>
            <a:ext cx="114297" cy="114297"/>
          </a:xfrm>
          <a:prstGeom prst="ellipse">
            <a:avLst/>
          </a:prstGeom>
          <a:solidFill>
            <a:srgbClr val="FFFFFF"/>
          </a:solidFill>
          <a:ln w="12065">
            <a:solidFill>
              <a:srgbClr val="1A1A16"/>
            </a:solidFill>
            <a:prstDash val="solid"/>
          </a:ln>
        </p:spPr>
      </p:sp>
      <p:sp>
        <p:nvSpPr>
          <p:cNvPr id="99" name="Shape 97"/>
          <p:cNvSpPr/>
          <p:nvPr/>
        </p:nvSpPr>
        <p:spPr>
          <a:xfrm>
            <a:off x="11165509" y="3769354"/>
            <a:ext cx="114297" cy="114297"/>
          </a:xfrm>
          <a:prstGeom prst="ellipse">
            <a:avLst/>
          </a:prstGeom>
          <a:solidFill>
            <a:srgbClr val="FFFFFF"/>
          </a:solidFill>
          <a:ln w="12065">
            <a:solidFill>
              <a:srgbClr val="1A1A16"/>
            </a:solidFill>
            <a:prstDash val="solid"/>
          </a:ln>
        </p:spPr>
      </p:sp>
      <p:sp>
        <p:nvSpPr>
          <p:cNvPr id="100" name="Shape 98"/>
          <p:cNvSpPr/>
          <p:nvPr/>
        </p:nvSpPr>
        <p:spPr>
          <a:xfrm>
            <a:off x="10451984" y="3983817"/>
            <a:ext cx="114297" cy="114297"/>
          </a:xfrm>
          <a:prstGeom prst="ellipse">
            <a:avLst/>
          </a:prstGeom>
          <a:solidFill>
            <a:srgbClr val="FFFFFF"/>
          </a:solidFill>
          <a:ln w="12065">
            <a:solidFill>
              <a:srgbClr val="1A1A16"/>
            </a:solidFill>
            <a:prstDash val="solid"/>
          </a:ln>
        </p:spPr>
      </p:sp>
      <p:sp>
        <p:nvSpPr>
          <p:cNvPr id="101" name="Shape 99"/>
          <p:cNvSpPr/>
          <p:nvPr/>
        </p:nvSpPr>
        <p:spPr>
          <a:xfrm>
            <a:off x="10833375" y="2360785"/>
            <a:ext cx="114297" cy="114297"/>
          </a:xfrm>
          <a:prstGeom prst="ellipse">
            <a:avLst/>
          </a:prstGeom>
          <a:solidFill>
            <a:srgbClr val="FFFFFF"/>
          </a:solidFill>
          <a:ln w="12065">
            <a:solidFill>
              <a:srgbClr val="1A1A16"/>
            </a:solidFill>
            <a:prstDash val="solid"/>
          </a:ln>
        </p:spPr>
      </p:sp>
      <p:sp>
        <p:nvSpPr>
          <p:cNvPr id="102" name="Shape 100"/>
          <p:cNvSpPr/>
          <p:nvPr/>
        </p:nvSpPr>
        <p:spPr>
          <a:xfrm>
            <a:off x="10642951" y="2788686"/>
            <a:ext cx="114297" cy="114297"/>
          </a:xfrm>
          <a:prstGeom prst="ellipse">
            <a:avLst/>
          </a:prstGeom>
          <a:solidFill>
            <a:srgbClr val="FFFFFF"/>
          </a:solidFill>
          <a:ln w="12065">
            <a:solidFill>
              <a:srgbClr val="1A1A16"/>
            </a:solidFill>
            <a:prstDash val="solid"/>
          </a:ln>
        </p:spPr>
      </p:sp>
      <p:sp>
        <p:nvSpPr>
          <p:cNvPr id="103" name="Shape 101"/>
          <p:cNvSpPr/>
          <p:nvPr/>
        </p:nvSpPr>
        <p:spPr>
          <a:xfrm>
            <a:off x="9842126" y="2429654"/>
            <a:ext cx="114297" cy="114297"/>
          </a:xfrm>
          <a:prstGeom prst="ellipse">
            <a:avLst/>
          </a:prstGeom>
          <a:solidFill>
            <a:srgbClr val="FFFFFF"/>
          </a:solidFill>
          <a:ln w="12065">
            <a:solidFill>
              <a:srgbClr val="1A1A16"/>
            </a:solidFill>
            <a:prstDash val="solid"/>
          </a:ln>
        </p:spPr>
      </p:sp>
      <p:sp>
        <p:nvSpPr>
          <p:cNvPr id="104" name="Text 102"/>
          <p:cNvSpPr txBox="1"/>
          <p:nvPr/>
        </p:nvSpPr>
        <p:spPr>
          <a:xfrm>
            <a:off x="9905752" y="6222844"/>
            <a:ext cx="2031949"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schematic</a:t>
            </a:r>
            <a:endParaRPr lang="en-US" sz="1000" dirty="0"/>
          </a:p>
        </p:txBody>
      </p:sp>
      <p:sp>
        <p:nvSpPr>
          <p:cNvPr id="105" name="Text 103"/>
          <p:cNvSpPr txBox="1"/>
          <p:nvPr/>
        </p:nvSpPr>
        <p:spPr>
          <a:xfrm>
            <a:off x="952476" y="888978"/>
            <a:ext cx="6222844"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more papers, and the same claim leaned on twice</a:t>
            </a:r>
            <a:endParaRPr lang="en-US" sz="1100" dirty="0"/>
          </a:p>
        </p:txBody>
      </p:sp>
      <p:sp>
        <p:nvSpPr>
          <p:cNvPr id="106" name="Text 104"/>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WISH ONE · MORE PAPERS, ONE NETWORK</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custGeom>
            <a:avLst/>
            <a:gdLst/>
            <a:ahLst/>
            <a:cxnLst/>
            <a:rect l="l" t="t" r="r" b="b"/>
            <a:pathLst>
              <a:path w="1544599" h="446830">
                <a:moveTo>
                  <a:pt x="1544599" y="446830"/>
                </a:moveTo>
                <a:cubicBezTo>
                  <a:pt x="1544599" y="223415"/>
                  <a:pt x="0" y="223415"/>
                  <a:pt x="0" y="0"/>
                </a:cubicBezTo>
              </a:path>
            </a:pathLst>
          </a:custGeom>
          <a:ln w="8255">
            <a:solidFill>
              <a:srgbClr val="BABAB9"/>
            </a:solidFill>
            <a:prstDash val="solid"/>
          </a:ln>
        </p:spPr>
      </p:sp>
      <p:sp>
        <p:nvSpPr>
          <p:cNvPr id="3" name="Shape 1"/>
          <p:cNvSpPr/>
          <p:nvPr/>
        </p:nvSpPr>
        <p:spPr>
          <a:xfrm>
            <a:off x="5512488" y="1958093"/>
            <a:ext cx="6350" cy="446830"/>
          </a:xfrm>
          <a:custGeom>
            <a:avLst/>
            <a:gdLst/>
            <a:ahLst/>
            <a:cxnLst/>
            <a:rect l="l" t="t" r="r" b="b"/>
            <a:pathLst>
              <a:path w="6350" h="446830">
                <a:moveTo>
                  <a:pt x="0" y="446830"/>
                </a:moveTo>
                <a:cubicBezTo>
                  <a:pt x="0" y="223415"/>
                  <a:pt x="0" y="223415"/>
                  <a:pt x="0" y="0"/>
                </a:cubicBezTo>
              </a:path>
            </a:pathLst>
          </a:custGeom>
          <a:ln w="8255">
            <a:solidFill>
              <a:srgbClr val="BABAB9"/>
            </a:solidFill>
            <a:prstDash val="solid"/>
          </a:ln>
        </p:spPr>
      </p:sp>
      <p:sp>
        <p:nvSpPr>
          <p:cNvPr id="4" name="Shape 2"/>
          <p:cNvSpPr/>
          <p:nvPr/>
        </p:nvSpPr>
        <p:spPr>
          <a:xfrm>
            <a:off x="5512488" y="2404923"/>
            <a:ext cx="207418" cy="446830"/>
          </a:xfrm>
          <a:custGeom>
            <a:avLst/>
            <a:gdLst/>
            <a:ahLst/>
            <a:cxnLst/>
            <a:rect l="l" t="t" r="r" b="b"/>
            <a:pathLst>
              <a:path w="207418" h="446830">
                <a:moveTo>
                  <a:pt x="207418" y="446830"/>
                </a:moveTo>
                <a:cubicBezTo>
                  <a:pt x="207418" y="223415"/>
                  <a:pt x="0" y="223415"/>
                  <a:pt x="0" y="0"/>
                </a:cubicBezTo>
              </a:path>
            </a:pathLst>
          </a:custGeom>
          <a:ln w="8255">
            <a:solidFill>
              <a:srgbClr val="BABAB9"/>
            </a:solidFill>
            <a:prstDash val="solid"/>
          </a:ln>
        </p:spPr>
      </p:sp>
      <p:sp>
        <p:nvSpPr>
          <p:cNvPr id="5" name="Shape 3"/>
          <p:cNvSpPr/>
          <p:nvPr/>
        </p:nvSpPr>
        <p:spPr>
          <a:xfrm>
            <a:off x="3760471" y="2851753"/>
            <a:ext cx="1959434" cy="893661"/>
          </a:xfrm>
          <a:custGeom>
            <a:avLst/>
            <a:gdLst/>
            <a:ahLst/>
            <a:cxnLst/>
            <a:rect l="l" t="t" r="r" b="b"/>
            <a:pathLst>
              <a:path w="1959434" h="893661">
                <a:moveTo>
                  <a:pt x="0" y="893661"/>
                </a:moveTo>
                <a:cubicBezTo>
                  <a:pt x="0" y="446830"/>
                  <a:pt x="1959434" y="446830"/>
                  <a:pt x="1959434" y="0"/>
                </a:cubicBezTo>
              </a:path>
            </a:pathLst>
          </a:custGeom>
          <a:ln w="8255">
            <a:solidFill>
              <a:srgbClr val="BABAB9"/>
            </a:solidFill>
            <a:prstDash val="solid"/>
          </a:ln>
        </p:spPr>
      </p:sp>
      <p:sp>
        <p:nvSpPr>
          <p:cNvPr id="6" name="Shape 4"/>
          <p:cNvSpPr/>
          <p:nvPr/>
        </p:nvSpPr>
        <p:spPr>
          <a:xfrm>
            <a:off x="2445356" y="3745414"/>
            <a:ext cx="1315116" cy="446830"/>
          </a:xfrm>
          <a:custGeom>
            <a:avLst/>
            <a:gdLst/>
            <a:ahLst/>
            <a:cxnLst/>
            <a:rect l="l" t="t" r="r" b="b"/>
            <a:pathLst>
              <a:path w="1315116" h="446830">
                <a:moveTo>
                  <a:pt x="0" y="446830"/>
                </a:moveTo>
                <a:cubicBezTo>
                  <a:pt x="0" y="223415"/>
                  <a:pt x="1315116" y="223415"/>
                  <a:pt x="1315116" y="0"/>
                </a:cubicBezTo>
              </a:path>
            </a:pathLst>
          </a:custGeom>
          <a:ln w="8255">
            <a:solidFill>
              <a:srgbClr val="BABAB9"/>
            </a:solidFill>
            <a:prstDash val="solid"/>
          </a:ln>
        </p:spPr>
      </p:sp>
      <p:sp>
        <p:nvSpPr>
          <p:cNvPr id="7" name="Shape 5"/>
          <p:cNvSpPr/>
          <p:nvPr/>
        </p:nvSpPr>
        <p:spPr>
          <a:xfrm>
            <a:off x="3967889" y="1511262"/>
            <a:ext cx="3111263" cy="1340491"/>
          </a:xfrm>
          <a:custGeom>
            <a:avLst/>
            <a:gdLst/>
            <a:ahLst/>
            <a:cxnLst/>
            <a:rect l="l" t="t" r="r" b="b"/>
            <a:pathLst>
              <a:path w="3111263" h="1340491">
                <a:moveTo>
                  <a:pt x="3111263" y="1340491"/>
                </a:moveTo>
                <a:cubicBezTo>
                  <a:pt x="3111263" y="670246"/>
                  <a:pt x="0" y="670246"/>
                  <a:pt x="0" y="0"/>
                </a:cubicBezTo>
              </a:path>
            </a:pathLst>
          </a:custGeom>
          <a:ln w="8255">
            <a:solidFill>
              <a:srgbClr val="BABAB9"/>
            </a:solidFill>
            <a:prstDash val="solid"/>
          </a:ln>
        </p:spPr>
      </p:sp>
      <p:sp>
        <p:nvSpPr>
          <p:cNvPr id="8" name="Shape 6"/>
          <p:cNvSpPr/>
          <p:nvPr/>
        </p:nvSpPr>
        <p:spPr>
          <a:xfrm>
            <a:off x="1130240" y="4192245"/>
            <a:ext cx="1315116" cy="446830"/>
          </a:xfrm>
          <a:custGeom>
            <a:avLst/>
            <a:gdLst/>
            <a:ahLst/>
            <a:cxnLst/>
            <a:rect l="l" t="t" r="r" b="b"/>
            <a:pathLst>
              <a:path w="1315116" h="446830">
                <a:moveTo>
                  <a:pt x="0" y="446830"/>
                </a:moveTo>
                <a:cubicBezTo>
                  <a:pt x="0" y="223415"/>
                  <a:pt x="1315116" y="223415"/>
                  <a:pt x="1315116" y="0"/>
                </a:cubicBezTo>
              </a:path>
            </a:pathLst>
          </a:custGeom>
          <a:ln w="8255">
            <a:solidFill>
              <a:srgbClr val="BABAB9"/>
            </a:solidFill>
            <a:prstDash val="solid"/>
          </a:ln>
        </p:spPr>
      </p:sp>
      <p:sp>
        <p:nvSpPr>
          <p:cNvPr id="9" name="Shape 7"/>
          <p:cNvSpPr/>
          <p:nvPr/>
        </p:nvSpPr>
        <p:spPr>
          <a:xfrm>
            <a:off x="2030520" y="3745414"/>
            <a:ext cx="414835" cy="6350"/>
          </a:xfrm>
          <a:custGeom>
            <a:avLst/>
            <a:gdLst/>
            <a:ahLst/>
            <a:cxnLst/>
            <a:rect l="l" t="t" r="r" b="b"/>
            <a:pathLst>
              <a:path w="414835" h="6350">
                <a:moveTo>
                  <a:pt x="0" y="0"/>
                </a:moveTo>
                <a:cubicBezTo>
                  <a:pt x="0" y="0"/>
                  <a:pt x="414835" y="0"/>
                  <a:pt x="414835" y="0"/>
                </a:cubicBezTo>
              </a:path>
            </a:pathLst>
          </a:custGeom>
          <a:ln w="8255">
            <a:solidFill>
              <a:srgbClr val="BABAB9"/>
            </a:solidFill>
            <a:prstDash val="solid"/>
          </a:ln>
        </p:spPr>
      </p:sp>
      <p:sp>
        <p:nvSpPr>
          <p:cNvPr id="10" name="Shape 8"/>
          <p:cNvSpPr/>
          <p:nvPr/>
        </p:nvSpPr>
        <p:spPr>
          <a:xfrm>
            <a:off x="3967889" y="1958093"/>
            <a:ext cx="1544599" cy="446830"/>
          </a:xfrm>
          <a:custGeom>
            <a:avLst/>
            <a:gdLst/>
            <a:ahLst/>
            <a:cxnLst/>
            <a:rect l="l" t="t" r="r" b="b"/>
            <a:pathLst>
              <a:path w="1544599" h="446830">
                <a:moveTo>
                  <a:pt x="0" y="446830"/>
                </a:moveTo>
                <a:cubicBezTo>
                  <a:pt x="0" y="223415"/>
                  <a:pt x="1544599" y="223415"/>
                  <a:pt x="1544599" y="0"/>
                </a:cubicBezTo>
              </a:path>
            </a:pathLst>
          </a:custGeom>
          <a:ln w="8255">
            <a:solidFill>
              <a:srgbClr val="BABAB9"/>
            </a:solidFill>
            <a:prstDash val="solid"/>
          </a:ln>
        </p:spPr>
      </p:sp>
      <p:sp>
        <p:nvSpPr>
          <p:cNvPr id="11" name="Shape 9"/>
          <p:cNvSpPr/>
          <p:nvPr/>
        </p:nvSpPr>
        <p:spPr>
          <a:xfrm>
            <a:off x="922822" y="4639075"/>
            <a:ext cx="207418" cy="446830"/>
          </a:xfrm>
          <a:custGeom>
            <a:avLst/>
            <a:gdLst/>
            <a:ahLst/>
            <a:cxnLst/>
            <a:rect l="l" t="t" r="r" b="b"/>
            <a:pathLst>
              <a:path w="207418" h="446830">
                <a:moveTo>
                  <a:pt x="0" y="446830"/>
                </a:moveTo>
                <a:cubicBezTo>
                  <a:pt x="0" y="223415"/>
                  <a:pt x="207418" y="223415"/>
                  <a:pt x="207418" y="0"/>
                </a:cubicBezTo>
              </a:path>
            </a:pathLst>
          </a:custGeom>
          <a:ln w="8255">
            <a:solidFill>
              <a:srgbClr val="BABAB9"/>
            </a:solidFill>
            <a:prstDash val="solid"/>
          </a:ln>
        </p:spPr>
      </p:sp>
      <p:sp>
        <p:nvSpPr>
          <p:cNvPr id="12" name="Shape 10"/>
          <p:cNvSpPr/>
          <p:nvPr/>
        </p:nvSpPr>
        <p:spPr>
          <a:xfrm>
            <a:off x="507987" y="4639075"/>
            <a:ext cx="207418" cy="446830"/>
          </a:xfrm>
          <a:custGeom>
            <a:avLst/>
            <a:gdLst/>
            <a:ahLst/>
            <a:cxnLst/>
            <a:rect l="l" t="t" r="r" b="b"/>
            <a:pathLst>
              <a:path w="207418" h="446830">
                <a:moveTo>
                  <a:pt x="0" y="446830"/>
                </a:moveTo>
                <a:cubicBezTo>
                  <a:pt x="0" y="223415"/>
                  <a:pt x="207418" y="223415"/>
                  <a:pt x="207418" y="0"/>
                </a:cubicBezTo>
              </a:path>
            </a:pathLst>
          </a:custGeom>
          <a:ln w="8255">
            <a:solidFill>
              <a:srgbClr val="BABAB9"/>
            </a:solidFill>
            <a:prstDash val="solid"/>
          </a:ln>
        </p:spPr>
      </p:sp>
      <p:sp>
        <p:nvSpPr>
          <p:cNvPr id="13" name="Shape 11"/>
          <p:cNvSpPr/>
          <p:nvPr/>
        </p:nvSpPr>
        <p:spPr>
          <a:xfrm>
            <a:off x="3967889" y="2851753"/>
            <a:ext cx="6350" cy="446830"/>
          </a:xfrm>
          <a:custGeom>
            <a:avLst/>
            <a:gdLst/>
            <a:ahLst/>
            <a:cxnLst/>
            <a:rect l="l" t="t" r="r" b="b"/>
            <a:pathLst>
              <a:path w="6350" h="446830">
                <a:moveTo>
                  <a:pt x="0" y="446830"/>
                </a:moveTo>
                <a:cubicBezTo>
                  <a:pt x="0" y="223415"/>
                  <a:pt x="0" y="223415"/>
                  <a:pt x="0" y="0"/>
                </a:cubicBezTo>
              </a:path>
            </a:pathLst>
          </a:custGeom>
          <a:ln w="8255">
            <a:solidFill>
              <a:srgbClr val="BABAB9"/>
            </a:solidFill>
            <a:prstDash val="solid"/>
          </a:ln>
        </p:spPr>
      </p:sp>
      <p:sp>
        <p:nvSpPr>
          <p:cNvPr id="14" name="Shape 12"/>
          <p:cNvSpPr/>
          <p:nvPr/>
        </p:nvSpPr>
        <p:spPr>
          <a:xfrm>
            <a:off x="7079152" y="2851753"/>
            <a:ext cx="6350" cy="2234152"/>
          </a:xfrm>
          <a:custGeom>
            <a:avLst/>
            <a:gdLst/>
            <a:ahLst/>
            <a:cxnLst/>
            <a:rect l="l" t="t" r="r" b="b"/>
            <a:pathLst>
              <a:path w="6350" h="2234152">
                <a:moveTo>
                  <a:pt x="0" y="2234152"/>
                </a:moveTo>
                <a:cubicBezTo>
                  <a:pt x="0" y="1117076"/>
                  <a:pt x="0" y="1117076"/>
                  <a:pt x="0" y="0"/>
                </a:cubicBezTo>
              </a:path>
            </a:pathLst>
          </a:custGeom>
          <a:ln w="8255">
            <a:solidFill>
              <a:srgbClr val="BABAB9"/>
            </a:solidFill>
            <a:prstDash val="solid"/>
          </a:ln>
        </p:spPr>
      </p:sp>
      <p:sp>
        <p:nvSpPr>
          <p:cNvPr id="15" name="Shape 13"/>
          <p:cNvSpPr/>
          <p:nvPr/>
        </p:nvSpPr>
        <p:spPr>
          <a:xfrm>
            <a:off x="5512488" y="2851753"/>
            <a:ext cx="207418" cy="446830"/>
          </a:xfrm>
          <a:custGeom>
            <a:avLst/>
            <a:gdLst/>
            <a:ahLst/>
            <a:cxnLst/>
            <a:rect l="l" t="t" r="r" b="b"/>
            <a:pathLst>
              <a:path w="207418" h="446830">
                <a:moveTo>
                  <a:pt x="0" y="446830"/>
                </a:moveTo>
                <a:cubicBezTo>
                  <a:pt x="0" y="223415"/>
                  <a:pt x="207418" y="223415"/>
                  <a:pt x="207418" y="0"/>
                </a:cubicBezTo>
              </a:path>
            </a:pathLst>
          </a:custGeom>
          <a:ln w="8255">
            <a:solidFill>
              <a:srgbClr val="BABAB9"/>
            </a:solidFill>
            <a:prstDash val="solid"/>
          </a:ln>
        </p:spPr>
      </p:sp>
      <p:sp>
        <p:nvSpPr>
          <p:cNvPr id="16" name="Shape 14"/>
          <p:cNvSpPr/>
          <p:nvPr/>
        </p:nvSpPr>
        <p:spPr>
          <a:xfrm>
            <a:off x="5512488" y="2851753"/>
            <a:ext cx="207418" cy="2234152"/>
          </a:xfrm>
          <a:custGeom>
            <a:avLst/>
            <a:gdLst/>
            <a:ahLst/>
            <a:cxnLst/>
            <a:rect l="l" t="t" r="r" b="b"/>
            <a:pathLst>
              <a:path w="207418" h="2234152">
                <a:moveTo>
                  <a:pt x="0" y="2234152"/>
                </a:moveTo>
                <a:cubicBezTo>
                  <a:pt x="0" y="1117076"/>
                  <a:pt x="207418" y="1117076"/>
                  <a:pt x="207418" y="0"/>
                </a:cubicBezTo>
              </a:path>
            </a:pathLst>
          </a:custGeom>
          <a:ln w="8255">
            <a:solidFill>
              <a:srgbClr val="BABAB9"/>
            </a:solidFill>
            <a:prstDash val="solid"/>
          </a:ln>
        </p:spPr>
      </p:sp>
      <p:sp>
        <p:nvSpPr>
          <p:cNvPr id="17" name="Shape 15"/>
          <p:cNvSpPr/>
          <p:nvPr/>
        </p:nvSpPr>
        <p:spPr>
          <a:xfrm>
            <a:off x="5512488" y="2404923"/>
            <a:ext cx="6350" cy="1340491"/>
          </a:xfrm>
          <a:custGeom>
            <a:avLst/>
            <a:gdLst/>
            <a:ahLst/>
            <a:cxnLst/>
            <a:rect l="l" t="t" r="r" b="b"/>
            <a:pathLst>
              <a:path w="6350" h="1340491">
                <a:moveTo>
                  <a:pt x="0" y="1340491"/>
                </a:moveTo>
                <a:cubicBezTo>
                  <a:pt x="0" y="670246"/>
                  <a:pt x="0" y="670246"/>
                  <a:pt x="0" y="0"/>
                </a:cubicBezTo>
              </a:path>
            </a:pathLst>
          </a:custGeom>
          <a:ln w="8255">
            <a:solidFill>
              <a:srgbClr val="BABAB9"/>
            </a:solidFill>
            <a:prstDash val="solid"/>
          </a:ln>
        </p:spPr>
      </p:sp>
      <p:sp>
        <p:nvSpPr>
          <p:cNvPr id="18" name="Shape 16"/>
          <p:cNvSpPr/>
          <p:nvPr/>
        </p:nvSpPr>
        <p:spPr>
          <a:xfrm>
            <a:off x="5305070" y="2404923"/>
            <a:ext cx="207418" cy="446830"/>
          </a:xfrm>
          <a:custGeom>
            <a:avLst/>
            <a:gdLst/>
            <a:ahLst/>
            <a:cxnLst/>
            <a:rect l="l" t="t" r="r" b="b"/>
            <a:pathLst>
              <a:path w="207418" h="446830">
                <a:moveTo>
                  <a:pt x="0" y="446830"/>
                </a:moveTo>
                <a:cubicBezTo>
                  <a:pt x="0" y="223415"/>
                  <a:pt x="207418" y="223415"/>
                  <a:pt x="207418" y="0"/>
                </a:cubicBezTo>
              </a:path>
            </a:pathLst>
          </a:custGeom>
          <a:ln w="8255">
            <a:solidFill>
              <a:srgbClr val="BABAB9"/>
            </a:solidFill>
            <a:prstDash val="solid"/>
          </a:ln>
        </p:spPr>
      </p:sp>
      <p:sp>
        <p:nvSpPr>
          <p:cNvPr id="19" name="Shape 17"/>
          <p:cNvSpPr/>
          <p:nvPr/>
        </p:nvSpPr>
        <p:spPr>
          <a:xfrm>
            <a:off x="3967889" y="1511262"/>
            <a:ext cx="3111263" cy="2234152"/>
          </a:xfrm>
          <a:custGeom>
            <a:avLst/>
            <a:gdLst/>
            <a:ahLst/>
            <a:cxnLst/>
            <a:rect l="l" t="t" r="r" b="b"/>
            <a:pathLst>
              <a:path w="3111263" h="2234152">
                <a:moveTo>
                  <a:pt x="3111263" y="2234152"/>
                </a:moveTo>
                <a:cubicBezTo>
                  <a:pt x="3111263" y="1117076"/>
                  <a:pt x="0" y="1117076"/>
                  <a:pt x="0" y="0"/>
                </a:cubicBezTo>
              </a:path>
            </a:pathLst>
          </a:custGeom>
          <a:ln w="8255">
            <a:solidFill>
              <a:srgbClr val="BABAB9"/>
            </a:solidFill>
            <a:prstDash val="solid"/>
          </a:ln>
        </p:spPr>
      </p:sp>
      <p:sp>
        <p:nvSpPr>
          <p:cNvPr id="20" name="Shape 18"/>
          <p:cNvSpPr/>
          <p:nvPr/>
        </p:nvSpPr>
        <p:spPr>
          <a:xfrm>
            <a:off x="2445356" y="3745414"/>
            <a:ext cx="414835" cy="446830"/>
          </a:xfrm>
          <a:custGeom>
            <a:avLst/>
            <a:gdLst/>
            <a:ahLst/>
            <a:cxnLst/>
            <a:rect l="l" t="t" r="r" b="b"/>
            <a:pathLst>
              <a:path w="414835" h="446830">
                <a:moveTo>
                  <a:pt x="414835" y="446830"/>
                </a:moveTo>
                <a:cubicBezTo>
                  <a:pt x="414835" y="223415"/>
                  <a:pt x="0" y="223415"/>
                  <a:pt x="0" y="0"/>
                </a:cubicBezTo>
              </a:path>
            </a:pathLst>
          </a:custGeom>
          <a:ln w="8255">
            <a:solidFill>
              <a:srgbClr val="BABAB9"/>
            </a:solidFill>
            <a:prstDash val="solid"/>
          </a:ln>
        </p:spPr>
      </p:sp>
      <p:sp>
        <p:nvSpPr>
          <p:cNvPr id="21" name="Shape 19"/>
          <p:cNvSpPr/>
          <p:nvPr/>
        </p:nvSpPr>
        <p:spPr>
          <a:xfrm>
            <a:off x="1337658" y="3745414"/>
            <a:ext cx="1107698" cy="1340491"/>
          </a:xfrm>
          <a:custGeom>
            <a:avLst/>
            <a:gdLst/>
            <a:ahLst/>
            <a:cxnLst/>
            <a:rect l="l" t="t" r="r" b="b"/>
            <a:pathLst>
              <a:path w="1107698" h="1340491">
                <a:moveTo>
                  <a:pt x="0" y="1340491"/>
                </a:moveTo>
                <a:cubicBezTo>
                  <a:pt x="0" y="670246"/>
                  <a:pt x="1107698" y="670246"/>
                  <a:pt x="1107698" y="0"/>
                </a:cubicBezTo>
              </a:path>
            </a:pathLst>
          </a:custGeom>
          <a:ln w="8255">
            <a:solidFill>
              <a:srgbClr val="BABAB9"/>
            </a:solidFill>
            <a:prstDash val="solid"/>
          </a:ln>
        </p:spPr>
      </p:sp>
      <p:sp>
        <p:nvSpPr>
          <p:cNvPr id="22" name="Shape 20"/>
          <p:cNvSpPr/>
          <p:nvPr/>
        </p:nvSpPr>
        <p:spPr>
          <a:xfrm>
            <a:off x="2860191" y="3745414"/>
            <a:ext cx="6350" cy="446830"/>
          </a:xfrm>
          <a:custGeom>
            <a:avLst/>
            <a:gdLst/>
            <a:ahLst/>
            <a:cxnLst/>
            <a:rect l="l" t="t" r="r" b="b"/>
            <a:pathLst>
              <a:path w="6350" h="446830">
                <a:moveTo>
                  <a:pt x="0" y="446830"/>
                </a:moveTo>
                <a:cubicBezTo>
                  <a:pt x="0" y="223415"/>
                  <a:pt x="0" y="223415"/>
                  <a:pt x="0" y="0"/>
                </a:cubicBezTo>
              </a:path>
            </a:pathLst>
          </a:custGeom>
          <a:ln w="8255">
            <a:solidFill>
              <a:srgbClr val="BABAB9"/>
            </a:solidFill>
            <a:prstDash val="solid"/>
          </a:ln>
        </p:spPr>
      </p:sp>
      <p:sp>
        <p:nvSpPr>
          <p:cNvPr id="23" name="Shape 21"/>
          <p:cNvSpPr/>
          <p:nvPr/>
        </p:nvSpPr>
        <p:spPr>
          <a:xfrm>
            <a:off x="2030520" y="3745414"/>
            <a:ext cx="829670" cy="446830"/>
          </a:xfrm>
          <a:custGeom>
            <a:avLst/>
            <a:gdLst/>
            <a:ahLst/>
            <a:cxnLst/>
            <a:rect l="l" t="t" r="r" b="b"/>
            <a:pathLst>
              <a:path w="829670" h="446830">
                <a:moveTo>
                  <a:pt x="0" y="446830"/>
                </a:moveTo>
                <a:cubicBezTo>
                  <a:pt x="0" y="223415"/>
                  <a:pt x="829670" y="223415"/>
                  <a:pt x="829670" y="0"/>
                </a:cubicBezTo>
              </a:path>
            </a:pathLst>
          </a:custGeom>
          <a:ln w="8255">
            <a:solidFill>
              <a:srgbClr val="BABAB9"/>
            </a:solidFill>
            <a:prstDash val="solid"/>
          </a:ln>
        </p:spPr>
      </p:sp>
      <p:sp>
        <p:nvSpPr>
          <p:cNvPr id="24" name="Shape 22"/>
          <p:cNvSpPr/>
          <p:nvPr/>
        </p:nvSpPr>
        <p:spPr>
          <a:xfrm>
            <a:off x="2445356" y="3745414"/>
            <a:ext cx="414835" cy="1340491"/>
          </a:xfrm>
          <a:custGeom>
            <a:avLst/>
            <a:gdLst/>
            <a:ahLst/>
            <a:cxnLst/>
            <a:rect l="l" t="t" r="r" b="b"/>
            <a:pathLst>
              <a:path w="414835" h="1340491">
                <a:moveTo>
                  <a:pt x="0" y="1340491"/>
                </a:moveTo>
                <a:cubicBezTo>
                  <a:pt x="0" y="670246"/>
                  <a:pt x="414835" y="670246"/>
                  <a:pt x="414835" y="0"/>
                </a:cubicBezTo>
              </a:path>
            </a:pathLst>
          </a:custGeom>
          <a:ln w="8255">
            <a:solidFill>
              <a:srgbClr val="BABAB9"/>
            </a:solidFill>
            <a:prstDash val="solid"/>
          </a:ln>
        </p:spPr>
      </p:sp>
      <p:sp>
        <p:nvSpPr>
          <p:cNvPr id="25" name="Shape 23"/>
          <p:cNvSpPr/>
          <p:nvPr/>
        </p:nvSpPr>
        <p:spPr>
          <a:xfrm>
            <a:off x="2445356" y="4192245"/>
            <a:ext cx="414835" cy="446830"/>
          </a:xfrm>
          <a:custGeom>
            <a:avLst/>
            <a:gdLst/>
            <a:ahLst/>
            <a:cxnLst/>
            <a:rect l="l" t="t" r="r" b="b"/>
            <a:pathLst>
              <a:path w="414835" h="446830">
                <a:moveTo>
                  <a:pt x="0" y="446830"/>
                </a:moveTo>
                <a:cubicBezTo>
                  <a:pt x="0" y="223415"/>
                  <a:pt x="414835" y="223415"/>
                  <a:pt x="414835" y="0"/>
                </a:cubicBezTo>
              </a:path>
            </a:pathLst>
          </a:custGeom>
          <a:ln w="8255">
            <a:solidFill>
              <a:srgbClr val="BABAB9"/>
            </a:solidFill>
            <a:prstDash val="solid"/>
          </a:ln>
        </p:spPr>
      </p:sp>
      <p:sp>
        <p:nvSpPr>
          <p:cNvPr id="26" name="Shape 24"/>
          <p:cNvSpPr/>
          <p:nvPr/>
        </p:nvSpPr>
        <p:spPr>
          <a:xfrm>
            <a:off x="1337658" y="4192245"/>
            <a:ext cx="1522533" cy="893661"/>
          </a:xfrm>
          <a:custGeom>
            <a:avLst/>
            <a:gdLst/>
            <a:ahLst/>
            <a:cxnLst/>
            <a:rect l="l" t="t" r="r" b="b"/>
            <a:pathLst>
              <a:path w="1522533" h="893661">
                <a:moveTo>
                  <a:pt x="0" y="893661"/>
                </a:moveTo>
                <a:cubicBezTo>
                  <a:pt x="0" y="446830"/>
                  <a:pt x="1522533" y="446830"/>
                  <a:pt x="1522533" y="0"/>
                </a:cubicBezTo>
              </a:path>
            </a:pathLst>
          </a:custGeom>
          <a:ln w="8255">
            <a:solidFill>
              <a:srgbClr val="BABAB9"/>
            </a:solidFill>
            <a:prstDash val="solid"/>
          </a:ln>
        </p:spPr>
      </p:sp>
      <p:sp>
        <p:nvSpPr>
          <p:cNvPr id="27" name="Shape 25"/>
          <p:cNvSpPr/>
          <p:nvPr/>
        </p:nvSpPr>
        <p:spPr>
          <a:xfrm>
            <a:off x="715405" y="4639075"/>
            <a:ext cx="414835" cy="6350"/>
          </a:xfrm>
          <a:custGeom>
            <a:avLst/>
            <a:gdLst/>
            <a:ahLst/>
            <a:cxnLst/>
            <a:rect l="l" t="t" r="r" b="b"/>
            <a:pathLst>
              <a:path w="414835" h="6350">
                <a:moveTo>
                  <a:pt x="0" y="0"/>
                </a:moveTo>
                <a:cubicBezTo>
                  <a:pt x="0" y="0"/>
                  <a:pt x="414835" y="0"/>
                  <a:pt x="414835" y="0"/>
                </a:cubicBezTo>
              </a:path>
            </a:pathLst>
          </a:custGeom>
          <a:ln w="8255">
            <a:solidFill>
              <a:srgbClr val="BABAB9"/>
            </a:solidFill>
            <a:prstDash val="solid"/>
          </a:ln>
        </p:spPr>
      </p:sp>
      <p:sp>
        <p:nvSpPr>
          <p:cNvPr id="28" name="Shape 26"/>
          <p:cNvSpPr/>
          <p:nvPr/>
        </p:nvSpPr>
        <p:spPr>
          <a:xfrm>
            <a:off x="715405" y="4639075"/>
            <a:ext cx="622253" cy="446830"/>
          </a:xfrm>
          <a:custGeom>
            <a:avLst/>
            <a:gdLst/>
            <a:ahLst/>
            <a:cxnLst/>
            <a:rect l="l" t="t" r="r" b="b"/>
            <a:pathLst>
              <a:path w="622253" h="446830">
                <a:moveTo>
                  <a:pt x="622253" y="446830"/>
                </a:moveTo>
                <a:cubicBezTo>
                  <a:pt x="622253" y="223415"/>
                  <a:pt x="0" y="223415"/>
                  <a:pt x="0" y="0"/>
                </a:cubicBezTo>
              </a:path>
            </a:pathLst>
          </a:custGeom>
          <a:ln w="8255">
            <a:solidFill>
              <a:srgbClr val="BABAB9"/>
            </a:solidFill>
            <a:prstDash val="solid"/>
          </a:ln>
        </p:spPr>
      </p:sp>
      <p:sp>
        <p:nvSpPr>
          <p:cNvPr id="29" name="Shape 27"/>
          <p:cNvSpPr/>
          <p:nvPr/>
        </p:nvSpPr>
        <p:spPr>
          <a:xfrm>
            <a:off x="2445356" y="2851753"/>
            <a:ext cx="1522533" cy="893661"/>
          </a:xfrm>
          <a:custGeom>
            <a:avLst/>
            <a:gdLst/>
            <a:ahLst/>
            <a:cxnLst/>
            <a:rect l="l" t="t" r="r" b="b"/>
            <a:pathLst>
              <a:path w="1522533" h="893661">
                <a:moveTo>
                  <a:pt x="0" y="893661"/>
                </a:moveTo>
                <a:cubicBezTo>
                  <a:pt x="0" y="446830"/>
                  <a:pt x="1522533" y="446830"/>
                  <a:pt x="1522533" y="0"/>
                </a:cubicBezTo>
              </a:path>
            </a:pathLst>
          </a:custGeom>
          <a:ln w="8255">
            <a:solidFill>
              <a:srgbClr val="BABAB9"/>
            </a:solidFill>
            <a:prstDash val="solid"/>
          </a:ln>
        </p:spPr>
      </p:sp>
      <p:sp>
        <p:nvSpPr>
          <p:cNvPr id="30" name="Shape 28"/>
          <p:cNvSpPr/>
          <p:nvPr/>
        </p:nvSpPr>
        <p:spPr>
          <a:xfrm>
            <a:off x="2445356" y="3298584"/>
            <a:ext cx="1522533" cy="446830"/>
          </a:xfrm>
          <a:custGeom>
            <a:avLst/>
            <a:gdLst/>
            <a:ahLst/>
            <a:cxnLst/>
            <a:rect l="l" t="t" r="r" b="b"/>
            <a:pathLst>
              <a:path w="1522533" h="446830">
                <a:moveTo>
                  <a:pt x="0" y="446830"/>
                </a:moveTo>
                <a:cubicBezTo>
                  <a:pt x="0" y="223415"/>
                  <a:pt x="1522533" y="223415"/>
                  <a:pt x="1522533" y="0"/>
                </a:cubicBezTo>
              </a:path>
            </a:pathLst>
          </a:custGeom>
          <a:ln w="8255">
            <a:solidFill>
              <a:srgbClr val="BABAB9"/>
            </a:solidFill>
            <a:prstDash val="solid"/>
          </a:ln>
        </p:spPr>
      </p:sp>
      <p:sp>
        <p:nvSpPr>
          <p:cNvPr id="31" name="Shape 29"/>
          <p:cNvSpPr/>
          <p:nvPr/>
        </p:nvSpPr>
        <p:spPr>
          <a:xfrm>
            <a:off x="7079152" y="2851753"/>
            <a:ext cx="6350" cy="893661"/>
          </a:xfrm>
          <a:custGeom>
            <a:avLst/>
            <a:gdLst/>
            <a:ahLst/>
            <a:cxnLst/>
            <a:rect l="l" t="t" r="r" b="b"/>
            <a:pathLst>
              <a:path w="6350" h="893661">
                <a:moveTo>
                  <a:pt x="0" y="893661"/>
                </a:moveTo>
                <a:cubicBezTo>
                  <a:pt x="0" y="446830"/>
                  <a:pt x="0" y="446830"/>
                  <a:pt x="0" y="0"/>
                </a:cubicBezTo>
              </a:path>
            </a:pathLst>
          </a:custGeom>
          <a:ln w="8255">
            <a:solidFill>
              <a:srgbClr val="BABAB9"/>
            </a:solidFill>
            <a:prstDash val="solid"/>
          </a:ln>
        </p:spPr>
      </p:sp>
      <p:sp>
        <p:nvSpPr>
          <p:cNvPr id="32" name="Shape 30"/>
          <p:cNvSpPr/>
          <p:nvPr/>
        </p:nvSpPr>
        <p:spPr>
          <a:xfrm>
            <a:off x="2030520" y="4192245"/>
            <a:ext cx="414835" cy="6350"/>
          </a:xfrm>
          <a:custGeom>
            <a:avLst/>
            <a:gdLst/>
            <a:ahLst/>
            <a:cxnLst/>
            <a:rect l="l" t="t" r="r" b="b"/>
            <a:pathLst>
              <a:path w="414835" h="6350">
                <a:moveTo>
                  <a:pt x="0" y="0"/>
                </a:moveTo>
                <a:cubicBezTo>
                  <a:pt x="0" y="0"/>
                  <a:pt x="414835" y="0"/>
                  <a:pt x="414835" y="0"/>
                </a:cubicBezTo>
              </a:path>
            </a:pathLst>
          </a:custGeom>
          <a:ln w="8255">
            <a:solidFill>
              <a:srgbClr val="BABAB9"/>
            </a:solidFill>
            <a:prstDash val="solid"/>
          </a:ln>
        </p:spPr>
      </p:sp>
      <p:sp>
        <p:nvSpPr>
          <p:cNvPr id="33" name="Shape 31"/>
          <p:cNvSpPr/>
          <p:nvPr/>
        </p:nvSpPr>
        <p:spPr>
          <a:xfrm>
            <a:off x="2445356" y="4192245"/>
            <a:ext cx="6350" cy="893661"/>
          </a:xfrm>
          <a:custGeom>
            <a:avLst/>
            <a:gdLst/>
            <a:ahLst/>
            <a:cxnLst/>
            <a:rect l="l" t="t" r="r" b="b"/>
            <a:pathLst>
              <a:path w="6350" h="893661">
                <a:moveTo>
                  <a:pt x="0" y="893661"/>
                </a:moveTo>
                <a:cubicBezTo>
                  <a:pt x="0" y="446830"/>
                  <a:pt x="0" y="446830"/>
                  <a:pt x="0" y="0"/>
                </a:cubicBezTo>
              </a:path>
            </a:pathLst>
          </a:custGeom>
          <a:ln w="8255">
            <a:solidFill>
              <a:srgbClr val="BABAB9"/>
            </a:solidFill>
            <a:prstDash val="solid"/>
          </a:ln>
        </p:spPr>
      </p:sp>
      <p:sp>
        <p:nvSpPr>
          <p:cNvPr id="34" name="Shape 32"/>
          <p:cNvSpPr/>
          <p:nvPr/>
        </p:nvSpPr>
        <p:spPr>
          <a:xfrm>
            <a:off x="715405" y="4192245"/>
            <a:ext cx="1315116" cy="446830"/>
          </a:xfrm>
          <a:custGeom>
            <a:avLst/>
            <a:gdLst/>
            <a:ahLst/>
            <a:cxnLst/>
            <a:rect l="l" t="t" r="r" b="b"/>
            <a:pathLst>
              <a:path w="1315116" h="446830">
                <a:moveTo>
                  <a:pt x="0" y="446830"/>
                </a:moveTo>
                <a:cubicBezTo>
                  <a:pt x="0" y="223415"/>
                  <a:pt x="1315116" y="223415"/>
                  <a:pt x="1315116" y="0"/>
                </a:cubicBezTo>
              </a:path>
            </a:pathLst>
          </a:custGeom>
          <a:ln w="8255">
            <a:solidFill>
              <a:srgbClr val="BABAB9"/>
            </a:solidFill>
            <a:prstDash val="solid"/>
          </a:ln>
        </p:spPr>
      </p:sp>
      <p:sp>
        <p:nvSpPr>
          <p:cNvPr id="35" name="Shape 33"/>
          <p:cNvSpPr/>
          <p:nvPr/>
        </p:nvSpPr>
        <p:spPr>
          <a:xfrm>
            <a:off x="2030520" y="4192245"/>
            <a:ext cx="414835" cy="446830"/>
          </a:xfrm>
          <a:custGeom>
            <a:avLst/>
            <a:gdLst/>
            <a:ahLst/>
            <a:cxnLst/>
            <a:rect l="l" t="t" r="r" b="b"/>
            <a:pathLst>
              <a:path w="414835" h="446830">
                <a:moveTo>
                  <a:pt x="414835" y="446830"/>
                </a:moveTo>
                <a:cubicBezTo>
                  <a:pt x="414835" y="223415"/>
                  <a:pt x="0" y="223415"/>
                  <a:pt x="0" y="0"/>
                </a:cubicBezTo>
              </a:path>
            </a:pathLst>
          </a:custGeom>
          <a:ln w="8255">
            <a:solidFill>
              <a:srgbClr val="BABAB9"/>
            </a:solidFill>
            <a:prstDash val="solid"/>
          </a:ln>
        </p:spPr>
      </p:sp>
      <p:sp>
        <p:nvSpPr>
          <p:cNvPr id="36" name="Shape 34"/>
          <p:cNvSpPr/>
          <p:nvPr/>
        </p:nvSpPr>
        <p:spPr>
          <a:xfrm>
            <a:off x="2030520" y="4192245"/>
            <a:ext cx="414835" cy="893661"/>
          </a:xfrm>
          <a:custGeom>
            <a:avLst/>
            <a:gdLst/>
            <a:ahLst/>
            <a:cxnLst/>
            <a:rect l="l" t="t" r="r" b="b"/>
            <a:pathLst>
              <a:path w="414835" h="893661">
                <a:moveTo>
                  <a:pt x="414835" y="893661"/>
                </a:moveTo>
                <a:cubicBezTo>
                  <a:pt x="414835" y="446830"/>
                  <a:pt x="0" y="446830"/>
                  <a:pt x="0" y="0"/>
                </a:cubicBezTo>
              </a:path>
            </a:pathLst>
          </a:custGeom>
          <a:ln w="8255">
            <a:solidFill>
              <a:srgbClr val="BABAB9"/>
            </a:solidFill>
            <a:prstDash val="solid"/>
          </a:ln>
        </p:spPr>
      </p:sp>
      <p:sp>
        <p:nvSpPr>
          <p:cNvPr id="37" name="Shape 35"/>
          <p:cNvSpPr/>
          <p:nvPr/>
        </p:nvSpPr>
        <p:spPr>
          <a:xfrm>
            <a:off x="2860191" y="2404923"/>
            <a:ext cx="1107698" cy="1340491"/>
          </a:xfrm>
          <a:custGeom>
            <a:avLst/>
            <a:gdLst/>
            <a:ahLst/>
            <a:cxnLst/>
            <a:rect l="l" t="t" r="r" b="b"/>
            <a:pathLst>
              <a:path w="1107698" h="1340491">
                <a:moveTo>
                  <a:pt x="0" y="1340491"/>
                </a:moveTo>
                <a:cubicBezTo>
                  <a:pt x="0" y="670246"/>
                  <a:pt x="1107698" y="670246"/>
                  <a:pt x="1107698" y="0"/>
                </a:cubicBezTo>
              </a:path>
            </a:pathLst>
          </a:custGeom>
          <a:ln w="8255">
            <a:solidFill>
              <a:srgbClr val="BABAB9"/>
            </a:solidFill>
            <a:prstDash val="solid"/>
          </a:ln>
        </p:spPr>
      </p:sp>
      <p:sp>
        <p:nvSpPr>
          <p:cNvPr id="38" name="Shape 36"/>
          <p:cNvSpPr/>
          <p:nvPr/>
        </p:nvSpPr>
        <p:spPr>
          <a:xfrm>
            <a:off x="3967889" y="2404923"/>
            <a:ext cx="6350" cy="446830"/>
          </a:xfrm>
          <a:custGeom>
            <a:avLst/>
            <a:gdLst/>
            <a:ahLst/>
            <a:cxnLst/>
            <a:rect l="l" t="t" r="r" b="b"/>
            <a:pathLst>
              <a:path w="6350" h="446830">
                <a:moveTo>
                  <a:pt x="0" y="446830"/>
                </a:moveTo>
                <a:cubicBezTo>
                  <a:pt x="0" y="223415"/>
                  <a:pt x="0" y="223415"/>
                  <a:pt x="0" y="0"/>
                </a:cubicBezTo>
              </a:path>
            </a:pathLst>
          </a:custGeom>
          <a:ln w="8255">
            <a:solidFill>
              <a:srgbClr val="BABAB9"/>
            </a:solidFill>
            <a:prstDash val="solid"/>
          </a:ln>
        </p:spPr>
      </p:sp>
      <p:sp>
        <p:nvSpPr>
          <p:cNvPr id="39" name="Shape 37"/>
          <p:cNvSpPr/>
          <p:nvPr/>
        </p:nvSpPr>
        <p:spPr>
          <a:xfrm>
            <a:off x="4175306" y="3298584"/>
            <a:ext cx="1337181" cy="446830"/>
          </a:xfrm>
          <a:custGeom>
            <a:avLst/>
            <a:gdLst/>
            <a:ahLst/>
            <a:cxnLst/>
            <a:rect l="l" t="t" r="r" b="b"/>
            <a:pathLst>
              <a:path w="1337181" h="446830">
                <a:moveTo>
                  <a:pt x="0" y="446830"/>
                </a:moveTo>
                <a:cubicBezTo>
                  <a:pt x="0" y="223415"/>
                  <a:pt x="1337181" y="223415"/>
                  <a:pt x="1337181" y="0"/>
                </a:cubicBezTo>
              </a:path>
            </a:pathLst>
          </a:custGeom>
          <a:ln w="8255">
            <a:solidFill>
              <a:srgbClr val="BABAB9"/>
            </a:solidFill>
            <a:prstDash val="solid"/>
          </a:ln>
        </p:spPr>
      </p:sp>
      <p:sp>
        <p:nvSpPr>
          <p:cNvPr id="40" name="Shape 38"/>
          <p:cNvSpPr/>
          <p:nvPr/>
        </p:nvSpPr>
        <p:spPr>
          <a:xfrm>
            <a:off x="4175306" y="2851753"/>
            <a:ext cx="1544599" cy="893661"/>
          </a:xfrm>
          <a:custGeom>
            <a:avLst/>
            <a:gdLst/>
            <a:ahLst/>
            <a:cxnLst/>
            <a:rect l="l" t="t" r="r" b="b"/>
            <a:pathLst>
              <a:path w="1544599" h="893661">
                <a:moveTo>
                  <a:pt x="0" y="893661"/>
                </a:moveTo>
                <a:cubicBezTo>
                  <a:pt x="0" y="446830"/>
                  <a:pt x="1544599" y="446830"/>
                  <a:pt x="1544599" y="0"/>
                </a:cubicBezTo>
              </a:path>
            </a:pathLst>
          </a:custGeom>
          <a:ln w="8255">
            <a:solidFill>
              <a:srgbClr val="BABAB9"/>
            </a:solidFill>
            <a:prstDash val="solid"/>
          </a:ln>
        </p:spPr>
      </p:sp>
      <p:sp>
        <p:nvSpPr>
          <p:cNvPr id="41" name="Shape 39"/>
          <p:cNvSpPr/>
          <p:nvPr/>
        </p:nvSpPr>
        <p:spPr>
          <a:xfrm>
            <a:off x="2860191" y="2404923"/>
            <a:ext cx="2652297" cy="1787322"/>
          </a:xfrm>
          <a:custGeom>
            <a:avLst/>
            <a:gdLst/>
            <a:ahLst/>
            <a:cxnLst/>
            <a:rect l="l" t="t" r="r" b="b"/>
            <a:pathLst>
              <a:path w="2652297" h="1787322">
                <a:moveTo>
                  <a:pt x="0" y="1787322"/>
                </a:moveTo>
                <a:cubicBezTo>
                  <a:pt x="0" y="893661"/>
                  <a:pt x="2652297" y="893661"/>
                  <a:pt x="2652297" y="0"/>
                </a:cubicBezTo>
              </a:path>
            </a:pathLst>
          </a:custGeom>
          <a:ln w="8255">
            <a:solidFill>
              <a:srgbClr val="BABAB9"/>
            </a:solidFill>
            <a:prstDash val="solid"/>
          </a:ln>
        </p:spPr>
      </p:sp>
      <p:sp>
        <p:nvSpPr>
          <p:cNvPr id="42" name="Shape 40"/>
          <p:cNvSpPr/>
          <p:nvPr/>
        </p:nvSpPr>
        <p:spPr>
          <a:xfrm>
            <a:off x="3760471" y="3745414"/>
            <a:ext cx="414835" cy="6350"/>
          </a:xfrm>
          <a:custGeom>
            <a:avLst/>
            <a:gdLst/>
            <a:ahLst/>
            <a:cxnLst/>
            <a:rect l="l" t="t" r="r" b="b"/>
            <a:pathLst>
              <a:path w="414835" h="6350">
                <a:moveTo>
                  <a:pt x="414835" y="0"/>
                </a:moveTo>
                <a:cubicBezTo>
                  <a:pt x="414835" y="0"/>
                  <a:pt x="0" y="0"/>
                  <a:pt x="0" y="0"/>
                </a:cubicBezTo>
              </a:path>
            </a:pathLst>
          </a:custGeom>
          <a:ln w="8255">
            <a:solidFill>
              <a:srgbClr val="BABAB9"/>
            </a:solidFill>
            <a:prstDash val="solid"/>
          </a:ln>
        </p:spPr>
      </p:sp>
      <p:sp>
        <p:nvSpPr>
          <p:cNvPr id="43" name="Shape 41"/>
          <p:cNvSpPr/>
          <p:nvPr/>
        </p:nvSpPr>
        <p:spPr>
          <a:xfrm>
            <a:off x="3967889" y="2851753"/>
            <a:ext cx="1337181" cy="6350"/>
          </a:xfrm>
          <a:custGeom>
            <a:avLst/>
            <a:gdLst/>
            <a:ahLst/>
            <a:cxnLst/>
            <a:rect l="l" t="t" r="r" b="b"/>
            <a:pathLst>
              <a:path w="1337181" h="6350">
                <a:moveTo>
                  <a:pt x="0" y="0"/>
                </a:moveTo>
                <a:cubicBezTo>
                  <a:pt x="0" y="0"/>
                  <a:pt x="1337181" y="0"/>
                  <a:pt x="1337181" y="0"/>
                </a:cubicBezTo>
              </a:path>
            </a:pathLst>
          </a:custGeom>
          <a:ln w="8255">
            <a:solidFill>
              <a:srgbClr val="BABAB9"/>
            </a:solidFill>
            <a:prstDash val="solid"/>
          </a:ln>
        </p:spPr>
      </p:sp>
      <p:sp>
        <p:nvSpPr>
          <p:cNvPr id="44" name="Shape 42"/>
          <p:cNvSpPr/>
          <p:nvPr/>
        </p:nvSpPr>
        <p:spPr>
          <a:xfrm>
            <a:off x="4175306" y="2851753"/>
            <a:ext cx="1129764" cy="893661"/>
          </a:xfrm>
          <a:custGeom>
            <a:avLst/>
            <a:gdLst/>
            <a:ahLst/>
            <a:cxnLst/>
            <a:rect l="l" t="t" r="r" b="b"/>
            <a:pathLst>
              <a:path w="1129764" h="893661">
                <a:moveTo>
                  <a:pt x="0" y="893661"/>
                </a:moveTo>
                <a:cubicBezTo>
                  <a:pt x="0" y="446830"/>
                  <a:pt x="1129764" y="446830"/>
                  <a:pt x="1129764" y="0"/>
                </a:cubicBezTo>
              </a:path>
            </a:pathLst>
          </a:custGeom>
          <a:ln w="8255">
            <a:solidFill>
              <a:srgbClr val="BABAB9"/>
            </a:solidFill>
            <a:prstDash val="solid"/>
          </a:ln>
        </p:spPr>
      </p:sp>
      <p:sp>
        <p:nvSpPr>
          <p:cNvPr id="45" name="Shape 43"/>
          <p:cNvSpPr/>
          <p:nvPr/>
        </p:nvSpPr>
        <p:spPr>
          <a:xfrm>
            <a:off x="2860191" y="3745414"/>
            <a:ext cx="1315116" cy="6350"/>
          </a:xfrm>
          <a:custGeom>
            <a:avLst/>
            <a:gdLst/>
            <a:ahLst/>
            <a:cxnLst/>
            <a:rect l="l" t="t" r="r" b="b"/>
            <a:pathLst>
              <a:path w="1315116" h="6350">
                <a:moveTo>
                  <a:pt x="0" y="0"/>
                </a:moveTo>
                <a:cubicBezTo>
                  <a:pt x="0" y="0"/>
                  <a:pt x="1315116" y="0"/>
                  <a:pt x="1315116" y="0"/>
                </a:cubicBezTo>
              </a:path>
            </a:pathLst>
          </a:custGeom>
          <a:ln w="8255">
            <a:solidFill>
              <a:srgbClr val="BABAB9"/>
            </a:solidFill>
            <a:prstDash val="solid"/>
          </a:ln>
        </p:spPr>
      </p:sp>
      <p:sp>
        <p:nvSpPr>
          <p:cNvPr id="46" name="Shape 44"/>
          <p:cNvSpPr/>
          <p:nvPr/>
        </p:nvSpPr>
        <p:spPr>
          <a:xfrm>
            <a:off x="2030520" y="3745414"/>
            <a:ext cx="829670" cy="446830"/>
          </a:xfrm>
          <a:custGeom>
            <a:avLst/>
            <a:gdLst/>
            <a:ahLst/>
            <a:cxnLst/>
            <a:rect l="l" t="t" r="r" b="b"/>
            <a:pathLst>
              <a:path w="829670" h="446830">
                <a:moveTo>
                  <a:pt x="829670" y="446830"/>
                </a:moveTo>
                <a:cubicBezTo>
                  <a:pt x="829670" y="223415"/>
                  <a:pt x="0" y="223415"/>
                  <a:pt x="0" y="0"/>
                </a:cubicBezTo>
              </a:path>
            </a:pathLst>
          </a:custGeom>
          <a:ln w="8255">
            <a:solidFill>
              <a:srgbClr val="BABAB9"/>
            </a:solidFill>
            <a:prstDash val="solid"/>
          </a:ln>
        </p:spPr>
      </p:sp>
      <p:sp>
        <p:nvSpPr>
          <p:cNvPr id="47" name="Shape 45"/>
          <p:cNvSpPr/>
          <p:nvPr/>
        </p:nvSpPr>
        <p:spPr>
          <a:xfrm>
            <a:off x="1337658" y="3745414"/>
            <a:ext cx="692863" cy="1340491"/>
          </a:xfrm>
          <a:custGeom>
            <a:avLst/>
            <a:gdLst/>
            <a:ahLst/>
            <a:cxnLst/>
            <a:rect l="l" t="t" r="r" b="b"/>
            <a:pathLst>
              <a:path w="692863" h="1340491">
                <a:moveTo>
                  <a:pt x="0" y="1340491"/>
                </a:moveTo>
                <a:cubicBezTo>
                  <a:pt x="0" y="670246"/>
                  <a:pt x="692863" y="670246"/>
                  <a:pt x="692863" y="0"/>
                </a:cubicBezTo>
              </a:path>
            </a:pathLst>
          </a:custGeom>
          <a:ln w="8255">
            <a:solidFill>
              <a:srgbClr val="BABAB9"/>
            </a:solidFill>
            <a:prstDash val="solid"/>
          </a:ln>
        </p:spPr>
      </p:sp>
      <p:sp>
        <p:nvSpPr>
          <p:cNvPr id="48" name="Shape 46"/>
          <p:cNvSpPr/>
          <p:nvPr/>
        </p:nvSpPr>
        <p:spPr>
          <a:xfrm>
            <a:off x="5457625" y="3690552"/>
            <a:ext cx="109725" cy="109725"/>
          </a:xfrm>
          <a:prstGeom prst="ellipse">
            <a:avLst/>
          </a:prstGeom>
          <a:solidFill>
            <a:srgbClr val="FFFFFF"/>
          </a:solidFill>
          <a:ln w="12700">
            <a:solidFill>
              <a:srgbClr val="9A9A98"/>
            </a:solidFill>
            <a:prstDash val="solid"/>
          </a:ln>
        </p:spPr>
      </p:sp>
      <p:sp>
        <p:nvSpPr>
          <p:cNvPr id="49" name="Shape 47"/>
          <p:cNvSpPr/>
          <p:nvPr/>
        </p:nvSpPr>
        <p:spPr>
          <a:xfrm>
            <a:off x="2805328" y="4137382"/>
            <a:ext cx="109725" cy="109725"/>
          </a:xfrm>
          <a:prstGeom prst="ellipse">
            <a:avLst/>
          </a:prstGeom>
          <a:solidFill>
            <a:srgbClr val="FFFFFF"/>
          </a:solidFill>
          <a:ln w="12700">
            <a:solidFill>
              <a:srgbClr val="9A9A98"/>
            </a:solidFill>
            <a:prstDash val="solid"/>
          </a:ln>
        </p:spPr>
      </p:sp>
      <p:sp>
        <p:nvSpPr>
          <p:cNvPr id="50" name="Shape 48"/>
          <p:cNvSpPr/>
          <p:nvPr/>
        </p:nvSpPr>
        <p:spPr>
          <a:xfrm>
            <a:off x="5464038" y="3249849"/>
            <a:ext cx="97153" cy="97153"/>
          </a:xfrm>
          <a:prstGeom prst="rect">
            <a:avLst/>
          </a:prstGeom>
          <a:solidFill>
            <a:srgbClr val="FFFFFF"/>
          </a:solidFill>
          <a:ln w="12700">
            <a:solidFill>
              <a:srgbClr val="9A9A98"/>
            </a:solidFill>
            <a:prstDash val="solid"/>
          </a:ln>
        </p:spPr>
      </p:sp>
      <p:sp>
        <p:nvSpPr>
          <p:cNvPr id="51" name="Shape 49"/>
          <p:cNvSpPr/>
          <p:nvPr/>
        </p:nvSpPr>
        <p:spPr>
          <a:xfrm>
            <a:off x="5321802" y="1767161"/>
            <a:ext cx="381625" cy="381625"/>
          </a:xfrm>
          <a:prstGeom prst="diamond">
            <a:avLst/>
          </a:prstGeom>
          <a:solidFill>
            <a:srgbClr val="FFFFFF"/>
          </a:solidFill>
          <a:ln w="19050">
            <a:solidFill>
              <a:srgbClr val="1A1A16"/>
            </a:solidFill>
            <a:prstDash val="solid"/>
          </a:ln>
        </p:spPr>
      </p:sp>
      <p:sp>
        <p:nvSpPr>
          <p:cNvPr id="52" name="Shape 50"/>
          <p:cNvSpPr/>
          <p:nvPr/>
        </p:nvSpPr>
        <p:spPr>
          <a:xfrm>
            <a:off x="2382365" y="4129254"/>
            <a:ext cx="125981" cy="125981"/>
          </a:xfrm>
          <a:prstGeom prst="ellipse">
            <a:avLst/>
          </a:prstGeom>
          <a:solidFill>
            <a:srgbClr val="FFFFFF"/>
          </a:solidFill>
          <a:ln w="12700">
            <a:solidFill>
              <a:srgbClr val="8F8F8D"/>
            </a:solidFill>
            <a:prstDash val="solid"/>
          </a:ln>
        </p:spPr>
      </p:sp>
      <p:sp>
        <p:nvSpPr>
          <p:cNvPr id="53" name="Shape 51"/>
          <p:cNvSpPr/>
          <p:nvPr/>
        </p:nvSpPr>
        <p:spPr>
          <a:xfrm>
            <a:off x="2393255" y="5025264"/>
            <a:ext cx="104137" cy="121282"/>
          </a:xfrm>
          <a:prstGeom prst="hexagon">
            <a:avLst/>
          </a:prstGeom>
          <a:solidFill>
            <a:srgbClr val="FFFFFF"/>
          </a:solidFill>
          <a:ln w="12700">
            <a:solidFill>
              <a:srgbClr val="9A9A98"/>
            </a:solidFill>
            <a:prstDash val="solid"/>
          </a:ln>
        </p:spPr>
      </p:sp>
      <p:sp>
        <p:nvSpPr>
          <p:cNvPr id="54" name="Shape 52"/>
          <p:cNvSpPr/>
          <p:nvPr/>
        </p:nvSpPr>
        <p:spPr>
          <a:xfrm>
            <a:off x="455919" y="5025264"/>
            <a:ext cx="104137" cy="121282"/>
          </a:xfrm>
          <a:prstGeom prst="hexagon">
            <a:avLst/>
          </a:prstGeom>
          <a:solidFill>
            <a:srgbClr val="FFFFFF"/>
          </a:solidFill>
          <a:ln w="12700">
            <a:solidFill>
              <a:srgbClr val="9A9A98"/>
            </a:solidFill>
            <a:prstDash val="solid"/>
          </a:ln>
        </p:spPr>
      </p:sp>
      <p:sp>
        <p:nvSpPr>
          <p:cNvPr id="55" name="Shape 53"/>
          <p:cNvSpPr/>
          <p:nvPr/>
        </p:nvSpPr>
        <p:spPr>
          <a:xfrm>
            <a:off x="5256399" y="2802820"/>
            <a:ext cx="97153" cy="97788"/>
          </a:xfrm>
          <a:prstGeom prst="rect">
            <a:avLst/>
          </a:prstGeom>
          <a:solidFill>
            <a:srgbClr val="FFFFFF"/>
          </a:solidFill>
          <a:ln w="12700">
            <a:solidFill>
              <a:srgbClr val="9A9A98"/>
            </a:solidFill>
            <a:prstDash val="solid"/>
          </a:ln>
        </p:spPr>
      </p:sp>
      <p:sp>
        <p:nvSpPr>
          <p:cNvPr id="56" name="Shape 54"/>
          <p:cNvSpPr/>
          <p:nvPr/>
        </p:nvSpPr>
        <p:spPr>
          <a:xfrm>
            <a:off x="1071313" y="4580148"/>
            <a:ext cx="117853" cy="117853"/>
          </a:xfrm>
          <a:prstGeom prst="ellipse">
            <a:avLst/>
          </a:prstGeom>
          <a:solidFill>
            <a:srgbClr val="FFFFFF"/>
          </a:solidFill>
          <a:ln w="12700">
            <a:solidFill>
              <a:srgbClr val="949492"/>
            </a:solidFill>
            <a:prstDash val="solid"/>
          </a:ln>
        </p:spPr>
      </p:sp>
      <p:sp>
        <p:nvSpPr>
          <p:cNvPr id="57" name="Shape 55"/>
          <p:cNvSpPr/>
          <p:nvPr/>
        </p:nvSpPr>
        <p:spPr>
          <a:xfrm>
            <a:off x="7026734" y="5025264"/>
            <a:ext cx="104772" cy="121282"/>
          </a:xfrm>
          <a:prstGeom prst="hexagon">
            <a:avLst/>
          </a:prstGeom>
          <a:solidFill>
            <a:srgbClr val="FFFFFF"/>
          </a:solidFill>
          <a:ln w="12700">
            <a:solidFill>
              <a:srgbClr val="9A9A98"/>
            </a:solidFill>
            <a:prstDash val="solid"/>
          </a:ln>
        </p:spPr>
      </p:sp>
      <p:sp>
        <p:nvSpPr>
          <p:cNvPr id="58" name="Shape 56"/>
          <p:cNvSpPr/>
          <p:nvPr/>
        </p:nvSpPr>
        <p:spPr>
          <a:xfrm>
            <a:off x="3899438" y="2336107"/>
            <a:ext cx="137157" cy="137792"/>
          </a:xfrm>
          <a:prstGeom prst="diamond">
            <a:avLst/>
          </a:prstGeom>
          <a:solidFill>
            <a:srgbClr val="FFFFFF"/>
          </a:solidFill>
          <a:ln w="12700">
            <a:solidFill>
              <a:srgbClr val="9A9A98"/>
            </a:solidFill>
            <a:prstDash val="solid"/>
          </a:ln>
        </p:spPr>
      </p:sp>
      <p:sp>
        <p:nvSpPr>
          <p:cNvPr id="59" name="Shape 57"/>
          <p:cNvSpPr/>
          <p:nvPr/>
        </p:nvSpPr>
        <p:spPr>
          <a:xfrm>
            <a:off x="4120444" y="3690552"/>
            <a:ext cx="109725" cy="109725"/>
          </a:xfrm>
          <a:prstGeom prst="ellipse">
            <a:avLst/>
          </a:prstGeom>
          <a:solidFill>
            <a:srgbClr val="FFFFFF"/>
          </a:solidFill>
          <a:ln w="12700">
            <a:solidFill>
              <a:srgbClr val="9A9A98"/>
            </a:solidFill>
            <a:prstDash val="solid"/>
          </a:ln>
        </p:spPr>
      </p:sp>
      <p:sp>
        <p:nvSpPr>
          <p:cNvPr id="60" name="Shape 58"/>
          <p:cNvSpPr/>
          <p:nvPr/>
        </p:nvSpPr>
        <p:spPr>
          <a:xfrm>
            <a:off x="2390493" y="4584212"/>
            <a:ext cx="109725" cy="109725"/>
          </a:xfrm>
          <a:prstGeom prst="ellipse">
            <a:avLst/>
          </a:prstGeom>
          <a:solidFill>
            <a:srgbClr val="FFFFFF"/>
          </a:solidFill>
          <a:ln w="12700">
            <a:solidFill>
              <a:srgbClr val="9A9A98"/>
            </a:solidFill>
            <a:prstDash val="solid"/>
          </a:ln>
        </p:spPr>
      </p:sp>
      <p:sp>
        <p:nvSpPr>
          <p:cNvPr id="61" name="Shape 59"/>
          <p:cNvSpPr/>
          <p:nvPr/>
        </p:nvSpPr>
        <p:spPr>
          <a:xfrm>
            <a:off x="870563" y="5025264"/>
            <a:ext cx="104772" cy="121282"/>
          </a:xfrm>
          <a:prstGeom prst="hexagon">
            <a:avLst/>
          </a:prstGeom>
          <a:solidFill>
            <a:srgbClr val="FFFFFF"/>
          </a:solidFill>
          <a:ln w="12700">
            <a:solidFill>
              <a:srgbClr val="9A9A98"/>
            </a:solidFill>
            <a:prstDash val="solid"/>
          </a:ln>
        </p:spPr>
      </p:sp>
      <p:sp>
        <p:nvSpPr>
          <p:cNvPr id="62" name="Shape 60"/>
          <p:cNvSpPr/>
          <p:nvPr/>
        </p:nvSpPr>
        <p:spPr>
          <a:xfrm>
            <a:off x="3913026" y="3243721"/>
            <a:ext cx="109725" cy="109725"/>
          </a:xfrm>
          <a:prstGeom prst="ellipse">
            <a:avLst/>
          </a:prstGeom>
          <a:solidFill>
            <a:srgbClr val="FFFFFF"/>
          </a:solidFill>
          <a:ln w="12700">
            <a:solidFill>
              <a:srgbClr val="9A9A98"/>
            </a:solidFill>
            <a:prstDash val="solid"/>
          </a:ln>
        </p:spPr>
      </p:sp>
      <p:sp>
        <p:nvSpPr>
          <p:cNvPr id="63" name="Shape 61"/>
          <p:cNvSpPr/>
          <p:nvPr/>
        </p:nvSpPr>
        <p:spPr>
          <a:xfrm>
            <a:off x="2791390" y="3676558"/>
            <a:ext cx="137792" cy="137792"/>
          </a:xfrm>
          <a:prstGeom prst="diamond">
            <a:avLst/>
          </a:prstGeom>
          <a:solidFill>
            <a:srgbClr val="FFFFFF"/>
          </a:solidFill>
          <a:ln w="12700">
            <a:solidFill>
              <a:srgbClr val="9A9A98"/>
            </a:solidFill>
            <a:prstDash val="solid"/>
          </a:ln>
        </p:spPr>
      </p:sp>
      <p:sp>
        <p:nvSpPr>
          <p:cNvPr id="64" name="Shape 62"/>
          <p:cNvSpPr/>
          <p:nvPr/>
        </p:nvSpPr>
        <p:spPr>
          <a:xfrm>
            <a:off x="7024290" y="3690552"/>
            <a:ext cx="109725" cy="109725"/>
          </a:xfrm>
          <a:prstGeom prst="ellipse">
            <a:avLst/>
          </a:prstGeom>
          <a:solidFill>
            <a:srgbClr val="FFFFFF"/>
          </a:solidFill>
          <a:ln w="12700">
            <a:solidFill>
              <a:srgbClr val="9A9A98"/>
            </a:solidFill>
            <a:prstDash val="solid"/>
          </a:ln>
        </p:spPr>
      </p:sp>
      <p:sp>
        <p:nvSpPr>
          <p:cNvPr id="65" name="Shape 63"/>
          <p:cNvSpPr/>
          <p:nvPr/>
        </p:nvSpPr>
        <p:spPr>
          <a:xfrm>
            <a:off x="7026734" y="2799645"/>
            <a:ext cx="104772" cy="104137"/>
          </a:xfrm>
          <a:prstGeom prst="rect">
            <a:avLst/>
          </a:prstGeom>
          <a:solidFill>
            <a:srgbClr val="FFFFFF"/>
          </a:solidFill>
          <a:ln w="12700">
            <a:solidFill>
              <a:srgbClr val="949492"/>
            </a:solidFill>
            <a:prstDash val="solid"/>
          </a:ln>
        </p:spPr>
      </p:sp>
      <p:sp>
        <p:nvSpPr>
          <p:cNvPr id="66" name="Shape 64"/>
          <p:cNvSpPr/>
          <p:nvPr/>
        </p:nvSpPr>
        <p:spPr>
          <a:xfrm>
            <a:off x="5384030" y="2256099"/>
            <a:ext cx="257169" cy="222879"/>
          </a:xfrm>
          <a:prstGeom prst="triangle">
            <a:avLst/>
          </a:prstGeom>
          <a:solidFill>
            <a:srgbClr val="FFFFFF"/>
          </a:solidFill>
          <a:ln w="12700">
            <a:solidFill>
              <a:srgbClr val="646462"/>
            </a:solidFill>
            <a:prstDash val="solid"/>
          </a:ln>
        </p:spPr>
      </p:sp>
      <p:sp>
        <p:nvSpPr>
          <p:cNvPr id="67" name="Shape 65"/>
          <p:cNvSpPr/>
          <p:nvPr/>
        </p:nvSpPr>
        <p:spPr>
          <a:xfrm>
            <a:off x="2393255" y="3693068"/>
            <a:ext cx="104137" cy="104772"/>
          </a:xfrm>
          <a:prstGeom prst="rect">
            <a:avLst/>
          </a:prstGeom>
          <a:solidFill>
            <a:srgbClr val="FFFFFF"/>
          </a:solidFill>
          <a:ln w="12700">
            <a:solidFill>
              <a:srgbClr val="949492"/>
            </a:solidFill>
            <a:prstDash val="solid"/>
          </a:ln>
        </p:spPr>
      </p:sp>
      <p:sp>
        <p:nvSpPr>
          <p:cNvPr id="68" name="Shape 66"/>
          <p:cNvSpPr/>
          <p:nvPr/>
        </p:nvSpPr>
        <p:spPr>
          <a:xfrm>
            <a:off x="3904517" y="1447764"/>
            <a:ext cx="126997" cy="126997"/>
          </a:xfrm>
          <a:prstGeom prst="diamond">
            <a:avLst/>
          </a:prstGeom>
          <a:solidFill>
            <a:srgbClr val="FFFFFF"/>
          </a:solidFill>
          <a:ln w="12700">
            <a:solidFill>
              <a:srgbClr val="9F9F9D"/>
            </a:solidFill>
            <a:prstDash val="solid"/>
          </a:ln>
        </p:spPr>
      </p:sp>
      <p:sp>
        <p:nvSpPr>
          <p:cNvPr id="69" name="Shape 67"/>
          <p:cNvSpPr/>
          <p:nvPr/>
        </p:nvSpPr>
        <p:spPr>
          <a:xfrm>
            <a:off x="1981785" y="3696878"/>
            <a:ext cx="97153" cy="97153"/>
          </a:xfrm>
          <a:prstGeom prst="rect">
            <a:avLst/>
          </a:prstGeom>
          <a:solidFill>
            <a:srgbClr val="FFFFFF"/>
          </a:solidFill>
          <a:ln w="12700">
            <a:solidFill>
              <a:srgbClr val="9A9A98"/>
            </a:solidFill>
            <a:prstDash val="solid"/>
          </a:ln>
        </p:spPr>
      </p:sp>
      <p:sp>
        <p:nvSpPr>
          <p:cNvPr id="70" name="Shape 68"/>
          <p:cNvSpPr/>
          <p:nvPr/>
        </p:nvSpPr>
        <p:spPr>
          <a:xfrm>
            <a:off x="5613260" y="2728527"/>
            <a:ext cx="213355" cy="184780"/>
          </a:xfrm>
          <a:prstGeom prst="triangle">
            <a:avLst/>
          </a:prstGeom>
          <a:solidFill>
            <a:srgbClr val="FFFFFF"/>
          </a:solidFill>
          <a:ln w="12700">
            <a:solidFill>
              <a:srgbClr val="7A7A77"/>
            </a:solidFill>
            <a:prstDash val="solid"/>
          </a:ln>
        </p:spPr>
      </p:sp>
      <p:sp>
        <p:nvSpPr>
          <p:cNvPr id="71" name="Shape 69"/>
          <p:cNvSpPr/>
          <p:nvPr/>
        </p:nvSpPr>
        <p:spPr>
          <a:xfrm>
            <a:off x="3693417" y="3678360"/>
            <a:ext cx="134109" cy="134109"/>
          </a:xfrm>
          <a:prstGeom prst="ellipse">
            <a:avLst/>
          </a:prstGeom>
          <a:solidFill>
            <a:srgbClr val="FFFFFF"/>
          </a:solidFill>
          <a:ln w="12700">
            <a:solidFill>
              <a:srgbClr val="8A8A88"/>
            </a:solidFill>
            <a:prstDash val="solid"/>
          </a:ln>
        </p:spPr>
      </p:sp>
      <p:sp>
        <p:nvSpPr>
          <p:cNvPr id="72" name="Shape 70"/>
          <p:cNvSpPr/>
          <p:nvPr/>
        </p:nvSpPr>
        <p:spPr>
          <a:xfrm>
            <a:off x="3908327" y="2792025"/>
            <a:ext cx="118742" cy="119377"/>
          </a:xfrm>
          <a:prstGeom prst="rect">
            <a:avLst/>
          </a:prstGeom>
          <a:solidFill>
            <a:srgbClr val="FFFFFF"/>
          </a:solidFill>
          <a:ln w="12700">
            <a:solidFill>
              <a:srgbClr val="8A8A88"/>
            </a:solidFill>
            <a:prstDash val="solid"/>
          </a:ln>
        </p:spPr>
      </p:sp>
      <p:sp>
        <p:nvSpPr>
          <p:cNvPr id="73" name="Shape 71"/>
          <p:cNvSpPr/>
          <p:nvPr/>
        </p:nvSpPr>
        <p:spPr>
          <a:xfrm>
            <a:off x="1285208" y="5025264"/>
            <a:ext cx="104772" cy="121282"/>
          </a:xfrm>
          <a:prstGeom prst="hexagon">
            <a:avLst/>
          </a:prstGeom>
          <a:solidFill>
            <a:srgbClr val="FFFFFF"/>
          </a:solidFill>
          <a:ln w="12700">
            <a:solidFill>
              <a:srgbClr val="9A9A98"/>
            </a:solidFill>
            <a:prstDash val="solid"/>
          </a:ln>
        </p:spPr>
      </p:sp>
      <p:sp>
        <p:nvSpPr>
          <p:cNvPr id="74" name="Shape 72"/>
          <p:cNvSpPr/>
          <p:nvPr/>
        </p:nvSpPr>
        <p:spPr>
          <a:xfrm>
            <a:off x="1975658" y="4137382"/>
            <a:ext cx="109725" cy="109725"/>
          </a:xfrm>
          <a:prstGeom prst="ellipse">
            <a:avLst/>
          </a:prstGeom>
          <a:solidFill>
            <a:srgbClr val="FFFFFF"/>
          </a:solidFill>
          <a:ln w="12700">
            <a:solidFill>
              <a:srgbClr val="9A9A98"/>
            </a:solidFill>
            <a:prstDash val="solid"/>
          </a:ln>
        </p:spPr>
      </p:sp>
      <p:sp>
        <p:nvSpPr>
          <p:cNvPr id="75" name="Shape 73"/>
          <p:cNvSpPr/>
          <p:nvPr/>
        </p:nvSpPr>
        <p:spPr>
          <a:xfrm>
            <a:off x="5460228" y="5025264"/>
            <a:ext cx="104772" cy="121282"/>
          </a:xfrm>
          <a:prstGeom prst="hexagon">
            <a:avLst/>
          </a:prstGeom>
          <a:solidFill>
            <a:srgbClr val="FFFFFF"/>
          </a:solidFill>
          <a:ln w="12700">
            <a:solidFill>
              <a:srgbClr val="9A9A98"/>
            </a:solidFill>
            <a:prstDash val="solid"/>
          </a:ln>
        </p:spPr>
      </p:sp>
      <p:sp>
        <p:nvSpPr>
          <p:cNvPr id="76" name="Shape 74"/>
          <p:cNvSpPr/>
          <p:nvPr/>
        </p:nvSpPr>
        <p:spPr>
          <a:xfrm>
            <a:off x="656478" y="4580148"/>
            <a:ext cx="117853" cy="117853"/>
          </a:xfrm>
          <a:prstGeom prst="ellipse">
            <a:avLst/>
          </a:prstGeom>
          <a:solidFill>
            <a:srgbClr val="FFFFFF"/>
          </a:solidFill>
          <a:ln w="12700">
            <a:solidFill>
              <a:srgbClr val="949492"/>
            </a:solidFill>
            <a:prstDash val="solid"/>
          </a:ln>
        </p:spPr>
      </p:sp>
      <p:sp>
        <p:nvSpPr>
          <p:cNvPr id="77" name="Text 75"/>
          <p:cNvSpPr txBox="1"/>
          <p:nvPr/>
        </p:nvSpPr>
        <p:spPr>
          <a:xfrm>
            <a:off x="5855379" y="1881895"/>
            <a:ext cx="298442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the graph program  —  25</a:t>
            </a:r>
            <a:endParaRPr lang="en-US" sz="1100" dirty="0"/>
          </a:p>
        </p:txBody>
      </p:sp>
      <p:sp>
        <p:nvSpPr>
          <p:cNvPr id="78" name="Text 76"/>
          <p:cNvSpPr txBox="1"/>
          <p:nvPr/>
        </p:nvSpPr>
        <p:spPr>
          <a:xfrm>
            <a:off x="5798485" y="2328725"/>
            <a:ext cx="298442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the MWIS dual  —  11</a:t>
            </a:r>
            <a:endParaRPr lang="en-US" sz="1100" dirty="0"/>
          </a:p>
        </p:txBody>
      </p:sp>
      <p:sp>
        <p:nvSpPr>
          <p:cNvPr id="79" name="Text 77"/>
          <p:cNvSpPr txBox="1"/>
          <p:nvPr/>
        </p:nvSpPr>
        <p:spPr>
          <a:xfrm>
            <a:off x="5989647" y="2775555"/>
            <a:ext cx="298442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the LP dual  —  7</a:t>
            </a:r>
            <a:endParaRPr lang="en-US" sz="1100" dirty="0"/>
          </a:p>
        </p:txBody>
      </p:sp>
      <p:sp>
        <p:nvSpPr>
          <p:cNvPr id="80" name="Text 78"/>
          <p:cNvSpPr txBox="1"/>
          <p:nvPr/>
        </p:nvSpPr>
        <p:spPr>
          <a:xfrm>
            <a:off x="4225438" y="2991450"/>
            <a:ext cx="2984425"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no active free signs  —  4</a:t>
            </a:r>
            <a:endParaRPr lang="en-US" sz="1100" dirty="0"/>
          </a:p>
        </p:txBody>
      </p:sp>
      <p:sp>
        <p:nvSpPr>
          <p:cNvPr id="81" name="Text 79"/>
          <p:cNvSpPr txBox="1"/>
          <p:nvPr/>
        </p:nvSpPr>
        <p:spPr>
          <a:xfrm>
            <a:off x="8191295" y="1498563"/>
            <a:ext cx="3555911"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claims lost if this one is removed</a:t>
            </a:r>
            <a:endParaRPr lang="en-US" sz="1100" dirty="0"/>
          </a:p>
        </p:txBody>
      </p:sp>
      <p:sp>
        <p:nvSpPr>
          <p:cNvPr id="82" name="Shape 80"/>
          <p:cNvSpPr/>
          <p:nvPr/>
        </p:nvSpPr>
        <p:spPr>
          <a:xfrm>
            <a:off x="8326928" y="1977087"/>
            <a:ext cx="109725" cy="109725"/>
          </a:xfrm>
          <a:prstGeom prst="ellipse">
            <a:avLst/>
          </a:prstGeom>
          <a:solidFill>
            <a:srgbClr val="FFFFFF"/>
          </a:solidFill>
          <a:ln w="12700">
            <a:solidFill>
              <a:srgbClr val="9A9A98"/>
            </a:solidFill>
            <a:prstDash val="solid"/>
          </a:ln>
        </p:spPr>
      </p:sp>
      <p:sp>
        <p:nvSpPr>
          <p:cNvPr id="83" name="Text 81"/>
          <p:cNvSpPr txBox="1"/>
          <p:nvPr/>
        </p:nvSpPr>
        <p:spPr>
          <a:xfrm>
            <a:off x="8191295" y="2260543"/>
            <a:ext cx="380990"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1</a:t>
            </a:r>
            <a:endParaRPr lang="en-US" sz="1000" dirty="0"/>
          </a:p>
        </p:txBody>
      </p:sp>
      <p:sp>
        <p:nvSpPr>
          <p:cNvPr id="84" name="Shape 82"/>
          <p:cNvSpPr/>
          <p:nvPr/>
        </p:nvSpPr>
        <p:spPr>
          <a:xfrm>
            <a:off x="9021854" y="1960831"/>
            <a:ext cx="142236" cy="142236"/>
          </a:xfrm>
          <a:prstGeom prst="ellipse">
            <a:avLst/>
          </a:prstGeom>
          <a:solidFill>
            <a:srgbClr val="FFFFFF"/>
          </a:solidFill>
          <a:ln w="12700">
            <a:solidFill>
              <a:srgbClr val="848482"/>
            </a:solidFill>
            <a:prstDash val="solid"/>
          </a:ln>
        </p:spPr>
      </p:sp>
      <p:sp>
        <p:nvSpPr>
          <p:cNvPr id="85" name="Text 83"/>
          <p:cNvSpPr txBox="1"/>
          <p:nvPr/>
        </p:nvSpPr>
        <p:spPr>
          <a:xfrm>
            <a:off x="8902477" y="2260543"/>
            <a:ext cx="380990"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5</a:t>
            </a:r>
            <a:endParaRPr lang="en-US" sz="1000" dirty="0"/>
          </a:p>
        </p:txBody>
      </p:sp>
      <p:sp>
        <p:nvSpPr>
          <p:cNvPr id="86" name="Shape 84"/>
          <p:cNvSpPr/>
          <p:nvPr/>
        </p:nvSpPr>
        <p:spPr>
          <a:xfrm>
            <a:off x="9712717" y="1940511"/>
            <a:ext cx="182875" cy="182875"/>
          </a:xfrm>
          <a:prstGeom prst="ellipse">
            <a:avLst/>
          </a:prstGeom>
          <a:solidFill>
            <a:srgbClr val="FFFFFF"/>
          </a:solidFill>
          <a:ln w="12700">
            <a:solidFill>
              <a:srgbClr val="6A6A67"/>
            </a:solidFill>
            <a:prstDash val="solid"/>
          </a:ln>
        </p:spPr>
      </p:sp>
      <p:sp>
        <p:nvSpPr>
          <p:cNvPr id="87" name="Text 85"/>
          <p:cNvSpPr txBox="1"/>
          <p:nvPr/>
        </p:nvSpPr>
        <p:spPr>
          <a:xfrm>
            <a:off x="9613660" y="2260543"/>
            <a:ext cx="380990"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10</a:t>
            </a:r>
            <a:endParaRPr lang="en-US" sz="1000" dirty="0"/>
          </a:p>
        </p:txBody>
      </p:sp>
      <p:sp>
        <p:nvSpPr>
          <p:cNvPr id="88" name="Shape 86"/>
          <p:cNvSpPr/>
          <p:nvPr/>
        </p:nvSpPr>
        <p:spPr>
          <a:xfrm>
            <a:off x="10403580" y="1920192"/>
            <a:ext cx="223514" cy="223514"/>
          </a:xfrm>
          <a:prstGeom prst="ellipse">
            <a:avLst/>
          </a:prstGeom>
          <a:solidFill>
            <a:srgbClr val="FFFFFF"/>
          </a:solidFill>
          <a:ln w="12700">
            <a:solidFill>
              <a:srgbClr val="4F4F4C"/>
            </a:solidFill>
            <a:prstDash val="solid"/>
          </a:ln>
        </p:spPr>
      </p:sp>
      <p:sp>
        <p:nvSpPr>
          <p:cNvPr id="89" name="Text 87"/>
          <p:cNvSpPr txBox="1"/>
          <p:nvPr/>
        </p:nvSpPr>
        <p:spPr>
          <a:xfrm>
            <a:off x="10324842" y="2260543"/>
            <a:ext cx="380990"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15</a:t>
            </a:r>
            <a:endParaRPr lang="en-US" sz="1000" dirty="0"/>
          </a:p>
        </p:txBody>
      </p:sp>
      <p:sp>
        <p:nvSpPr>
          <p:cNvPr id="90" name="Shape 88"/>
          <p:cNvSpPr/>
          <p:nvPr/>
        </p:nvSpPr>
        <p:spPr>
          <a:xfrm>
            <a:off x="11094443" y="1899873"/>
            <a:ext cx="264153" cy="264153"/>
          </a:xfrm>
          <a:prstGeom prst="ellipse">
            <a:avLst/>
          </a:prstGeom>
          <a:solidFill>
            <a:srgbClr val="FFFFFF"/>
          </a:solidFill>
          <a:ln w="12700">
            <a:solidFill>
              <a:srgbClr val="353531"/>
            </a:solidFill>
            <a:prstDash val="solid"/>
          </a:ln>
        </p:spPr>
      </p:sp>
      <p:sp>
        <p:nvSpPr>
          <p:cNvPr id="91" name="Text 89"/>
          <p:cNvSpPr txBox="1"/>
          <p:nvPr/>
        </p:nvSpPr>
        <p:spPr>
          <a:xfrm>
            <a:off x="11036024" y="2260543"/>
            <a:ext cx="380990"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20</a:t>
            </a:r>
            <a:endParaRPr lang="en-US" sz="1000" dirty="0"/>
          </a:p>
        </p:txBody>
      </p:sp>
      <p:sp>
        <p:nvSpPr>
          <p:cNvPr id="92" name="Text 90"/>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CUT ONE CLAIM OUT · COUNT WHAT LEAVES THE CLOSURE</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custGeom>
            <a:avLst/>
            <a:gdLst/>
            <a:ahLst/>
            <a:cxnLst/>
            <a:rect l="l" t="t" r="r" b="b"/>
            <a:pathLst>
              <a:path w="1544599" h="446830">
                <a:moveTo>
                  <a:pt x="1544599" y="446830"/>
                </a:moveTo>
                <a:cubicBezTo>
                  <a:pt x="1544599" y="223415"/>
                  <a:pt x="0" y="223415"/>
                  <a:pt x="0" y="0"/>
                </a:cubicBezTo>
              </a:path>
            </a:pathLst>
          </a:custGeom>
          <a:ln w="36829">
            <a:solidFill>
              <a:srgbClr val="1A1A16"/>
            </a:solidFill>
            <a:prstDash val="solid"/>
          </a:ln>
        </p:spPr>
      </p:sp>
      <p:sp>
        <p:nvSpPr>
          <p:cNvPr id="3" name="Shape 1"/>
          <p:cNvSpPr/>
          <p:nvPr/>
        </p:nvSpPr>
        <p:spPr>
          <a:xfrm>
            <a:off x="5512488" y="1958093"/>
            <a:ext cx="6350" cy="446830"/>
          </a:xfrm>
          <a:custGeom>
            <a:avLst/>
            <a:gdLst/>
            <a:ahLst/>
            <a:cxnLst/>
            <a:rect l="l" t="t" r="r" b="b"/>
            <a:pathLst>
              <a:path w="6350" h="446830">
                <a:moveTo>
                  <a:pt x="0" y="446830"/>
                </a:moveTo>
                <a:cubicBezTo>
                  <a:pt x="0" y="223415"/>
                  <a:pt x="0" y="223415"/>
                  <a:pt x="0" y="0"/>
                </a:cubicBezTo>
              </a:path>
            </a:pathLst>
          </a:custGeom>
          <a:ln w="20472">
            <a:solidFill>
              <a:srgbClr val="81817E"/>
            </a:solidFill>
            <a:prstDash val="solid"/>
          </a:ln>
        </p:spPr>
      </p:sp>
      <p:sp>
        <p:nvSpPr>
          <p:cNvPr id="4" name="Shape 2"/>
          <p:cNvSpPr/>
          <p:nvPr/>
        </p:nvSpPr>
        <p:spPr>
          <a:xfrm>
            <a:off x="5512488" y="2404923"/>
            <a:ext cx="207418" cy="446830"/>
          </a:xfrm>
          <a:custGeom>
            <a:avLst/>
            <a:gdLst/>
            <a:ahLst/>
            <a:cxnLst/>
            <a:rect l="l" t="t" r="r" b="b"/>
            <a:pathLst>
              <a:path w="207418" h="446830">
                <a:moveTo>
                  <a:pt x="207418" y="446830"/>
                </a:moveTo>
                <a:cubicBezTo>
                  <a:pt x="207418" y="223415"/>
                  <a:pt x="0" y="223415"/>
                  <a:pt x="0" y="0"/>
                </a:cubicBezTo>
              </a:path>
            </a:pathLst>
          </a:custGeom>
          <a:ln w="15798">
            <a:solidFill>
              <a:srgbClr val="9E9E9C"/>
            </a:solidFill>
            <a:prstDash val="solid"/>
          </a:ln>
        </p:spPr>
      </p:sp>
      <p:sp>
        <p:nvSpPr>
          <p:cNvPr id="5" name="Shape 3"/>
          <p:cNvSpPr/>
          <p:nvPr/>
        </p:nvSpPr>
        <p:spPr>
          <a:xfrm>
            <a:off x="3760471" y="2851753"/>
            <a:ext cx="1959434" cy="893661"/>
          </a:xfrm>
          <a:custGeom>
            <a:avLst/>
            <a:gdLst/>
            <a:ahLst/>
            <a:cxnLst/>
            <a:rect l="l" t="t" r="r" b="b"/>
            <a:pathLst>
              <a:path w="1959434" h="893661">
                <a:moveTo>
                  <a:pt x="0" y="893661"/>
                </a:moveTo>
                <a:cubicBezTo>
                  <a:pt x="0" y="446830"/>
                  <a:pt x="1959434" y="446830"/>
                  <a:pt x="1959434" y="0"/>
                </a:cubicBezTo>
              </a:path>
            </a:pathLst>
          </a:custGeom>
          <a:ln w="12293">
            <a:solidFill>
              <a:srgbClr val="B4B4B3"/>
            </a:solidFill>
            <a:prstDash val="solid"/>
          </a:ln>
        </p:spPr>
      </p:sp>
      <p:sp>
        <p:nvSpPr>
          <p:cNvPr id="6" name="Shape 4"/>
          <p:cNvSpPr/>
          <p:nvPr/>
        </p:nvSpPr>
        <p:spPr>
          <a:xfrm>
            <a:off x="2445356" y="3745414"/>
            <a:ext cx="1315116" cy="446830"/>
          </a:xfrm>
          <a:custGeom>
            <a:avLst/>
            <a:gdLst/>
            <a:ahLst/>
            <a:cxnLst/>
            <a:rect l="l" t="t" r="r" b="b"/>
            <a:pathLst>
              <a:path w="1315116" h="446830">
                <a:moveTo>
                  <a:pt x="0" y="446830"/>
                </a:moveTo>
                <a:cubicBezTo>
                  <a:pt x="0" y="223415"/>
                  <a:pt x="1315116" y="223415"/>
                  <a:pt x="1315116" y="0"/>
                </a:cubicBezTo>
              </a:path>
            </a:pathLst>
          </a:custGeom>
          <a:ln w="11125">
            <a:solidFill>
              <a:srgbClr val="BBBBBA"/>
            </a:solidFill>
            <a:prstDash val="solid"/>
          </a:ln>
        </p:spPr>
      </p:sp>
      <p:sp>
        <p:nvSpPr>
          <p:cNvPr id="7" name="Shape 5"/>
          <p:cNvSpPr/>
          <p:nvPr/>
        </p:nvSpPr>
        <p:spPr>
          <a:xfrm>
            <a:off x="3967889" y="1511262"/>
            <a:ext cx="3111263" cy="1340491"/>
          </a:xfrm>
          <a:custGeom>
            <a:avLst/>
            <a:gdLst/>
            <a:ahLst/>
            <a:cxnLst/>
            <a:rect l="l" t="t" r="r" b="b"/>
            <a:pathLst>
              <a:path w="3111263" h="1340491">
                <a:moveTo>
                  <a:pt x="3111263" y="1340491"/>
                </a:moveTo>
                <a:cubicBezTo>
                  <a:pt x="3111263" y="670246"/>
                  <a:pt x="0" y="670246"/>
                  <a:pt x="0" y="0"/>
                </a:cubicBezTo>
              </a:path>
            </a:pathLst>
          </a:custGeom>
          <a:ln w="9957">
            <a:solidFill>
              <a:srgbClr val="C3C3C1"/>
            </a:solidFill>
            <a:prstDash val="solid"/>
          </a:ln>
        </p:spPr>
      </p:sp>
      <p:sp>
        <p:nvSpPr>
          <p:cNvPr id="8" name="Shape 6"/>
          <p:cNvSpPr/>
          <p:nvPr/>
        </p:nvSpPr>
        <p:spPr>
          <a:xfrm>
            <a:off x="1130240" y="4192245"/>
            <a:ext cx="1315116" cy="446830"/>
          </a:xfrm>
          <a:custGeom>
            <a:avLst/>
            <a:gdLst/>
            <a:ahLst/>
            <a:cxnLst/>
            <a:rect l="l" t="t" r="r" b="b"/>
            <a:pathLst>
              <a:path w="1315116" h="446830">
                <a:moveTo>
                  <a:pt x="0" y="446830"/>
                </a:moveTo>
                <a:cubicBezTo>
                  <a:pt x="0" y="223415"/>
                  <a:pt x="1315116" y="223415"/>
                  <a:pt x="1315116" y="0"/>
                </a:cubicBezTo>
              </a:path>
            </a:pathLst>
          </a:custGeom>
          <a:ln w="9957">
            <a:solidFill>
              <a:srgbClr val="C3C3C1"/>
            </a:solidFill>
            <a:prstDash val="solid"/>
          </a:ln>
        </p:spPr>
      </p:sp>
      <p:sp>
        <p:nvSpPr>
          <p:cNvPr id="9" name="Shape 7"/>
          <p:cNvSpPr/>
          <p:nvPr/>
        </p:nvSpPr>
        <p:spPr>
          <a:xfrm>
            <a:off x="2030520" y="3745414"/>
            <a:ext cx="414835" cy="6350"/>
          </a:xfrm>
          <a:custGeom>
            <a:avLst/>
            <a:gdLst/>
            <a:ahLst/>
            <a:cxnLst/>
            <a:rect l="l" t="t" r="r" b="b"/>
            <a:pathLst>
              <a:path w="414835" h="6350">
                <a:moveTo>
                  <a:pt x="0" y="0"/>
                </a:moveTo>
                <a:cubicBezTo>
                  <a:pt x="0" y="0"/>
                  <a:pt x="414835" y="0"/>
                  <a:pt x="414835" y="0"/>
                </a:cubicBezTo>
              </a:path>
            </a:pathLst>
          </a:custGeom>
          <a:ln w="8788">
            <a:solidFill>
              <a:srgbClr val="CACAC9"/>
            </a:solidFill>
            <a:prstDash val="solid"/>
          </a:ln>
        </p:spPr>
      </p:sp>
      <p:sp>
        <p:nvSpPr>
          <p:cNvPr id="10" name="Shape 8"/>
          <p:cNvSpPr/>
          <p:nvPr/>
        </p:nvSpPr>
        <p:spPr>
          <a:xfrm>
            <a:off x="3967889" y="1958093"/>
            <a:ext cx="1544599" cy="446830"/>
          </a:xfrm>
          <a:custGeom>
            <a:avLst/>
            <a:gdLst/>
            <a:ahLst/>
            <a:cxnLst/>
            <a:rect l="l" t="t" r="r" b="b"/>
            <a:pathLst>
              <a:path w="1544599" h="446830">
                <a:moveTo>
                  <a:pt x="0" y="446830"/>
                </a:moveTo>
                <a:cubicBezTo>
                  <a:pt x="0" y="223415"/>
                  <a:pt x="1544599" y="223415"/>
                  <a:pt x="1544599" y="0"/>
                </a:cubicBezTo>
              </a:path>
            </a:pathLst>
          </a:custGeom>
          <a:ln w="8788">
            <a:solidFill>
              <a:srgbClr val="CACAC9"/>
            </a:solidFill>
            <a:prstDash val="solid"/>
          </a:ln>
        </p:spPr>
      </p:sp>
      <p:sp>
        <p:nvSpPr>
          <p:cNvPr id="11" name="Shape 9"/>
          <p:cNvSpPr/>
          <p:nvPr/>
        </p:nvSpPr>
        <p:spPr>
          <a:xfrm>
            <a:off x="922822" y="4639075"/>
            <a:ext cx="207418" cy="446830"/>
          </a:xfrm>
          <a:custGeom>
            <a:avLst/>
            <a:gdLst/>
            <a:ahLst/>
            <a:cxnLst/>
            <a:rect l="l" t="t" r="r" b="b"/>
            <a:pathLst>
              <a:path w="207418" h="446830">
                <a:moveTo>
                  <a:pt x="0" y="446830"/>
                </a:moveTo>
                <a:cubicBezTo>
                  <a:pt x="0" y="223415"/>
                  <a:pt x="207418" y="223415"/>
                  <a:pt x="207418" y="0"/>
                </a:cubicBezTo>
              </a:path>
            </a:pathLst>
          </a:custGeom>
          <a:ln w="8788">
            <a:solidFill>
              <a:srgbClr val="CACAC9"/>
            </a:solidFill>
            <a:prstDash val="solid"/>
          </a:ln>
        </p:spPr>
      </p:sp>
      <p:sp>
        <p:nvSpPr>
          <p:cNvPr id="12" name="Shape 10"/>
          <p:cNvSpPr/>
          <p:nvPr/>
        </p:nvSpPr>
        <p:spPr>
          <a:xfrm>
            <a:off x="507987" y="4639075"/>
            <a:ext cx="207418" cy="446830"/>
          </a:xfrm>
          <a:custGeom>
            <a:avLst/>
            <a:gdLst/>
            <a:ahLst/>
            <a:cxnLst/>
            <a:rect l="l" t="t" r="r" b="b"/>
            <a:pathLst>
              <a:path w="207418" h="446830">
                <a:moveTo>
                  <a:pt x="0" y="446830"/>
                </a:moveTo>
                <a:cubicBezTo>
                  <a:pt x="0" y="223415"/>
                  <a:pt x="207418" y="223415"/>
                  <a:pt x="207418" y="0"/>
                </a:cubicBezTo>
              </a:path>
            </a:pathLst>
          </a:custGeom>
          <a:ln w="8788">
            <a:solidFill>
              <a:srgbClr val="CACAC9"/>
            </a:solidFill>
            <a:prstDash val="solid"/>
          </a:ln>
        </p:spPr>
      </p:sp>
      <p:sp>
        <p:nvSpPr>
          <p:cNvPr id="13" name="Shape 11"/>
          <p:cNvSpPr/>
          <p:nvPr/>
        </p:nvSpPr>
        <p:spPr>
          <a:xfrm>
            <a:off x="3967889" y="2851753"/>
            <a:ext cx="6350" cy="446830"/>
          </a:xfrm>
          <a:custGeom>
            <a:avLst/>
            <a:gdLst/>
            <a:ahLst/>
            <a:cxnLst/>
            <a:rect l="l" t="t" r="r" b="b"/>
            <a:pathLst>
              <a:path w="6350" h="446830">
                <a:moveTo>
                  <a:pt x="0" y="446830"/>
                </a:moveTo>
                <a:cubicBezTo>
                  <a:pt x="0" y="223415"/>
                  <a:pt x="0" y="223415"/>
                  <a:pt x="0" y="0"/>
                </a:cubicBezTo>
              </a:path>
            </a:pathLst>
          </a:custGeom>
          <a:ln w="8788">
            <a:solidFill>
              <a:srgbClr val="CACAC9"/>
            </a:solidFill>
            <a:prstDash val="solid"/>
          </a:ln>
        </p:spPr>
      </p:sp>
      <p:sp>
        <p:nvSpPr>
          <p:cNvPr id="14" name="Shape 12"/>
          <p:cNvSpPr/>
          <p:nvPr/>
        </p:nvSpPr>
        <p:spPr>
          <a:xfrm>
            <a:off x="7079152" y="2851753"/>
            <a:ext cx="6350" cy="2234152"/>
          </a:xfrm>
          <a:custGeom>
            <a:avLst/>
            <a:gdLst/>
            <a:ahLst/>
            <a:cxnLst/>
            <a:rect l="l" t="t" r="r" b="b"/>
            <a:pathLst>
              <a:path w="6350" h="2234152">
                <a:moveTo>
                  <a:pt x="0" y="2234152"/>
                </a:moveTo>
                <a:cubicBezTo>
                  <a:pt x="0" y="1117076"/>
                  <a:pt x="0" y="1117076"/>
                  <a:pt x="0" y="0"/>
                </a:cubicBezTo>
              </a:path>
            </a:pathLst>
          </a:custGeom>
          <a:ln w="8788">
            <a:solidFill>
              <a:srgbClr val="CACAC9"/>
            </a:solidFill>
            <a:prstDash val="solid"/>
          </a:ln>
        </p:spPr>
      </p:sp>
      <p:sp>
        <p:nvSpPr>
          <p:cNvPr id="15" name="Shape 13"/>
          <p:cNvSpPr/>
          <p:nvPr/>
        </p:nvSpPr>
        <p:spPr>
          <a:xfrm>
            <a:off x="5512488" y="2851753"/>
            <a:ext cx="207418" cy="446830"/>
          </a:xfrm>
          <a:custGeom>
            <a:avLst/>
            <a:gdLst/>
            <a:ahLst/>
            <a:cxnLst/>
            <a:rect l="l" t="t" r="r" b="b"/>
            <a:pathLst>
              <a:path w="207418" h="446830">
                <a:moveTo>
                  <a:pt x="0" y="446830"/>
                </a:moveTo>
                <a:cubicBezTo>
                  <a:pt x="0" y="223415"/>
                  <a:pt x="207418" y="223415"/>
                  <a:pt x="207418" y="0"/>
                </a:cubicBezTo>
              </a:path>
            </a:pathLst>
          </a:custGeom>
          <a:ln w="8788">
            <a:solidFill>
              <a:srgbClr val="CACAC9"/>
            </a:solidFill>
            <a:prstDash val="solid"/>
          </a:ln>
        </p:spPr>
      </p:sp>
      <p:sp>
        <p:nvSpPr>
          <p:cNvPr id="16" name="Shape 14"/>
          <p:cNvSpPr/>
          <p:nvPr/>
        </p:nvSpPr>
        <p:spPr>
          <a:xfrm>
            <a:off x="5512488" y="2851753"/>
            <a:ext cx="207418" cy="2234152"/>
          </a:xfrm>
          <a:custGeom>
            <a:avLst/>
            <a:gdLst/>
            <a:ahLst/>
            <a:cxnLst/>
            <a:rect l="l" t="t" r="r" b="b"/>
            <a:pathLst>
              <a:path w="207418" h="2234152">
                <a:moveTo>
                  <a:pt x="0" y="2234152"/>
                </a:moveTo>
                <a:cubicBezTo>
                  <a:pt x="0" y="1117076"/>
                  <a:pt x="207418" y="1117076"/>
                  <a:pt x="207418" y="0"/>
                </a:cubicBezTo>
              </a:path>
            </a:pathLst>
          </a:custGeom>
          <a:ln w="8788">
            <a:solidFill>
              <a:srgbClr val="CACAC9"/>
            </a:solidFill>
            <a:prstDash val="solid"/>
          </a:ln>
        </p:spPr>
      </p:sp>
      <p:sp>
        <p:nvSpPr>
          <p:cNvPr id="17" name="Shape 15"/>
          <p:cNvSpPr/>
          <p:nvPr/>
        </p:nvSpPr>
        <p:spPr>
          <a:xfrm>
            <a:off x="5512488" y="2404923"/>
            <a:ext cx="6350" cy="1340491"/>
          </a:xfrm>
          <a:custGeom>
            <a:avLst/>
            <a:gdLst/>
            <a:ahLst/>
            <a:cxnLst/>
            <a:rect l="l" t="t" r="r" b="b"/>
            <a:pathLst>
              <a:path w="6350" h="1340491">
                <a:moveTo>
                  <a:pt x="0" y="1340491"/>
                </a:moveTo>
                <a:cubicBezTo>
                  <a:pt x="0" y="670246"/>
                  <a:pt x="0" y="670246"/>
                  <a:pt x="0" y="0"/>
                </a:cubicBezTo>
              </a:path>
            </a:pathLst>
          </a:custGeom>
          <a:ln w="8788">
            <a:solidFill>
              <a:srgbClr val="CACAC9"/>
            </a:solidFill>
            <a:prstDash val="solid"/>
          </a:ln>
        </p:spPr>
      </p:sp>
      <p:sp>
        <p:nvSpPr>
          <p:cNvPr id="18" name="Shape 16"/>
          <p:cNvSpPr/>
          <p:nvPr/>
        </p:nvSpPr>
        <p:spPr>
          <a:xfrm>
            <a:off x="5305070" y="2404923"/>
            <a:ext cx="207418" cy="446830"/>
          </a:xfrm>
          <a:custGeom>
            <a:avLst/>
            <a:gdLst/>
            <a:ahLst/>
            <a:cxnLst/>
            <a:rect l="l" t="t" r="r" b="b"/>
            <a:pathLst>
              <a:path w="207418" h="446830">
                <a:moveTo>
                  <a:pt x="0" y="446830"/>
                </a:moveTo>
                <a:cubicBezTo>
                  <a:pt x="0" y="223415"/>
                  <a:pt x="207418" y="223415"/>
                  <a:pt x="207418" y="0"/>
                </a:cubicBezTo>
              </a:path>
            </a:pathLst>
          </a:custGeom>
          <a:ln w="8788">
            <a:solidFill>
              <a:srgbClr val="CACAC9"/>
            </a:solidFill>
            <a:prstDash val="solid"/>
          </a:ln>
        </p:spPr>
      </p:sp>
      <p:sp>
        <p:nvSpPr>
          <p:cNvPr id="19" name="Shape 17"/>
          <p:cNvSpPr/>
          <p:nvPr/>
        </p:nvSpPr>
        <p:spPr>
          <a:xfrm>
            <a:off x="3967889" y="1511262"/>
            <a:ext cx="3111263" cy="2234152"/>
          </a:xfrm>
          <a:custGeom>
            <a:avLst/>
            <a:gdLst/>
            <a:ahLst/>
            <a:cxnLst/>
            <a:rect l="l" t="t" r="r" b="b"/>
            <a:pathLst>
              <a:path w="3111263" h="2234152">
                <a:moveTo>
                  <a:pt x="3111263" y="2234152"/>
                </a:moveTo>
                <a:cubicBezTo>
                  <a:pt x="3111263" y="1117076"/>
                  <a:pt x="0" y="1117076"/>
                  <a:pt x="0" y="0"/>
                </a:cubicBezTo>
              </a:path>
            </a:pathLst>
          </a:custGeom>
          <a:ln w="7620">
            <a:solidFill>
              <a:srgbClr val="D1D1D0"/>
            </a:solidFill>
            <a:prstDash val="solid"/>
          </a:ln>
        </p:spPr>
      </p:sp>
      <p:sp>
        <p:nvSpPr>
          <p:cNvPr id="20" name="Shape 18"/>
          <p:cNvSpPr/>
          <p:nvPr/>
        </p:nvSpPr>
        <p:spPr>
          <a:xfrm>
            <a:off x="2445356" y="3745414"/>
            <a:ext cx="414835" cy="446830"/>
          </a:xfrm>
          <a:custGeom>
            <a:avLst/>
            <a:gdLst/>
            <a:ahLst/>
            <a:cxnLst/>
            <a:rect l="l" t="t" r="r" b="b"/>
            <a:pathLst>
              <a:path w="414835" h="446830">
                <a:moveTo>
                  <a:pt x="414835" y="446830"/>
                </a:moveTo>
                <a:cubicBezTo>
                  <a:pt x="414835" y="223415"/>
                  <a:pt x="0" y="223415"/>
                  <a:pt x="0" y="0"/>
                </a:cubicBezTo>
              </a:path>
            </a:pathLst>
          </a:custGeom>
          <a:ln w="7620">
            <a:solidFill>
              <a:srgbClr val="D1D1D0"/>
            </a:solidFill>
            <a:prstDash val="solid"/>
          </a:ln>
        </p:spPr>
      </p:sp>
      <p:sp>
        <p:nvSpPr>
          <p:cNvPr id="21" name="Shape 19"/>
          <p:cNvSpPr/>
          <p:nvPr/>
        </p:nvSpPr>
        <p:spPr>
          <a:xfrm>
            <a:off x="1337658" y="3745414"/>
            <a:ext cx="1107698" cy="1340491"/>
          </a:xfrm>
          <a:custGeom>
            <a:avLst/>
            <a:gdLst/>
            <a:ahLst/>
            <a:cxnLst/>
            <a:rect l="l" t="t" r="r" b="b"/>
            <a:pathLst>
              <a:path w="1107698" h="1340491">
                <a:moveTo>
                  <a:pt x="0" y="1340491"/>
                </a:moveTo>
                <a:cubicBezTo>
                  <a:pt x="0" y="670246"/>
                  <a:pt x="1107698" y="670246"/>
                  <a:pt x="1107698" y="0"/>
                </a:cubicBezTo>
              </a:path>
            </a:pathLst>
          </a:custGeom>
          <a:ln w="7620">
            <a:solidFill>
              <a:srgbClr val="D1D1D0"/>
            </a:solidFill>
            <a:prstDash val="solid"/>
          </a:ln>
        </p:spPr>
      </p:sp>
      <p:sp>
        <p:nvSpPr>
          <p:cNvPr id="22" name="Shape 20"/>
          <p:cNvSpPr/>
          <p:nvPr/>
        </p:nvSpPr>
        <p:spPr>
          <a:xfrm>
            <a:off x="2860191" y="3745414"/>
            <a:ext cx="6350" cy="446830"/>
          </a:xfrm>
          <a:custGeom>
            <a:avLst/>
            <a:gdLst/>
            <a:ahLst/>
            <a:cxnLst/>
            <a:rect l="l" t="t" r="r" b="b"/>
            <a:pathLst>
              <a:path w="6350" h="446830">
                <a:moveTo>
                  <a:pt x="0" y="446830"/>
                </a:moveTo>
                <a:cubicBezTo>
                  <a:pt x="0" y="223415"/>
                  <a:pt x="0" y="223415"/>
                  <a:pt x="0" y="0"/>
                </a:cubicBezTo>
              </a:path>
            </a:pathLst>
          </a:custGeom>
          <a:ln w="7620">
            <a:solidFill>
              <a:srgbClr val="D1D1D0"/>
            </a:solidFill>
            <a:prstDash val="solid"/>
          </a:ln>
        </p:spPr>
      </p:sp>
      <p:sp>
        <p:nvSpPr>
          <p:cNvPr id="23" name="Shape 21"/>
          <p:cNvSpPr/>
          <p:nvPr/>
        </p:nvSpPr>
        <p:spPr>
          <a:xfrm>
            <a:off x="2030520" y="3745414"/>
            <a:ext cx="829670" cy="446830"/>
          </a:xfrm>
          <a:custGeom>
            <a:avLst/>
            <a:gdLst/>
            <a:ahLst/>
            <a:cxnLst/>
            <a:rect l="l" t="t" r="r" b="b"/>
            <a:pathLst>
              <a:path w="829670" h="446830">
                <a:moveTo>
                  <a:pt x="0" y="446830"/>
                </a:moveTo>
                <a:cubicBezTo>
                  <a:pt x="0" y="223415"/>
                  <a:pt x="829670" y="223415"/>
                  <a:pt x="829670" y="0"/>
                </a:cubicBezTo>
              </a:path>
            </a:pathLst>
          </a:custGeom>
          <a:ln w="7620">
            <a:solidFill>
              <a:srgbClr val="D1D1D0"/>
            </a:solidFill>
            <a:prstDash val="solid"/>
          </a:ln>
        </p:spPr>
      </p:sp>
      <p:sp>
        <p:nvSpPr>
          <p:cNvPr id="24" name="Shape 22"/>
          <p:cNvSpPr/>
          <p:nvPr/>
        </p:nvSpPr>
        <p:spPr>
          <a:xfrm>
            <a:off x="2445356" y="3745414"/>
            <a:ext cx="414835" cy="1340491"/>
          </a:xfrm>
          <a:custGeom>
            <a:avLst/>
            <a:gdLst/>
            <a:ahLst/>
            <a:cxnLst/>
            <a:rect l="l" t="t" r="r" b="b"/>
            <a:pathLst>
              <a:path w="414835" h="1340491">
                <a:moveTo>
                  <a:pt x="0" y="1340491"/>
                </a:moveTo>
                <a:cubicBezTo>
                  <a:pt x="0" y="670246"/>
                  <a:pt x="414835" y="670246"/>
                  <a:pt x="414835" y="0"/>
                </a:cubicBezTo>
              </a:path>
            </a:pathLst>
          </a:custGeom>
          <a:ln w="7620">
            <a:solidFill>
              <a:srgbClr val="D1D1D0"/>
            </a:solidFill>
            <a:prstDash val="solid"/>
          </a:ln>
        </p:spPr>
      </p:sp>
      <p:sp>
        <p:nvSpPr>
          <p:cNvPr id="25" name="Shape 23"/>
          <p:cNvSpPr/>
          <p:nvPr/>
        </p:nvSpPr>
        <p:spPr>
          <a:xfrm>
            <a:off x="2445356" y="4192245"/>
            <a:ext cx="414835" cy="446830"/>
          </a:xfrm>
          <a:custGeom>
            <a:avLst/>
            <a:gdLst/>
            <a:ahLst/>
            <a:cxnLst/>
            <a:rect l="l" t="t" r="r" b="b"/>
            <a:pathLst>
              <a:path w="414835" h="446830">
                <a:moveTo>
                  <a:pt x="0" y="446830"/>
                </a:moveTo>
                <a:cubicBezTo>
                  <a:pt x="0" y="223415"/>
                  <a:pt x="414835" y="223415"/>
                  <a:pt x="414835" y="0"/>
                </a:cubicBezTo>
              </a:path>
            </a:pathLst>
          </a:custGeom>
          <a:ln w="7620">
            <a:solidFill>
              <a:srgbClr val="D1D1D0"/>
            </a:solidFill>
            <a:prstDash val="solid"/>
          </a:ln>
        </p:spPr>
      </p:sp>
      <p:sp>
        <p:nvSpPr>
          <p:cNvPr id="26" name="Shape 24"/>
          <p:cNvSpPr/>
          <p:nvPr/>
        </p:nvSpPr>
        <p:spPr>
          <a:xfrm>
            <a:off x="1337658" y="4192245"/>
            <a:ext cx="1522533" cy="893661"/>
          </a:xfrm>
          <a:custGeom>
            <a:avLst/>
            <a:gdLst/>
            <a:ahLst/>
            <a:cxnLst/>
            <a:rect l="l" t="t" r="r" b="b"/>
            <a:pathLst>
              <a:path w="1522533" h="893661">
                <a:moveTo>
                  <a:pt x="0" y="893661"/>
                </a:moveTo>
                <a:cubicBezTo>
                  <a:pt x="0" y="446830"/>
                  <a:pt x="1522533" y="446830"/>
                  <a:pt x="1522533" y="0"/>
                </a:cubicBezTo>
              </a:path>
            </a:pathLst>
          </a:custGeom>
          <a:ln w="7620">
            <a:solidFill>
              <a:srgbClr val="D1D1D0"/>
            </a:solidFill>
            <a:prstDash val="solid"/>
          </a:ln>
        </p:spPr>
      </p:sp>
      <p:sp>
        <p:nvSpPr>
          <p:cNvPr id="27" name="Shape 25"/>
          <p:cNvSpPr/>
          <p:nvPr/>
        </p:nvSpPr>
        <p:spPr>
          <a:xfrm>
            <a:off x="715405" y="4639075"/>
            <a:ext cx="414835" cy="6350"/>
          </a:xfrm>
          <a:custGeom>
            <a:avLst/>
            <a:gdLst/>
            <a:ahLst/>
            <a:cxnLst/>
            <a:rect l="l" t="t" r="r" b="b"/>
            <a:pathLst>
              <a:path w="414835" h="6350">
                <a:moveTo>
                  <a:pt x="0" y="0"/>
                </a:moveTo>
                <a:cubicBezTo>
                  <a:pt x="0" y="0"/>
                  <a:pt x="414835" y="0"/>
                  <a:pt x="414835" y="0"/>
                </a:cubicBezTo>
              </a:path>
            </a:pathLst>
          </a:custGeom>
          <a:ln w="7620">
            <a:solidFill>
              <a:srgbClr val="D1D1D0"/>
            </a:solidFill>
            <a:prstDash val="solid"/>
          </a:ln>
        </p:spPr>
      </p:sp>
      <p:sp>
        <p:nvSpPr>
          <p:cNvPr id="28" name="Shape 26"/>
          <p:cNvSpPr/>
          <p:nvPr/>
        </p:nvSpPr>
        <p:spPr>
          <a:xfrm>
            <a:off x="715405" y="4639075"/>
            <a:ext cx="622253" cy="446830"/>
          </a:xfrm>
          <a:custGeom>
            <a:avLst/>
            <a:gdLst/>
            <a:ahLst/>
            <a:cxnLst/>
            <a:rect l="l" t="t" r="r" b="b"/>
            <a:pathLst>
              <a:path w="622253" h="446830">
                <a:moveTo>
                  <a:pt x="622253" y="446830"/>
                </a:moveTo>
                <a:cubicBezTo>
                  <a:pt x="622253" y="223415"/>
                  <a:pt x="0" y="223415"/>
                  <a:pt x="0" y="0"/>
                </a:cubicBezTo>
              </a:path>
            </a:pathLst>
          </a:custGeom>
          <a:ln w="7620">
            <a:solidFill>
              <a:srgbClr val="D1D1D0"/>
            </a:solidFill>
            <a:prstDash val="solid"/>
          </a:ln>
        </p:spPr>
      </p:sp>
      <p:sp>
        <p:nvSpPr>
          <p:cNvPr id="29" name="Shape 27"/>
          <p:cNvSpPr/>
          <p:nvPr/>
        </p:nvSpPr>
        <p:spPr>
          <a:xfrm>
            <a:off x="2445356" y="2851753"/>
            <a:ext cx="1522533" cy="893661"/>
          </a:xfrm>
          <a:custGeom>
            <a:avLst/>
            <a:gdLst/>
            <a:ahLst/>
            <a:cxnLst/>
            <a:rect l="l" t="t" r="r" b="b"/>
            <a:pathLst>
              <a:path w="1522533" h="893661">
                <a:moveTo>
                  <a:pt x="0" y="893661"/>
                </a:moveTo>
                <a:cubicBezTo>
                  <a:pt x="0" y="446830"/>
                  <a:pt x="1522533" y="446830"/>
                  <a:pt x="1522533" y="0"/>
                </a:cubicBezTo>
              </a:path>
            </a:pathLst>
          </a:custGeom>
          <a:ln w="7620">
            <a:solidFill>
              <a:srgbClr val="D1D1D0"/>
            </a:solidFill>
            <a:prstDash val="solid"/>
          </a:ln>
        </p:spPr>
      </p:sp>
      <p:sp>
        <p:nvSpPr>
          <p:cNvPr id="30" name="Shape 28"/>
          <p:cNvSpPr/>
          <p:nvPr/>
        </p:nvSpPr>
        <p:spPr>
          <a:xfrm>
            <a:off x="2445356" y="3298584"/>
            <a:ext cx="1522533" cy="446830"/>
          </a:xfrm>
          <a:custGeom>
            <a:avLst/>
            <a:gdLst/>
            <a:ahLst/>
            <a:cxnLst/>
            <a:rect l="l" t="t" r="r" b="b"/>
            <a:pathLst>
              <a:path w="1522533" h="446830">
                <a:moveTo>
                  <a:pt x="0" y="446830"/>
                </a:moveTo>
                <a:cubicBezTo>
                  <a:pt x="0" y="223415"/>
                  <a:pt x="1522533" y="223415"/>
                  <a:pt x="1522533" y="0"/>
                </a:cubicBezTo>
              </a:path>
            </a:pathLst>
          </a:custGeom>
          <a:ln w="7620">
            <a:solidFill>
              <a:srgbClr val="D1D1D0"/>
            </a:solidFill>
            <a:prstDash val="solid"/>
          </a:ln>
        </p:spPr>
      </p:sp>
      <p:sp>
        <p:nvSpPr>
          <p:cNvPr id="31" name="Shape 29"/>
          <p:cNvSpPr/>
          <p:nvPr/>
        </p:nvSpPr>
        <p:spPr>
          <a:xfrm>
            <a:off x="7079152" y="2851753"/>
            <a:ext cx="6350" cy="893661"/>
          </a:xfrm>
          <a:custGeom>
            <a:avLst/>
            <a:gdLst/>
            <a:ahLst/>
            <a:cxnLst/>
            <a:rect l="l" t="t" r="r" b="b"/>
            <a:pathLst>
              <a:path w="6350" h="893661">
                <a:moveTo>
                  <a:pt x="0" y="893661"/>
                </a:moveTo>
                <a:cubicBezTo>
                  <a:pt x="0" y="446830"/>
                  <a:pt x="0" y="446830"/>
                  <a:pt x="0" y="0"/>
                </a:cubicBezTo>
              </a:path>
            </a:pathLst>
          </a:custGeom>
          <a:ln w="7620">
            <a:solidFill>
              <a:srgbClr val="D1D1D0"/>
            </a:solidFill>
            <a:prstDash val="solid"/>
          </a:ln>
        </p:spPr>
      </p:sp>
      <p:sp>
        <p:nvSpPr>
          <p:cNvPr id="32" name="Shape 30"/>
          <p:cNvSpPr/>
          <p:nvPr/>
        </p:nvSpPr>
        <p:spPr>
          <a:xfrm>
            <a:off x="2030520" y="4192245"/>
            <a:ext cx="414835" cy="6350"/>
          </a:xfrm>
          <a:custGeom>
            <a:avLst/>
            <a:gdLst/>
            <a:ahLst/>
            <a:cxnLst/>
            <a:rect l="l" t="t" r="r" b="b"/>
            <a:pathLst>
              <a:path w="414835" h="6350">
                <a:moveTo>
                  <a:pt x="0" y="0"/>
                </a:moveTo>
                <a:cubicBezTo>
                  <a:pt x="0" y="0"/>
                  <a:pt x="414835" y="0"/>
                  <a:pt x="414835" y="0"/>
                </a:cubicBezTo>
              </a:path>
            </a:pathLst>
          </a:custGeom>
          <a:ln w="7620">
            <a:solidFill>
              <a:srgbClr val="D1D1D0"/>
            </a:solidFill>
            <a:prstDash val="solid"/>
          </a:ln>
        </p:spPr>
      </p:sp>
      <p:sp>
        <p:nvSpPr>
          <p:cNvPr id="33" name="Shape 31"/>
          <p:cNvSpPr/>
          <p:nvPr/>
        </p:nvSpPr>
        <p:spPr>
          <a:xfrm>
            <a:off x="2445356" y="4192245"/>
            <a:ext cx="6350" cy="893661"/>
          </a:xfrm>
          <a:custGeom>
            <a:avLst/>
            <a:gdLst/>
            <a:ahLst/>
            <a:cxnLst/>
            <a:rect l="l" t="t" r="r" b="b"/>
            <a:pathLst>
              <a:path w="6350" h="893661">
                <a:moveTo>
                  <a:pt x="0" y="893661"/>
                </a:moveTo>
                <a:cubicBezTo>
                  <a:pt x="0" y="446830"/>
                  <a:pt x="0" y="446830"/>
                  <a:pt x="0" y="0"/>
                </a:cubicBezTo>
              </a:path>
            </a:pathLst>
          </a:custGeom>
          <a:ln w="7620">
            <a:solidFill>
              <a:srgbClr val="D1D1D0"/>
            </a:solidFill>
            <a:prstDash val="solid"/>
          </a:ln>
        </p:spPr>
      </p:sp>
      <p:sp>
        <p:nvSpPr>
          <p:cNvPr id="34" name="Shape 32"/>
          <p:cNvSpPr/>
          <p:nvPr/>
        </p:nvSpPr>
        <p:spPr>
          <a:xfrm>
            <a:off x="715405" y="4192245"/>
            <a:ext cx="1315116" cy="446830"/>
          </a:xfrm>
          <a:custGeom>
            <a:avLst/>
            <a:gdLst/>
            <a:ahLst/>
            <a:cxnLst/>
            <a:rect l="l" t="t" r="r" b="b"/>
            <a:pathLst>
              <a:path w="1315116" h="446830">
                <a:moveTo>
                  <a:pt x="0" y="446830"/>
                </a:moveTo>
                <a:cubicBezTo>
                  <a:pt x="0" y="223415"/>
                  <a:pt x="1315116" y="223415"/>
                  <a:pt x="1315116" y="0"/>
                </a:cubicBezTo>
              </a:path>
            </a:pathLst>
          </a:custGeom>
          <a:ln w="7620">
            <a:solidFill>
              <a:srgbClr val="D1D1D0"/>
            </a:solidFill>
            <a:prstDash val="solid"/>
          </a:ln>
        </p:spPr>
      </p:sp>
      <p:sp>
        <p:nvSpPr>
          <p:cNvPr id="35" name="Shape 33"/>
          <p:cNvSpPr/>
          <p:nvPr/>
        </p:nvSpPr>
        <p:spPr>
          <a:xfrm>
            <a:off x="2030520" y="4192245"/>
            <a:ext cx="414835" cy="446830"/>
          </a:xfrm>
          <a:custGeom>
            <a:avLst/>
            <a:gdLst/>
            <a:ahLst/>
            <a:cxnLst/>
            <a:rect l="l" t="t" r="r" b="b"/>
            <a:pathLst>
              <a:path w="414835" h="446830">
                <a:moveTo>
                  <a:pt x="414835" y="446830"/>
                </a:moveTo>
                <a:cubicBezTo>
                  <a:pt x="414835" y="223415"/>
                  <a:pt x="0" y="223415"/>
                  <a:pt x="0" y="0"/>
                </a:cubicBezTo>
              </a:path>
            </a:pathLst>
          </a:custGeom>
          <a:ln w="7620">
            <a:solidFill>
              <a:srgbClr val="D1D1D0"/>
            </a:solidFill>
            <a:prstDash val="solid"/>
          </a:ln>
        </p:spPr>
      </p:sp>
      <p:sp>
        <p:nvSpPr>
          <p:cNvPr id="36" name="Shape 34"/>
          <p:cNvSpPr/>
          <p:nvPr/>
        </p:nvSpPr>
        <p:spPr>
          <a:xfrm>
            <a:off x="2030520" y="4192245"/>
            <a:ext cx="414835" cy="893661"/>
          </a:xfrm>
          <a:custGeom>
            <a:avLst/>
            <a:gdLst/>
            <a:ahLst/>
            <a:cxnLst/>
            <a:rect l="l" t="t" r="r" b="b"/>
            <a:pathLst>
              <a:path w="414835" h="893661">
                <a:moveTo>
                  <a:pt x="414835" y="893661"/>
                </a:moveTo>
                <a:cubicBezTo>
                  <a:pt x="414835" y="446830"/>
                  <a:pt x="0" y="446830"/>
                  <a:pt x="0" y="0"/>
                </a:cubicBezTo>
              </a:path>
            </a:pathLst>
          </a:custGeom>
          <a:ln w="7620">
            <a:solidFill>
              <a:srgbClr val="D1D1D0"/>
            </a:solidFill>
            <a:prstDash val="solid"/>
          </a:ln>
        </p:spPr>
      </p:sp>
      <p:sp>
        <p:nvSpPr>
          <p:cNvPr id="37" name="Shape 35"/>
          <p:cNvSpPr/>
          <p:nvPr/>
        </p:nvSpPr>
        <p:spPr>
          <a:xfrm>
            <a:off x="2860191" y="2404923"/>
            <a:ext cx="1107698" cy="1340491"/>
          </a:xfrm>
          <a:custGeom>
            <a:avLst/>
            <a:gdLst/>
            <a:ahLst/>
            <a:cxnLst/>
            <a:rect l="l" t="t" r="r" b="b"/>
            <a:pathLst>
              <a:path w="1107698" h="1340491">
                <a:moveTo>
                  <a:pt x="0" y="1340491"/>
                </a:moveTo>
                <a:cubicBezTo>
                  <a:pt x="0" y="670246"/>
                  <a:pt x="1107698" y="670246"/>
                  <a:pt x="1107698" y="0"/>
                </a:cubicBezTo>
              </a:path>
            </a:pathLst>
          </a:custGeom>
          <a:ln w="7620">
            <a:solidFill>
              <a:srgbClr val="D1D1D0"/>
            </a:solidFill>
            <a:prstDash val="solid"/>
          </a:ln>
        </p:spPr>
      </p:sp>
      <p:sp>
        <p:nvSpPr>
          <p:cNvPr id="38" name="Shape 36"/>
          <p:cNvSpPr/>
          <p:nvPr/>
        </p:nvSpPr>
        <p:spPr>
          <a:xfrm>
            <a:off x="3967889" y="2404923"/>
            <a:ext cx="6350" cy="446830"/>
          </a:xfrm>
          <a:custGeom>
            <a:avLst/>
            <a:gdLst/>
            <a:ahLst/>
            <a:cxnLst/>
            <a:rect l="l" t="t" r="r" b="b"/>
            <a:pathLst>
              <a:path w="6350" h="446830">
                <a:moveTo>
                  <a:pt x="0" y="446830"/>
                </a:moveTo>
                <a:cubicBezTo>
                  <a:pt x="0" y="223415"/>
                  <a:pt x="0" y="223415"/>
                  <a:pt x="0" y="0"/>
                </a:cubicBezTo>
              </a:path>
            </a:pathLst>
          </a:custGeom>
          <a:ln w="7620">
            <a:solidFill>
              <a:srgbClr val="D1D1D0"/>
            </a:solidFill>
            <a:prstDash val="solid"/>
          </a:ln>
        </p:spPr>
      </p:sp>
      <p:sp>
        <p:nvSpPr>
          <p:cNvPr id="39" name="Shape 37"/>
          <p:cNvSpPr/>
          <p:nvPr/>
        </p:nvSpPr>
        <p:spPr>
          <a:xfrm>
            <a:off x="4175306" y="3298584"/>
            <a:ext cx="1337181" cy="446830"/>
          </a:xfrm>
          <a:custGeom>
            <a:avLst/>
            <a:gdLst/>
            <a:ahLst/>
            <a:cxnLst/>
            <a:rect l="l" t="t" r="r" b="b"/>
            <a:pathLst>
              <a:path w="1337181" h="446830">
                <a:moveTo>
                  <a:pt x="0" y="446830"/>
                </a:moveTo>
                <a:cubicBezTo>
                  <a:pt x="0" y="223415"/>
                  <a:pt x="1337181" y="223415"/>
                  <a:pt x="1337181" y="0"/>
                </a:cubicBezTo>
              </a:path>
            </a:pathLst>
          </a:custGeom>
          <a:ln w="7620">
            <a:solidFill>
              <a:srgbClr val="D1D1D0"/>
            </a:solidFill>
            <a:prstDash val="solid"/>
          </a:ln>
        </p:spPr>
      </p:sp>
      <p:sp>
        <p:nvSpPr>
          <p:cNvPr id="40" name="Shape 38"/>
          <p:cNvSpPr/>
          <p:nvPr/>
        </p:nvSpPr>
        <p:spPr>
          <a:xfrm>
            <a:off x="4175306" y="2851753"/>
            <a:ext cx="1544599" cy="893661"/>
          </a:xfrm>
          <a:custGeom>
            <a:avLst/>
            <a:gdLst/>
            <a:ahLst/>
            <a:cxnLst/>
            <a:rect l="l" t="t" r="r" b="b"/>
            <a:pathLst>
              <a:path w="1544599" h="893661">
                <a:moveTo>
                  <a:pt x="0" y="893661"/>
                </a:moveTo>
                <a:cubicBezTo>
                  <a:pt x="0" y="446830"/>
                  <a:pt x="1544599" y="446830"/>
                  <a:pt x="1544599" y="0"/>
                </a:cubicBezTo>
              </a:path>
            </a:pathLst>
          </a:custGeom>
          <a:ln w="7620">
            <a:solidFill>
              <a:srgbClr val="D1D1D0"/>
            </a:solidFill>
            <a:prstDash val="solid"/>
          </a:ln>
        </p:spPr>
      </p:sp>
      <p:sp>
        <p:nvSpPr>
          <p:cNvPr id="41" name="Shape 39"/>
          <p:cNvSpPr/>
          <p:nvPr/>
        </p:nvSpPr>
        <p:spPr>
          <a:xfrm>
            <a:off x="2860191" y="2404923"/>
            <a:ext cx="2652297" cy="1787322"/>
          </a:xfrm>
          <a:custGeom>
            <a:avLst/>
            <a:gdLst/>
            <a:ahLst/>
            <a:cxnLst/>
            <a:rect l="l" t="t" r="r" b="b"/>
            <a:pathLst>
              <a:path w="2652297" h="1787322">
                <a:moveTo>
                  <a:pt x="0" y="1787322"/>
                </a:moveTo>
                <a:cubicBezTo>
                  <a:pt x="0" y="893661"/>
                  <a:pt x="2652297" y="893661"/>
                  <a:pt x="2652297" y="0"/>
                </a:cubicBezTo>
              </a:path>
            </a:pathLst>
          </a:custGeom>
          <a:ln w="7620">
            <a:solidFill>
              <a:srgbClr val="D1D1D0"/>
            </a:solidFill>
            <a:prstDash val="solid"/>
          </a:ln>
        </p:spPr>
      </p:sp>
      <p:sp>
        <p:nvSpPr>
          <p:cNvPr id="42" name="Shape 40"/>
          <p:cNvSpPr/>
          <p:nvPr/>
        </p:nvSpPr>
        <p:spPr>
          <a:xfrm>
            <a:off x="3760471" y="3745414"/>
            <a:ext cx="414835" cy="6350"/>
          </a:xfrm>
          <a:custGeom>
            <a:avLst/>
            <a:gdLst/>
            <a:ahLst/>
            <a:cxnLst/>
            <a:rect l="l" t="t" r="r" b="b"/>
            <a:pathLst>
              <a:path w="414835" h="6350">
                <a:moveTo>
                  <a:pt x="414835" y="0"/>
                </a:moveTo>
                <a:cubicBezTo>
                  <a:pt x="414835" y="0"/>
                  <a:pt x="0" y="0"/>
                  <a:pt x="0" y="0"/>
                </a:cubicBezTo>
              </a:path>
            </a:pathLst>
          </a:custGeom>
          <a:ln w="7620">
            <a:solidFill>
              <a:srgbClr val="D1D1D0"/>
            </a:solidFill>
            <a:prstDash val="solid"/>
          </a:ln>
        </p:spPr>
      </p:sp>
      <p:sp>
        <p:nvSpPr>
          <p:cNvPr id="43" name="Shape 41"/>
          <p:cNvSpPr/>
          <p:nvPr/>
        </p:nvSpPr>
        <p:spPr>
          <a:xfrm>
            <a:off x="3967889" y="2851753"/>
            <a:ext cx="1337181" cy="6350"/>
          </a:xfrm>
          <a:custGeom>
            <a:avLst/>
            <a:gdLst/>
            <a:ahLst/>
            <a:cxnLst/>
            <a:rect l="l" t="t" r="r" b="b"/>
            <a:pathLst>
              <a:path w="1337181" h="6350">
                <a:moveTo>
                  <a:pt x="0" y="0"/>
                </a:moveTo>
                <a:cubicBezTo>
                  <a:pt x="0" y="0"/>
                  <a:pt x="1337181" y="0"/>
                  <a:pt x="1337181" y="0"/>
                </a:cubicBezTo>
              </a:path>
            </a:pathLst>
          </a:custGeom>
          <a:ln w="7620">
            <a:solidFill>
              <a:srgbClr val="D1D1D0"/>
            </a:solidFill>
            <a:prstDash val="solid"/>
          </a:ln>
        </p:spPr>
      </p:sp>
      <p:sp>
        <p:nvSpPr>
          <p:cNvPr id="44" name="Shape 42"/>
          <p:cNvSpPr/>
          <p:nvPr/>
        </p:nvSpPr>
        <p:spPr>
          <a:xfrm>
            <a:off x="4175306" y="2851753"/>
            <a:ext cx="1129764" cy="893661"/>
          </a:xfrm>
          <a:custGeom>
            <a:avLst/>
            <a:gdLst/>
            <a:ahLst/>
            <a:cxnLst/>
            <a:rect l="l" t="t" r="r" b="b"/>
            <a:pathLst>
              <a:path w="1129764" h="893661">
                <a:moveTo>
                  <a:pt x="0" y="893661"/>
                </a:moveTo>
                <a:cubicBezTo>
                  <a:pt x="0" y="446830"/>
                  <a:pt x="1129764" y="446830"/>
                  <a:pt x="1129764" y="0"/>
                </a:cubicBezTo>
              </a:path>
            </a:pathLst>
          </a:custGeom>
          <a:ln w="7620">
            <a:solidFill>
              <a:srgbClr val="D1D1D0"/>
            </a:solidFill>
            <a:prstDash val="solid"/>
          </a:ln>
        </p:spPr>
      </p:sp>
      <p:sp>
        <p:nvSpPr>
          <p:cNvPr id="45" name="Shape 43"/>
          <p:cNvSpPr/>
          <p:nvPr/>
        </p:nvSpPr>
        <p:spPr>
          <a:xfrm>
            <a:off x="2860191" y="3745414"/>
            <a:ext cx="1315116" cy="6350"/>
          </a:xfrm>
          <a:custGeom>
            <a:avLst/>
            <a:gdLst/>
            <a:ahLst/>
            <a:cxnLst/>
            <a:rect l="l" t="t" r="r" b="b"/>
            <a:pathLst>
              <a:path w="1315116" h="6350">
                <a:moveTo>
                  <a:pt x="0" y="0"/>
                </a:moveTo>
                <a:cubicBezTo>
                  <a:pt x="0" y="0"/>
                  <a:pt x="1315116" y="0"/>
                  <a:pt x="1315116" y="0"/>
                </a:cubicBezTo>
              </a:path>
            </a:pathLst>
          </a:custGeom>
          <a:ln w="7620">
            <a:solidFill>
              <a:srgbClr val="D1D1D0"/>
            </a:solidFill>
            <a:prstDash val="solid"/>
          </a:ln>
        </p:spPr>
      </p:sp>
      <p:sp>
        <p:nvSpPr>
          <p:cNvPr id="46" name="Shape 44"/>
          <p:cNvSpPr/>
          <p:nvPr/>
        </p:nvSpPr>
        <p:spPr>
          <a:xfrm>
            <a:off x="2030520" y="3745414"/>
            <a:ext cx="829670" cy="446830"/>
          </a:xfrm>
          <a:custGeom>
            <a:avLst/>
            <a:gdLst/>
            <a:ahLst/>
            <a:cxnLst/>
            <a:rect l="l" t="t" r="r" b="b"/>
            <a:pathLst>
              <a:path w="829670" h="446830">
                <a:moveTo>
                  <a:pt x="829670" y="446830"/>
                </a:moveTo>
                <a:cubicBezTo>
                  <a:pt x="829670" y="223415"/>
                  <a:pt x="0" y="223415"/>
                  <a:pt x="0" y="0"/>
                </a:cubicBezTo>
              </a:path>
            </a:pathLst>
          </a:custGeom>
          <a:ln w="7620">
            <a:solidFill>
              <a:srgbClr val="D1D1D0"/>
            </a:solidFill>
            <a:prstDash val="solid"/>
          </a:ln>
        </p:spPr>
      </p:sp>
      <p:sp>
        <p:nvSpPr>
          <p:cNvPr id="47" name="Shape 45"/>
          <p:cNvSpPr/>
          <p:nvPr/>
        </p:nvSpPr>
        <p:spPr>
          <a:xfrm>
            <a:off x="1337658" y="3745414"/>
            <a:ext cx="692863" cy="1340491"/>
          </a:xfrm>
          <a:custGeom>
            <a:avLst/>
            <a:gdLst/>
            <a:ahLst/>
            <a:cxnLst/>
            <a:rect l="l" t="t" r="r" b="b"/>
            <a:pathLst>
              <a:path w="692863" h="1340491">
                <a:moveTo>
                  <a:pt x="0" y="1340491"/>
                </a:moveTo>
                <a:cubicBezTo>
                  <a:pt x="0" y="670246"/>
                  <a:pt x="692863" y="670246"/>
                  <a:pt x="692863" y="0"/>
                </a:cubicBezTo>
              </a:path>
            </a:pathLst>
          </a:custGeom>
          <a:ln w="7620">
            <a:solidFill>
              <a:srgbClr val="D1D1D0"/>
            </a:solidFill>
            <a:prstDash val="solid"/>
          </a:ln>
        </p:spPr>
      </p:sp>
      <p:sp>
        <p:nvSpPr>
          <p:cNvPr id="48" name="Shape 46"/>
          <p:cNvSpPr/>
          <p:nvPr/>
        </p:nvSpPr>
        <p:spPr>
          <a:xfrm>
            <a:off x="5455339" y="3688266"/>
            <a:ext cx="114297" cy="114297"/>
          </a:xfrm>
          <a:prstGeom prst="ellipse">
            <a:avLst/>
          </a:prstGeom>
          <a:solidFill>
            <a:srgbClr val="FFFFFF"/>
          </a:solidFill>
          <a:ln w="12700">
            <a:solidFill>
              <a:srgbClr val="1A1A16"/>
            </a:solidFill>
            <a:prstDash val="solid"/>
          </a:ln>
        </p:spPr>
      </p:sp>
      <p:sp>
        <p:nvSpPr>
          <p:cNvPr id="49" name="Shape 47"/>
          <p:cNvSpPr/>
          <p:nvPr/>
        </p:nvSpPr>
        <p:spPr>
          <a:xfrm>
            <a:off x="2803042" y="4135096"/>
            <a:ext cx="114297" cy="114297"/>
          </a:xfrm>
          <a:prstGeom prst="ellipse">
            <a:avLst/>
          </a:prstGeom>
          <a:solidFill>
            <a:srgbClr val="FFFFFF"/>
          </a:solidFill>
          <a:ln w="12700">
            <a:solidFill>
              <a:srgbClr val="1A1A16"/>
            </a:solidFill>
            <a:prstDash val="solid"/>
          </a:ln>
        </p:spPr>
      </p:sp>
      <p:sp>
        <p:nvSpPr>
          <p:cNvPr id="50" name="Shape 48"/>
          <p:cNvSpPr/>
          <p:nvPr/>
        </p:nvSpPr>
        <p:spPr>
          <a:xfrm>
            <a:off x="5462133" y="3247944"/>
            <a:ext cx="100962" cy="101597"/>
          </a:xfrm>
          <a:prstGeom prst="rect">
            <a:avLst/>
          </a:prstGeom>
          <a:solidFill>
            <a:srgbClr val="FFFFFF"/>
          </a:solidFill>
          <a:ln w="12700">
            <a:solidFill>
              <a:srgbClr val="1A1A16"/>
            </a:solidFill>
            <a:prstDash val="solid"/>
          </a:ln>
        </p:spPr>
      </p:sp>
      <p:sp>
        <p:nvSpPr>
          <p:cNvPr id="51" name="Shape 49"/>
          <p:cNvSpPr/>
          <p:nvPr/>
        </p:nvSpPr>
        <p:spPr>
          <a:xfrm>
            <a:off x="5441179" y="1886538"/>
            <a:ext cx="142871" cy="142871"/>
          </a:xfrm>
          <a:prstGeom prst="diamond">
            <a:avLst/>
          </a:prstGeom>
          <a:solidFill>
            <a:srgbClr val="FFFFFF"/>
          </a:solidFill>
          <a:ln w="12700">
            <a:solidFill>
              <a:srgbClr val="1A1A16"/>
            </a:solidFill>
            <a:prstDash val="solid"/>
          </a:ln>
        </p:spPr>
      </p:sp>
      <p:sp>
        <p:nvSpPr>
          <p:cNvPr id="52" name="Shape 50"/>
          <p:cNvSpPr/>
          <p:nvPr/>
        </p:nvSpPr>
        <p:spPr>
          <a:xfrm>
            <a:off x="2388207" y="4135096"/>
            <a:ext cx="114297" cy="114297"/>
          </a:xfrm>
          <a:prstGeom prst="ellipse">
            <a:avLst/>
          </a:prstGeom>
          <a:solidFill>
            <a:srgbClr val="FFFFFF"/>
          </a:solidFill>
          <a:ln w="12700">
            <a:solidFill>
              <a:srgbClr val="1A1A16"/>
            </a:solidFill>
            <a:prstDash val="solid"/>
          </a:ln>
        </p:spPr>
      </p:sp>
      <p:sp>
        <p:nvSpPr>
          <p:cNvPr id="53" name="Shape 51"/>
          <p:cNvSpPr/>
          <p:nvPr/>
        </p:nvSpPr>
        <p:spPr>
          <a:xfrm>
            <a:off x="2390715" y="5023359"/>
            <a:ext cx="109217" cy="125092"/>
          </a:xfrm>
          <a:prstGeom prst="hexagon">
            <a:avLst/>
          </a:prstGeom>
          <a:solidFill>
            <a:srgbClr val="FFFFFF"/>
          </a:solidFill>
          <a:ln w="12700">
            <a:solidFill>
              <a:srgbClr val="1A1A16"/>
            </a:solidFill>
            <a:prstDash val="solid"/>
          </a:ln>
        </p:spPr>
      </p:sp>
      <p:sp>
        <p:nvSpPr>
          <p:cNvPr id="54" name="Shape 52"/>
          <p:cNvSpPr/>
          <p:nvPr/>
        </p:nvSpPr>
        <p:spPr>
          <a:xfrm>
            <a:off x="453379" y="5023359"/>
            <a:ext cx="109217" cy="125092"/>
          </a:xfrm>
          <a:prstGeom prst="hexagon">
            <a:avLst/>
          </a:prstGeom>
          <a:solidFill>
            <a:srgbClr val="FFFFFF"/>
          </a:solidFill>
          <a:ln w="12700">
            <a:solidFill>
              <a:srgbClr val="1A1A16"/>
            </a:solidFill>
            <a:prstDash val="solid"/>
          </a:ln>
        </p:spPr>
      </p:sp>
      <p:sp>
        <p:nvSpPr>
          <p:cNvPr id="55" name="Shape 53"/>
          <p:cNvSpPr/>
          <p:nvPr/>
        </p:nvSpPr>
        <p:spPr>
          <a:xfrm>
            <a:off x="5254494" y="2800915"/>
            <a:ext cx="100962" cy="101597"/>
          </a:xfrm>
          <a:prstGeom prst="rect">
            <a:avLst/>
          </a:prstGeom>
          <a:solidFill>
            <a:srgbClr val="FFFFFF"/>
          </a:solidFill>
          <a:ln w="12700">
            <a:solidFill>
              <a:srgbClr val="1A1A16"/>
            </a:solidFill>
            <a:prstDash val="solid"/>
          </a:ln>
        </p:spPr>
      </p:sp>
      <p:sp>
        <p:nvSpPr>
          <p:cNvPr id="56" name="Shape 54"/>
          <p:cNvSpPr/>
          <p:nvPr/>
        </p:nvSpPr>
        <p:spPr>
          <a:xfrm>
            <a:off x="1073091" y="4581926"/>
            <a:ext cx="114297" cy="114297"/>
          </a:xfrm>
          <a:prstGeom prst="ellipse">
            <a:avLst/>
          </a:prstGeom>
          <a:solidFill>
            <a:srgbClr val="FFFFFF"/>
          </a:solidFill>
          <a:ln w="12700">
            <a:solidFill>
              <a:srgbClr val="1A1A16"/>
            </a:solidFill>
            <a:prstDash val="solid"/>
          </a:ln>
        </p:spPr>
      </p:sp>
      <p:sp>
        <p:nvSpPr>
          <p:cNvPr id="57" name="Shape 55"/>
          <p:cNvSpPr/>
          <p:nvPr/>
        </p:nvSpPr>
        <p:spPr>
          <a:xfrm>
            <a:off x="7024829" y="5023359"/>
            <a:ext cx="108582" cy="125092"/>
          </a:xfrm>
          <a:prstGeom prst="hexagon">
            <a:avLst/>
          </a:prstGeom>
          <a:solidFill>
            <a:srgbClr val="FFFFFF"/>
          </a:solidFill>
          <a:ln w="12700">
            <a:solidFill>
              <a:srgbClr val="1A1A16"/>
            </a:solidFill>
            <a:prstDash val="solid"/>
          </a:ln>
        </p:spPr>
      </p:sp>
      <p:sp>
        <p:nvSpPr>
          <p:cNvPr id="58" name="Shape 56"/>
          <p:cNvSpPr/>
          <p:nvPr/>
        </p:nvSpPr>
        <p:spPr>
          <a:xfrm>
            <a:off x="3896263" y="2333567"/>
            <a:ext cx="143506" cy="142871"/>
          </a:xfrm>
          <a:prstGeom prst="diamond">
            <a:avLst/>
          </a:prstGeom>
          <a:solidFill>
            <a:srgbClr val="FFFFFF"/>
          </a:solidFill>
          <a:ln w="12700">
            <a:solidFill>
              <a:srgbClr val="1A1A16"/>
            </a:solidFill>
            <a:prstDash val="solid"/>
          </a:ln>
        </p:spPr>
      </p:sp>
      <p:sp>
        <p:nvSpPr>
          <p:cNvPr id="59" name="Shape 57"/>
          <p:cNvSpPr/>
          <p:nvPr/>
        </p:nvSpPr>
        <p:spPr>
          <a:xfrm>
            <a:off x="4118158" y="3688266"/>
            <a:ext cx="114297" cy="114297"/>
          </a:xfrm>
          <a:prstGeom prst="ellipse">
            <a:avLst/>
          </a:prstGeom>
          <a:solidFill>
            <a:srgbClr val="FFFFFF"/>
          </a:solidFill>
          <a:ln w="12700">
            <a:solidFill>
              <a:srgbClr val="1A1A16"/>
            </a:solidFill>
            <a:prstDash val="solid"/>
          </a:ln>
        </p:spPr>
      </p:sp>
      <p:sp>
        <p:nvSpPr>
          <p:cNvPr id="60" name="Shape 58"/>
          <p:cNvSpPr/>
          <p:nvPr/>
        </p:nvSpPr>
        <p:spPr>
          <a:xfrm>
            <a:off x="2388207" y="4581926"/>
            <a:ext cx="114297" cy="114297"/>
          </a:xfrm>
          <a:prstGeom prst="ellipse">
            <a:avLst/>
          </a:prstGeom>
          <a:solidFill>
            <a:srgbClr val="FFFFFF"/>
          </a:solidFill>
          <a:ln w="12700">
            <a:solidFill>
              <a:srgbClr val="1A1A16"/>
            </a:solidFill>
            <a:prstDash val="solid"/>
          </a:ln>
        </p:spPr>
      </p:sp>
      <p:sp>
        <p:nvSpPr>
          <p:cNvPr id="61" name="Shape 59"/>
          <p:cNvSpPr/>
          <p:nvPr/>
        </p:nvSpPr>
        <p:spPr>
          <a:xfrm>
            <a:off x="868658" y="5023359"/>
            <a:ext cx="108582" cy="125092"/>
          </a:xfrm>
          <a:prstGeom prst="hexagon">
            <a:avLst/>
          </a:prstGeom>
          <a:solidFill>
            <a:srgbClr val="FFFFFF"/>
          </a:solidFill>
          <a:ln w="12700">
            <a:solidFill>
              <a:srgbClr val="1A1A16"/>
            </a:solidFill>
            <a:prstDash val="solid"/>
          </a:ln>
        </p:spPr>
      </p:sp>
      <p:sp>
        <p:nvSpPr>
          <p:cNvPr id="62" name="Shape 60"/>
          <p:cNvSpPr/>
          <p:nvPr/>
        </p:nvSpPr>
        <p:spPr>
          <a:xfrm>
            <a:off x="3910740" y="3241435"/>
            <a:ext cx="114297" cy="114297"/>
          </a:xfrm>
          <a:prstGeom prst="ellipse">
            <a:avLst/>
          </a:prstGeom>
          <a:solidFill>
            <a:srgbClr val="FFFFFF"/>
          </a:solidFill>
          <a:ln w="12700">
            <a:solidFill>
              <a:srgbClr val="1A1A16"/>
            </a:solidFill>
            <a:prstDash val="solid"/>
          </a:ln>
        </p:spPr>
      </p:sp>
      <p:sp>
        <p:nvSpPr>
          <p:cNvPr id="63" name="Shape 61"/>
          <p:cNvSpPr/>
          <p:nvPr/>
        </p:nvSpPr>
        <p:spPr>
          <a:xfrm>
            <a:off x="2788850" y="3674018"/>
            <a:ext cx="142871" cy="142871"/>
          </a:xfrm>
          <a:prstGeom prst="diamond">
            <a:avLst/>
          </a:prstGeom>
          <a:solidFill>
            <a:srgbClr val="FFFFFF"/>
          </a:solidFill>
          <a:ln w="12700">
            <a:solidFill>
              <a:srgbClr val="1A1A16"/>
            </a:solidFill>
            <a:prstDash val="solid"/>
          </a:ln>
        </p:spPr>
      </p:sp>
      <p:sp>
        <p:nvSpPr>
          <p:cNvPr id="64" name="Shape 62"/>
          <p:cNvSpPr/>
          <p:nvPr/>
        </p:nvSpPr>
        <p:spPr>
          <a:xfrm>
            <a:off x="7022004" y="3688266"/>
            <a:ext cx="114297" cy="114297"/>
          </a:xfrm>
          <a:prstGeom prst="ellipse">
            <a:avLst/>
          </a:prstGeom>
          <a:solidFill>
            <a:srgbClr val="FFFFFF"/>
          </a:solidFill>
          <a:ln w="12700">
            <a:solidFill>
              <a:srgbClr val="1A1A16"/>
            </a:solidFill>
            <a:prstDash val="solid"/>
          </a:ln>
        </p:spPr>
      </p:sp>
      <p:sp>
        <p:nvSpPr>
          <p:cNvPr id="65" name="Shape 63"/>
          <p:cNvSpPr/>
          <p:nvPr/>
        </p:nvSpPr>
        <p:spPr>
          <a:xfrm>
            <a:off x="7028639" y="2800915"/>
            <a:ext cx="100962" cy="101597"/>
          </a:xfrm>
          <a:prstGeom prst="rect">
            <a:avLst/>
          </a:prstGeom>
          <a:solidFill>
            <a:srgbClr val="FFFFFF"/>
          </a:solidFill>
          <a:ln w="12700">
            <a:solidFill>
              <a:srgbClr val="1A1A16"/>
            </a:solidFill>
            <a:prstDash val="solid"/>
          </a:ln>
        </p:spPr>
      </p:sp>
      <p:sp>
        <p:nvSpPr>
          <p:cNvPr id="66" name="Shape 64"/>
          <p:cNvSpPr/>
          <p:nvPr/>
        </p:nvSpPr>
        <p:spPr>
          <a:xfrm>
            <a:off x="5435464" y="2315787"/>
            <a:ext cx="154301" cy="133347"/>
          </a:xfrm>
          <a:prstGeom prst="triangle">
            <a:avLst/>
          </a:prstGeom>
          <a:solidFill>
            <a:srgbClr val="FFFFFF"/>
          </a:solidFill>
          <a:ln w="12700">
            <a:solidFill>
              <a:srgbClr val="1A1A16"/>
            </a:solidFill>
            <a:prstDash val="solid"/>
          </a:ln>
        </p:spPr>
      </p:sp>
      <p:sp>
        <p:nvSpPr>
          <p:cNvPr id="67" name="Shape 65"/>
          <p:cNvSpPr/>
          <p:nvPr/>
        </p:nvSpPr>
        <p:spPr>
          <a:xfrm>
            <a:off x="2394525" y="3694973"/>
            <a:ext cx="101597" cy="100962"/>
          </a:xfrm>
          <a:prstGeom prst="rect">
            <a:avLst/>
          </a:prstGeom>
          <a:solidFill>
            <a:srgbClr val="FFFFFF"/>
          </a:solidFill>
          <a:ln w="12700">
            <a:solidFill>
              <a:srgbClr val="1A1A16"/>
            </a:solidFill>
            <a:prstDash val="solid"/>
          </a:ln>
        </p:spPr>
      </p:sp>
      <p:sp>
        <p:nvSpPr>
          <p:cNvPr id="68" name="Shape 66"/>
          <p:cNvSpPr/>
          <p:nvPr/>
        </p:nvSpPr>
        <p:spPr>
          <a:xfrm>
            <a:off x="3896263" y="1439509"/>
            <a:ext cx="143506" cy="143506"/>
          </a:xfrm>
          <a:prstGeom prst="diamond">
            <a:avLst/>
          </a:prstGeom>
          <a:solidFill>
            <a:srgbClr val="FFFFFF"/>
          </a:solidFill>
          <a:ln w="12700">
            <a:solidFill>
              <a:srgbClr val="1A1A16"/>
            </a:solidFill>
            <a:prstDash val="solid"/>
          </a:ln>
        </p:spPr>
      </p:sp>
      <p:sp>
        <p:nvSpPr>
          <p:cNvPr id="69" name="Shape 67"/>
          <p:cNvSpPr/>
          <p:nvPr/>
        </p:nvSpPr>
        <p:spPr>
          <a:xfrm>
            <a:off x="1979881" y="3694973"/>
            <a:ext cx="101597" cy="100962"/>
          </a:xfrm>
          <a:prstGeom prst="rect">
            <a:avLst/>
          </a:prstGeom>
          <a:solidFill>
            <a:srgbClr val="FFFFFF"/>
          </a:solidFill>
          <a:ln w="12700">
            <a:solidFill>
              <a:srgbClr val="1A1A16"/>
            </a:solidFill>
            <a:prstDash val="solid"/>
          </a:ln>
        </p:spPr>
      </p:sp>
      <p:sp>
        <p:nvSpPr>
          <p:cNvPr id="70" name="Shape 68"/>
          <p:cNvSpPr/>
          <p:nvPr/>
        </p:nvSpPr>
        <p:spPr>
          <a:xfrm>
            <a:off x="5643104" y="2762816"/>
            <a:ext cx="153666" cy="133347"/>
          </a:xfrm>
          <a:prstGeom prst="triangle">
            <a:avLst/>
          </a:prstGeom>
          <a:solidFill>
            <a:srgbClr val="FFFFFF"/>
          </a:solidFill>
          <a:ln w="12700">
            <a:solidFill>
              <a:srgbClr val="1A1A16"/>
            </a:solidFill>
            <a:prstDash val="solid"/>
          </a:ln>
        </p:spPr>
      </p:sp>
      <p:sp>
        <p:nvSpPr>
          <p:cNvPr id="71" name="Shape 69"/>
          <p:cNvSpPr/>
          <p:nvPr/>
        </p:nvSpPr>
        <p:spPr>
          <a:xfrm>
            <a:off x="3703323" y="3688266"/>
            <a:ext cx="114297" cy="114297"/>
          </a:xfrm>
          <a:prstGeom prst="ellipse">
            <a:avLst/>
          </a:prstGeom>
          <a:solidFill>
            <a:srgbClr val="FFFFFF"/>
          </a:solidFill>
          <a:ln w="12700">
            <a:solidFill>
              <a:srgbClr val="1A1A16"/>
            </a:solidFill>
            <a:prstDash val="solid"/>
          </a:ln>
        </p:spPr>
      </p:sp>
      <p:sp>
        <p:nvSpPr>
          <p:cNvPr id="72" name="Shape 70"/>
          <p:cNvSpPr/>
          <p:nvPr/>
        </p:nvSpPr>
        <p:spPr>
          <a:xfrm>
            <a:off x="3917217" y="2800915"/>
            <a:ext cx="101597" cy="101597"/>
          </a:xfrm>
          <a:prstGeom prst="rect">
            <a:avLst/>
          </a:prstGeom>
          <a:solidFill>
            <a:srgbClr val="FFFFFF"/>
          </a:solidFill>
          <a:ln w="12700">
            <a:solidFill>
              <a:srgbClr val="1A1A16"/>
            </a:solidFill>
            <a:prstDash val="solid"/>
          </a:ln>
        </p:spPr>
      </p:sp>
      <p:sp>
        <p:nvSpPr>
          <p:cNvPr id="73" name="Shape 71"/>
          <p:cNvSpPr/>
          <p:nvPr/>
        </p:nvSpPr>
        <p:spPr>
          <a:xfrm>
            <a:off x="1283303" y="5023359"/>
            <a:ext cx="108582" cy="125092"/>
          </a:xfrm>
          <a:prstGeom prst="hexagon">
            <a:avLst/>
          </a:prstGeom>
          <a:solidFill>
            <a:srgbClr val="FFFFFF"/>
          </a:solidFill>
          <a:ln w="12700">
            <a:solidFill>
              <a:srgbClr val="1A1A16"/>
            </a:solidFill>
            <a:prstDash val="solid"/>
          </a:ln>
        </p:spPr>
      </p:sp>
      <p:sp>
        <p:nvSpPr>
          <p:cNvPr id="74" name="Shape 72"/>
          <p:cNvSpPr/>
          <p:nvPr/>
        </p:nvSpPr>
        <p:spPr>
          <a:xfrm>
            <a:off x="1973372" y="4135096"/>
            <a:ext cx="114297" cy="114297"/>
          </a:xfrm>
          <a:prstGeom prst="ellipse">
            <a:avLst/>
          </a:prstGeom>
          <a:solidFill>
            <a:srgbClr val="FFFFFF"/>
          </a:solidFill>
          <a:ln w="12700">
            <a:solidFill>
              <a:srgbClr val="1A1A16"/>
            </a:solidFill>
            <a:prstDash val="solid"/>
          </a:ln>
        </p:spPr>
      </p:sp>
      <p:sp>
        <p:nvSpPr>
          <p:cNvPr id="75" name="Shape 73"/>
          <p:cNvSpPr/>
          <p:nvPr/>
        </p:nvSpPr>
        <p:spPr>
          <a:xfrm>
            <a:off x="5458324" y="5023359"/>
            <a:ext cx="108582" cy="125092"/>
          </a:xfrm>
          <a:prstGeom prst="hexagon">
            <a:avLst/>
          </a:prstGeom>
          <a:solidFill>
            <a:srgbClr val="FFFFFF"/>
          </a:solidFill>
          <a:ln w="12700">
            <a:solidFill>
              <a:srgbClr val="1A1A16"/>
            </a:solidFill>
            <a:prstDash val="solid"/>
          </a:ln>
        </p:spPr>
      </p:sp>
      <p:sp>
        <p:nvSpPr>
          <p:cNvPr id="76" name="Shape 74"/>
          <p:cNvSpPr/>
          <p:nvPr/>
        </p:nvSpPr>
        <p:spPr>
          <a:xfrm>
            <a:off x="658256" y="4581926"/>
            <a:ext cx="114297" cy="114297"/>
          </a:xfrm>
          <a:prstGeom prst="ellipse">
            <a:avLst/>
          </a:prstGeom>
          <a:solidFill>
            <a:srgbClr val="FFFFFF"/>
          </a:solidFill>
          <a:ln w="12700">
            <a:solidFill>
              <a:srgbClr val="1A1A16"/>
            </a:solidFill>
            <a:prstDash val="solid"/>
          </a:ln>
        </p:spPr>
      </p:sp>
      <p:sp>
        <p:nvSpPr>
          <p:cNvPr id="77" name="Shape 75"/>
          <p:cNvSpPr/>
          <p:nvPr/>
        </p:nvSpPr>
        <p:spPr>
          <a:xfrm>
            <a:off x="8229394" y="3911502"/>
            <a:ext cx="50799" cy="1206470"/>
          </a:xfrm>
          <a:prstGeom prst="rect">
            <a:avLst/>
          </a:prstGeom>
          <a:solidFill>
            <a:srgbClr val="1A1A16"/>
          </a:solidFill>
          <a:ln w="12700">
            <a:solidFill>
              <a:srgbClr val="1A1A16"/>
            </a:solidFill>
            <a:prstDash val="solid"/>
          </a:ln>
        </p:spPr>
      </p:sp>
      <p:sp>
        <p:nvSpPr>
          <p:cNvPr id="78" name="Shape 76"/>
          <p:cNvSpPr/>
          <p:nvPr/>
        </p:nvSpPr>
        <p:spPr>
          <a:xfrm>
            <a:off x="8299948" y="4587125"/>
            <a:ext cx="50799" cy="530847"/>
          </a:xfrm>
          <a:prstGeom prst="rect">
            <a:avLst/>
          </a:prstGeom>
          <a:solidFill>
            <a:srgbClr val="1A1A16"/>
          </a:solidFill>
          <a:ln w="12700">
            <a:solidFill>
              <a:srgbClr val="1A1A16"/>
            </a:solidFill>
            <a:prstDash val="solid"/>
          </a:ln>
        </p:spPr>
      </p:sp>
      <p:sp>
        <p:nvSpPr>
          <p:cNvPr id="79" name="Shape 77"/>
          <p:cNvSpPr/>
          <p:nvPr/>
        </p:nvSpPr>
        <p:spPr>
          <a:xfrm>
            <a:off x="8370502" y="4780160"/>
            <a:ext cx="50799" cy="337812"/>
          </a:xfrm>
          <a:prstGeom prst="rect">
            <a:avLst/>
          </a:prstGeom>
          <a:solidFill>
            <a:srgbClr val="1A1A16"/>
          </a:solidFill>
          <a:ln w="12700">
            <a:solidFill>
              <a:srgbClr val="1A1A16"/>
            </a:solidFill>
            <a:prstDash val="solid"/>
          </a:ln>
        </p:spPr>
      </p:sp>
      <p:sp>
        <p:nvSpPr>
          <p:cNvPr id="80" name="Shape 78"/>
          <p:cNvSpPr/>
          <p:nvPr/>
        </p:nvSpPr>
        <p:spPr>
          <a:xfrm>
            <a:off x="8441056" y="4924937"/>
            <a:ext cx="50799" cy="193035"/>
          </a:xfrm>
          <a:prstGeom prst="rect">
            <a:avLst/>
          </a:prstGeom>
          <a:solidFill>
            <a:srgbClr val="1A1A16"/>
          </a:solidFill>
          <a:ln w="12700">
            <a:solidFill>
              <a:srgbClr val="1A1A16"/>
            </a:solidFill>
            <a:prstDash val="solid"/>
          </a:ln>
        </p:spPr>
      </p:sp>
      <p:sp>
        <p:nvSpPr>
          <p:cNvPr id="81" name="Shape 79"/>
          <p:cNvSpPr/>
          <p:nvPr/>
        </p:nvSpPr>
        <p:spPr>
          <a:xfrm>
            <a:off x="8511609" y="4973196"/>
            <a:ext cx="50799" cy="144776"/>
          </a:xfrm>
          <a:prstGeom prst="rect">
            <a:avLst/>
          </a:prstGeom>
          <a:solidFill>
            <a:srgbClr val="1A1A16"/>
          </a:solidFill>
          <a:ln w="12700">
            <a:solidFill>
              <a:srgbClr val="1A1A16"/>
            </a:solidFill>
            <a:prstDash val="solid"/>
          </a:ln>
        </p:spPr>
      </p:sp>
      <p:sp>
        <p:nvSpPr>
          <p:cNvPr id="82" name="Shape 80"/>
          <p:cNvSpPr/>
          <p:nvPr/>
        </p:nvSpPr>
        <p:spPr>
          <a:xfrm>
            <a:off x="8582163" y="5021454"/>
            <a:ext cx="50799" cy="96518"/>
          </a:xfrm>
          <a:prstGeom prst="rect">
            <a:avLst/>
          </a:prstGeom>
          <a:solidFill>
            <a:srgbClr val="1A1A16"/>
          </a:solidFill>
          <a:ln w="12700">
            <a:solidFill>
              <a:srgbClr val="1A1A16"/>
            </a:solidFill>
            <a:prstDash val="solid"/>
          </a:ln>
        </p:spPr>
      </p:sp>
      <p:sp>
        <p:nvSpPr>
          <p:cNvPr id="83" name="Shape 81"/>
          <p:cNvSpPr/>
          <p:nvPr/>
        </p:nvSpPr>
        <p:spPr>
          <a:xfrm>
            <a:off x="8652717" y="5021454"/>
            <a:ext cx="50799" cy="96518"/>
          </a:xfrm>
          <a:prstGeom prst="rect">
            <a:avLst/>
          </a:prstGeom>
          <a:solidFill>
            <a:srgbClr val="1A1A16"/>
          </a:solidFill>
          <a:ln w="12700">
            <a:solidFill>
              <a:srgbClr val="1A1A16"/>
            </a:solidFill>
            <a:prstDash val="solid"/>
          </a:ln>
        </p:spPr>
      </p:sp>
      <p:sp>
        <p:nvSpPr>
          <p:cNvPr id="84" name="Shape 82"/>
          <p:cNvSpPr/>
          <p:nvPr/>
        </p:nvSpPr>
        <p:spPr>
          <a:xfrm>
            <a:off x="8723271" y="5069713"/>
            <a:ext cx="50799" cy="48259"/>
          </a:xfrm>
          <a:prstGeom prst="rect">
            <a:avLst/>
          </a:prstGeom>
          <a:solidFill>
            <a:srgbClr val="1A1A16"/>
          </a:solidFill>
          <a:ln w="12700">
            <a:solidFill>
              <a:srgbClr val="1A1A16"/>
            </a:solidFill>
            <a:prstDash val="solid"/>
          </a:ln>
        </p:spPr>
      </p:sp>
      <p:sp>
        <p:nvSpPr>
          <p:cNvPr id="85" name="Shape 83"/>
          <p:cNvSpPr/>
          <p:nvPr/>
        </p:nvSpPr>
        <p:spPr>
          <a:xfrm>
            <a:off x="8793825" y="5069713"/>
            <a:ext cx="50799" cy="48259"/>
          </a:xfrm>
          <a:prstGeom prst="rect">
            <a:avLst/>
          </a:prstGeom>
          <a:solidFill>
            <a:srgbClr val="1A1A16"/>
          </a:solidFill>
          <a:ln w="12700">
            <a:solidFill>
              <a:srgbClr val="1A1A16"/>
            </a:solidFill>
            <a:prstDash val="solid"/>
          </a:ln>
        </p:spPr>
      </p:sp>
      <p:sp>
        <p:nvSpPr>
          <p:cNvPr id="86" name="Shape 84"/>
          <p:cNvSpPr/>
          <p:nvPr/>
        </p:nvSpPr>
        <p:spPr>
          <a:xfrm>
            <a:off x="8864378" y="5069713"/>
            <a:ext cx="50799" cy="48259"/>
          </a:xfrm>
          <a:prstGeom prst="rect">
            <a:avLst/>
          </a:prstGeom>
          <a:solidFill>
            <a:srgbClr val="1A1A16"/>
          </a:solidFill>
          <a:ln w="12700">
            <a:solidFill>
              <a:srgbClr val="1A1A16"/>
            </a:solidFill>
            <a:prstDash val="solid"/>
          </a:ln>
        </p:spPr>
      </p:sp>
      <p:sp>
        <p:nvSpPr>
          <p:cNvPr id="87" name="Shape 85"/>
          <p:cNvSpPr/>
          <p:nvPr/>
        </p:nvSpPr>
        <p:spPr>
          <a:xfrm>
            <a:off x="8934932" y="5069713"/>
            <a:ext cx="50799" cy="48259"/>
          </a:xfrm>
          <a:prstGeom prst="rect">
            <a:avLst/>
          </a:prstGeom>
          <a:solidFill>
            <a:srgbClr val="1A1A16"/>
          </a:solidFill>
          <a:ln w="12700">
            <a:solidFill>
              <a:srgbClr val="1A1A16"/>
            </a:solidFill>
            <a:prstDash val="solid"/>
          </a:ln>
        </p:spPr>
      </p:sp>
      <p:sp>
        <p:nvSpPr>
          <p:cNvPr id="88" name="Shape 86"/>
          <p:cNvSpPr/>
          <p:nvPr/>
        </p:nvSpPr>
        <p:spPr>
          <a:xfrm>
            <a:off x="9005486" y="5069713"/>
            <a:ext cx="50799" cy="48259"/>
          </a:xfrm>
          <a:prstGeom prst="rect">
            <a:avLst/>
          </a:prstGeom>
          <a:solidFill>
            <a:srgbClr val="1A1A16"/>
          </a:solidFill>
          <a:ln w="12700">
            <a:solidFill>
              <a:srgbClr val="1A1A16"/>
            </a:solidFill>
            <a:prstDash val="solid"/>
          </a:ln>
        </p:spPr>
      </p:sp>
      <p:sp>
        <p:nvSpPr>
          <p:cNvPr id="89" name="Shape 87"/>
          <p:cNvSpPr/>
          <p:nvPr/>
        </p:nvSpPr>
        <p:spPr>
          <a:xfrm>
            <a:off x="9076040" y="5069713"/>
            <a:ext cx="50799" cy="48259"/>
          </a:xfrm>
          <a:prstGeom prst="rect">
            <a:avLst/>
          </a:prstGeom>
          <a:solidFill>
            <a:srgbClr val="1A1A16"/>
          </a:solidFill>
          <a:ln w="12700">
            <a:solidFill>
              <a:srgbClr val="1A1A16"/>
            </a:solidFill>
            <a:prstDash val="solid"/>
          </a:ln>
        </p:spPr>
      </p:sp>
      <p:sp>
        <p:nvSpPr>
          <p:cNvPr id="90" name="Shape 88"/>
          <p:cNvSpPr/>
          <p:nvPr/>
        </p:nvSpPr>
        <p:spPr>
          <a:xfrm>
            <a:off x="9146594" y="5069713"/>
            <a:ext cx="50799" cy="48259"/>
          </a:xfrm>
          <a:prstGeom prst="rect">
            <a:avLst/>
          </a:prstGeom>
          <a:solidFill>
            <a:srgbClr val="1A1A16"/>
          </a:solidFill>
          <a:ln w="12700">
            <a:solidFill>
              <a:srgbClr val="1A1A16"/>
            </a:solidFill>
            <a:prstDash val="solid"/>
          </a:ln>
        </p:spPr>
      </p:sp>
      <p:sp>
        <p:nvSpPr>
          <p:cNvPr id="91" name="Shape 89"/>
          <p:cNvSpPr/>
          <p:nvPr/>
        </p:nvSpPr>
        <p:spPr>
          <a:xfrm>
            <a:off x="9217147" y="5069713"/>
            <a:ext cx="50799" cy="48259"/>
          </a:xfrm>
          <a:prstGeom prst="rect">
            <a:avLst/>
          </a:prstGeom>
          <a:solidFill>
            <a:srgbClr val="1A1A16"/>
          </a:solidFill>
          <a:ln w="12700">
            <a:solidFill>
              <a:srgbClr val="1A1A16"/>
            </a:solidFill>
            <a:prstDash val="solid"/>
          </a:ln>
        </p:spPr>
      </p:sp>
      <p:sp>
        <p:nvSpPr>
          <p:cNvPr id="92" name="Shape 90"/>
          <p:cNvSpPr/>
          <p:nvPr/>
        </p:nvSpPr>
        <p:spPr>
          <a:xfrm>
            <a:off x="9287701" y="5069713"/>
            <a:ext cx="50799" cy="48259"/>
          </a:xfrm>
          <a:prstGeom prst="rect">
            <a:avLst/>
          </a:prstGeom>
          <a:solidFill>
            <a:srgbClr val="1A1A16"/>
          </a:solidFill>
          <a:ln w="12700">
            <a:solidFill>
              <a:srgbClr val="1A1A16"/>
            </a:solidFill>
            <a:prstDash val="solid"/>
          </a:ln>
        </p:spPr>
      </p:sp>
      <p:sp>
        <p:nvSpPr>
          <p:cNvPr id="93" name="Shape 91"/>
          <p:cNvSpPr/>
          <p:nvPr/>
        </p:nvSpPr>
        <p:spPr>
          <a:xfrm>
            <a:off x="9358255" y="5069713"/>
            <a:ext cx="50799" cy="48259"/>
          </a:xfrm>
          <a:prstGeom prst="rect">
            <a:avLst/>
          </a:prstGeom>
          <a:solidFill>
            <a:srgbClr val="1A1A16"/>
          </a:solidFill>
          <a:ln w="12700">
            <a:solidFill>
              <a:srgbClr val="1A1A16"/>
            </a:solidFill>
            <a:prstDash val="solid"/>
          </a:ln>
        </p:spPr>
      </p:sp>
      <p:sp>
        <p:nvSpPr>
          <p:cNvPr id="94" name="Shape 92"/>
          <p:cNvSpPr/>
          <p:nvPr/>
        </p:nvSpPr>
        <p:spPr>
          <a:xfrm>
            <a:off x="9428809" y="5105272"/>
            <a:ext cx="50799" cy="12700"/>
          </a:xfrm>
          <a:prstGeom prst="rect">
            <a:avLst/>
          </a:prstGeom>
          <a:solidFill>
            <a:srgbClr val="1A1A16"/>
          </a:solidFill>
          <a:ln w="12700">
            <a:solidFill>
              <a:srgbClr val="1A1A16"/>
            </a:solidFill>
            <a:prstDash val="solid"/>
          </a:ln>
        </p:spPr>
      </p:sp>
      <p:sp>
        <p:nvSpPr>
          <p:cNvPr id="95" name="Shape 93"/>
          <p:cNvSpPr/>
          <p:nvPr/>
        </p:nvSpPr>
        <p:spPr>
          <a:xfrm>
            <a:off x="9499363" y="5105272"/>
            <a:ext cx="50799" cy="12700"/>
          </a:xfrm>
          <a:prstGeom prst="rect">
            <a:avLst/>
          </a:prstGeom>
          <a:solidFill>
            <a:srgbClr val="1A1A16"/>
          </a:solidFill>
          <a:ln w="12700">
            <a:solidFill>
              <a:srgbClr val="1A1A16"/>
            </a:solidFill>
            <a:prstDash val="solid"/>
          </a:ln>
        </p:spPr>
      </p:sp>
      <p:sp>
        <p:nvSpPr>
          <p:cNvPr id="96" name="Shape 94"/>
          <p:cNvSpPr/>
          <p:nvPr/>
        </p:nvSpPr>
        <p:spPr>
          <a:xfrm>
            <a:off x="9569916" y="5105272"/>
            <a:ext cx="50799" cy="12700"/>
          </a:xfrm>
          <a:prstGeom prst="rect">
            <a:avLst/>
          </a:prstGeom>
          <a:solidFill>
            <a:srgbClr val="1A1A16"/>
          </a:solidFill>
          <a:ln w="12700">
            <a:solidFill>
              <a:srgbClr val="1A1A16"/>
            </a:solidFill>
            <a:prstDash val="solid"/>
          </a:ln>
        </p:spPr>
      </p:sp>
      <p:sp>
        <p:nvSpPr>
          <p:cNvPr id="97" name="Shape 95"/>
          <p:cNvSpPr/>
          <p:nvPr/>
        </p:nvSpPr>
        <p:spPr>
          <a:xfrm>
            <a:off x="9640470" y="5105272"/>
            <a:ext cx="50799" cy="12700"/>
          </a:xfrm>
          <a:prstGeom prst="rect">
            <a:avLst/>
          </a:prstGeom>
          <a:solidFill>
            <a:srgbClr val="1A1A16"/>
          </a:solidFill>
          <a:ln w="12700">
            <a:solidFill>
              <a:srgbClr val="1A1A16"/>
            </a:solidFill>
            <a:prstDash val="solid"/>
          </a:ln>
        </p:spPr>
      </p:sp>
      <p:sp>
        <p:nvSpPr>
          <p:cNvPr id="98" name="Shape 96"/>
          <p:cNvSpPr/>
          <p:nvPr/>
        </p:nvSpPr>
        <p:spPr>
          <a:xfrm>
            <a:off x="9711024" y="5105272"/>
            <a:ext cx="50799" cy="12700"/>
          </a:xfrm>
          <a:prstGeom prst="rect">
            <a:avLst/>
          </a:prstGeom>
          <a:solidFill>
            <a:srgbClr val="1A1A16"/>
          </a:solidFill>
          <a:ln w="12700">
            <a:solidFill>
              <a:srgbClr val="1A1A16"/>
            </a:solidFill>
            <a:prstDash val="solid"/>
          </a:ln>
        </p:spPr>
      </p:sp>
      <p:sp>
        <p:nvSpPr>
          <p:cNvPr id="99" name="Shape 97"/>
          <p:cNvSpPr/>
          <p:nvPr/>
        </p:nvSpPr>
        <p:spPr>
          <a:xfrm>
            <a:off x="9781578" y="5105272"/>
            <a:ext cx="50799" cy="12700"/>
          </a:xfrm>
          <a:prstGeom prst="rect">
            <a:avLst/>
          </a:prstGeom>
          <a:solidFill>
            <a:srgbClr val="1A1A16"/>
          </a:solidFill>
          <a:ln w="12700">
            <a:solidFill>
              <a:srgbClr val="1A1A16"/>
            </a:solidFill>
            <a:prstDash val="solid"/>
          </a:ln>
        </p:spPr>
      </p:sp>
      <p:sp>
        <p:nvSpPr>
          <p:cNvPr id="100" name="Shape 98"/>
          <p:cNvSpPr/>
          <p:nvPr/>
        </p:nvSpPr>
        <p:spPr>
          <a:xfrm>
            <a:off x="9852131" y="5105272"/>
            <a:ext cx="50799" cy="12700"/>
          </a:xfrm>
          <a:prstGeom prst="rect">
            <a:avLst/>
          </a:prstGeom>
          <a:solidFill>
            <a:srgbClr val="1A1A16"/>
          </a:solidFill>
          <a:ln w="12700">
            <a:solidFill>
              <a:srgbClr val="1A1A16"/>
            </a:solidFill>
            <a:prstDash val="solid"/>
          </a:ln>
        </p:spPr>
      </p:sp>
      <p:sp>
        <p:nvSpPr>
          <p:cNvPr id="101" name="Shape 99"/>
          <p:cNvSpPr/>
          <p:nvPr/>
        </p:nvSpPr>
        <p:spPr>
          <a:xfrm>
            <a:off x="9922685" y="5105272"/>
            <a:ext cx="50799" cy="12700"/>
          </a:xfrm>
          <a:prstGeom prst="rect">
            <a:avLst/>
          </a:prstGeom>
          <a:solidFill>
            <a:srgbClr val="1A1A16"/>
          </a:solidFill>
          <a:ln w="12700">
            <a:solidFill>
              <a:srgbClr val="1A1A16"/>
            </a:solidFill>
            <a:prstDash val="solid"/>
          </a:ln>
        </p:spPr>
      </p:sp>
      <p:sp>
        <p:nvSpPr>
          <p:cNvPr id="102" name="Shape 100"/>
          <p:cNvSpPr/>
          <p:nvPr/>
        </p:nvSpPr>
        <p:spPr>
          <a:xfrm>
            <a:off x="9993239" y="5105272"/>
            <a:ext cx="50799" cy="12700"/>
          </a:xfrm>
          <a:prstGeom prst="rect">
            <a:avLst/>
          </a:prstGeom>
          <a:solidFill>
            <a:srgbClr val="1A1A16"/>
          </a:solidFill>
          <a:ln w="12700">
            <a:solidFill>
              <a:srgbClr val="1A1A16"/>
            </a:solidFill>
            <a:prstDash val="solid"/>
          </a:ln>
        </p:spPr>
      </p:sp>
      <p:sp>
        <p:nvSpPr>
          <p:cNvPr id="103" name="Shape 101"/>
          <p:cNvSpPr/>
          <p:nvPr/>
        </p:nvSpPr>
        <p:spPr>
          <a:xfrm>
            <a:off x="10063793" y="5105272"/>
            <a:ext cx="50799" cy="12700"/>
          </a:xfrm>
          <a:prstGeom prst="rect">
            <a:avLst/>
          </a:prstGeom>
          <a:solidFill>
            <a:srgbClr val="1A1A16"/>
          </a:solidFill>
          <a:ln w="12700">
            <a:solidFill>
              <a:srgbClr val="1A1A16"/>
            </a:solidFill>
            <a:prstDash val="solid"/>
          </a:ln>
        </p:spPr>
      </p:sp>
      <p:sp>
        <p:nvSpPr>
          <p:cNvPr id="104" name="Shape 102"/>
          <p:cNvSpPr/>
          <p:nvPr/>
        </p:nvSpPr>
        <p:spPr>
          <a:xfrm>
            <a:off x="10134347" y="5105272"/>
            <a:ext cx="50799" cy="12700"/>
          </a:xfrm>
          <a:prstGeom prst="rect">
            <a:avLst/>
          </a:prstGeom>
          <a:solidFill>
            <a:srgbClr val="1A1A16"/>
          </a:solidFill>
          <a:ln w="12700">
            <a:solidFill>
              <a:srgbClr val="1A1A16"/>
            </a:solidFill>
            <a:prstDash val="solid"/>
          </a:ln>
        </p:spPr>
      </p:sp>
      <p:sp>
        <p:nvSpPr>
          <p:cNvPr id="105" name="Shape 103"/>
          <p:cNvSpPr/>
          <p:nvPr/>
        </p:nvSpPr>
        <p:spPr>
          <a:xfrm>
            <a:off x="10204900" y="5105272"/>
            <a:ext cx="50799" cy="12700"/>
          </a:xfrm>
          <a:prstGeom prst="rect">
            <a:avLst/>
          </a:prstGeom>
          <a:solidFill>
            <a:srgbClr val="1A1A16"/>
          </a:solidFill>
          <a:ln w="12700">
            <a:solidFill>
              <a:srgbClr val="1A1A16"/>
            </a:solidFill>
            <a:prstDash val="solid"/>
          </a:ln>
        </p:spPr>
      </p:sp>
      <p:sp>
        <p:nvSpPr>
          <p:cNvPr id="106" name="Shape 104"/>
          <p:cNvSpPr/>
          <p:nvPr/>
        </p:nvSpPr>
        <p:spPr>
          <a:xfrm>
            <a:off x="10275454" y="5105272"/>
            <a:ext cx="50799" cy="12700"/>
          </a:xfrm>
          <a:prstGeom prst="rect">
            <a:avLst/>
          </a:prstGeom>
          <a:solidFill>
            <a:srgbClr val="1A1A16"/>
          </a:solidFill>
          <a:ln w="12700">
            <a:solidFill>
              <a:srgbClr val="1A1A16"/>
            </a:solidFill>
            <a:prstDash val="solid"/>
          </a:ln>
        </p:spPr>
      </p:sp>
      <p:sp>
        <p:nvSpPr>
          <p:cNvPr id="107" name="Shape 105"/>
          <p:cNvSpPr/>
          <p:nvPr/>
        </p:nvSpPr>
        <p:spPr>
          <a:xfrm>
            <a:off x="10346008" y="5105272"/>
            <a:ext cx="50799" cy="12700"/>
          </a:xfrm>
          <a:prstGeom prst="rect">
            <a:avLst/>
          </a:prstGeom>
          <a:solidFill>
            <a:srgbClr val="1A1A16"/>
          </a:solidFill>
          <a:ln w="12700">
            <a:solidFill>
              <a:srgbClr val="1A1A16"/>
            </a:solidFill>
            <a:prstDash val="solid"/>
          </a:ln>
        </p:spPr>
      </p:sp>
      <p:sp>
        <p:nvSpPr>
          <p:cNvPr id="108" name="Shape 106"/>
          <p:cNvSpPr/>
          <p:nvPr/>
        </p:nvSpPr>
        <p:spPr>
          <a:xfrm>
            <a:off x="10416562" y="5105272"/>
            <a:ext cx="50799" cy="12700"/>
          </a:xfrm>
          <a:prstGeom prst="rect">
            <a:avLst/>
          </a:prstGeom>
          <a:solidFill>
            <a:srgbClr val="1A1A16"/>
          </a:solidFill>
          <a:ln w="12700">
            <a:solidFill>
              <a:srgbClr val="1A1A16"/>
            </a:solidFill>
            <a:prstDash val="solid"/>
          </a:ln>
        </p:spPr>
      </p:sp>
      <p:sp>
        <p:nvSpPr>
          <p:cNvPr id="109" name="Shape 107"/>
          <p:cNvSpPr/>
          <p:nvPr/>
        </p:nvSpPr>
        <p:spPr>
          <a:xfrm>
            <a:off x="10487116" y="5105272"/>
            <a:ext cx="50799" cy="12700"/>
          </a:xfrm>
          <a:prstGeom prst="rect">
            <a:avLst/>
          </a:prstGeom>
          <a:solidFill>
            <a:srgbClr val="1A1A16"/>
          </a:solidFill>
          <a:ln w="12700">
            <a:solidFill>
              <a:srgbClr val="1A1A16"/>
            </a:solidFill>
            <a:prstDash val="solid"/>
          </a:ln>
        </p:spPr>
      </p:sp>
      <p:sp>
        <p:nvSpPr>
          <p:cNvPr id="110" name="Shape 108"/>
          <p:cNvSpPr/>
          <p:nvPr/>
        </p:nvSpPr>
        <p:spPr>
          <a:xfrm>
            <a:off x="10557669" y="5105272"/>
            <a:ext cx="50799" cy="12700"/>
          </a:xfrm>
          <a:prstGeom prst="rect">
            <a:avLst/>
          </a:prstGeom>
          <a:solidFill>
            <a:srgbClr val="1A1A16"/>
          </a:solidFill>
          <a:ln w="12700">
            <a:solidFill>
              <a:srgbClr val="1A1A16"/>
            </a:solidFill>
            <a:prstDash val="solid"/>
          </a:ln>
        </p:spPr>
      </p:sp>
      <p:sp>
        <p:nvSpPr>
          <p:cNvPr id="111" name="Shape 109"/>
          <p:cNvSpPr/>
          <p:nvPr/>
        </p:nvSpPr>
        <p:spPr>
          <a:xfrm>
            <a:off x="10628223" y="5105272"/>
            <a:ext cx="50799" cy="12700"/>
          </a:xfrm>
          <a:prstGeom prst="rect">
            <a:avLst/>
          </a:prstGeom>
          <a:solidFill>
            <a:srgbClr val="1A1A16"/>
          </a:solidFill>
          <a:ln w="12700">
            <a:solidFill>
              <a:srgbClr val="1A1A16"/>
            </a:solidFill>
            <a:prstDash val="solid"/>
          </a:ln>
        </p:spPr>
      </p:sp>
      <p:sp>
        <p:nvSpPr>
          <p:cNvPr id="112" name="Shape 110"/>
          <p:cNvSpPr/>
          <p:nvPr/>
        </p:nvSpPr>
        <p:spPr>
          <a:xfrm>
            <a:off x="10698777" y="5105272"/>
            <a:ext cx="50799" cy="12700"/>
          </a:xfrm>
          <a:prstGeom prst="rect">
            <a:avLst/>
          </a:prstGeom>
          <a:solidFill>
            <a:srgbClr val="1A1A16"/>
          </a:solidFill>
          <a:ln w="12700">
            <a:solidFill>
              <a:srgbClr val="1A1A16"/>
            </a:solidFill>
            <a:prstDash val="solid"/>
          </a:ln>
        </p:spPr>
      </p:sp>
      <p:sp>
        <p:nvSpPr>
          <p:cNvPr id="113" name="Shape 111"/>
          <p:cNvSpPr/>
          <p:nvPr/>
        </p:nvSpPr>
        <p:spPr>
          <a:xfrm>
            <a:off x="10769331" y="5105272"/>
            <a:ext cx="50799" cy="12700"/>
          </a:xfrm>
          <a:prstGeom prst="rect">
            <a:avLst/>
          </a:prstGeom>
          <a:solidFill>
            <a:srgbClr val="1A1A16"/>
          </a:solidFill>
          <a:ln w="12700">
            <a:solidFill>
              <a:srgbClr val="1A1A16"/>
            </a:solidFill>
            <a:prstDash val="solid"/>
          </a:ln>
        </p:spPr>
      </p:sp>
      <p:sp>
        <p:nvSpPr>
          <p:cNvPr id="114" name="Shape 112"/>
          <p:cNvSpPr/>
          <p:nvPr/>
        </p:nvSpPr>
        <p:spPr>
          <a:xfrm>
            <a:off x="10839885" y="5105272"/>
            <a:ext cx="50799" cy="12700"/>
          </a:xfrm>
          <a:prstGeom prst="rect">
            <a:avLst/>
          </a:prstGeom>
          <a:solidFill>
            <a:srgbClr val="1A1A16"/>
          </a:solidFill>
          <a:ln w="12700">
            <a:solidFill>
              <a:srgbClr val="1A1A16"/>
            </a:solidFill>
            <a:prstDash val="solid"/>
          </a:ln>
        </p:spPr>
      </p:sp>
      <p:sp>
        <p:nvSpPr>
          <p:cNvPr id="115" name="Shape 113"/>
          <p:cNvSpPr/>
          <p:nvPr/>
        </p:nvSpPr>
        <p:spPr>
          <a:xfrm>
            <a:off x="10910438" y="5105272"/>
            <a:ext cx="50799" cy="12700"/>
          </a:xfrm>
          <a:prstGeom prst="rect">
            <a:avLst/>
          </a:prstGeom>
          <a:solidFill>
            <a:srgbClr val="1A1A16"/>
          </a:solidFill>
          <a:ln w="12700">
            <a:solidFill>
              <a:srgbClr val="1A1A16"/>
            </a:solidFill>
            <a:prstDash val="solid"/>
          </a:ln>
        </p:spPr>
      </p:sp>
      <p:sp>
        <p:nvSpPr>
          <p:cNvPr id="116" name="Shape 114"/>
          <p:cNvSpPr/>
          <p:nvPr/>
        </p:nvSpPr>
        <p:spPr>
          <a:xfrm>
            <a:off x="10980992" y="5105272"/>
            <a:ext cx="50799" cy="12700"/>
          </a:xfrm>
          <a:prstGeom prst="rect">
            <a:avLst/>
          </a:prstGeom>
          <a:solidFill>
            <a:srgbClr val="1A1A16"/>
          </a:solidFill>
          <a:ln w="12700">
            <a:solidFill>
              <a:srgbClr val="1A1A16"/>
            </a:solidFill>
            <a:prstDash val="solid"/>
          </a:ln>
        </p:spPr>
      </p:sp>
      <p:sp>
        <p:nvSpPr>
          <p:cNvPr id="117" name="Shape 115"/>
          <p:cNvSpPr/>
          <p:nvPr/>
        </p:nvSpPr>
        <p:spPr>
          <a:xfrm>
            <a:off x="11051546" y="5105272"/>
            <a:ext cx="50799" cy="12700"/>
          </a:xfrm>
          <a:prstGeom prst="rect">
            <a:avLst/>
          </a:prstGeom>
          <a:solidFill>
            <a:srgbClr val="1A1A16"/>
          </a:solidFill>
          <a:ln w="12700">
            <a:solidFill>
              <a:srgbClr val="1A1A16"/>
            </a:solidFill>
            <a:prstDash val="solid"/>
          </a:ln>
        </p:spPr>
      </p:sp>
      <p:sp>
        <p:nvSpPr>
          <p:cNvPr id="118" name="Shape 116"/>
          <p:cNvSpPr/>
          <p:nvPr/>
        </p:nvSpPr>
        <p:spPr>
          <a:xfrm>
            <a:off x="11122100" y="5105272"/>
            <a:ext cx="50799" cy="12700"/>
          </a:xfrm>
          <a:prstGeom prst="rect">
            <a:avLst/>
          </a:prstGeom>
          <a:solidFill>
            <a:srgbClr val="1A1A16"/>
          </a:solidFill>
          <a:ln w="12700">
            <a:solidFill>
              <a:srgbClr val="1A1A16"/>
            </a:solidFill>
            <a:prstDash val="solid"/>
          </a:ln>
        </p:spPr>
      </p:sp>
      <p:sp>
        <p:nvSpPr>
          <p:cNvPr id="119" name="Shape 117"/>
          <p:cNvSpPr/>
          <p:nvPr/>
        </p:nvSpPr>
        <p:spPr>
          <a:xfrm>
            <a:off x="11192654" y="5105272"/>
            <a:ext cx="50799" cy="12700"/>
          </a:xfrm>
          <a:prstGeom prst="rect">
            <a:avLst/>
          </a:prstGeom>
          <a:solidFill>
            <a:srgbClr val="1A1A16"/>
          </a:solidFill>
          <a:ln w="12700">
            <a:solidFill>
              <a:srgbClr val="1A1A16"/>
            </a:solidFill>
            <a:prstDash val="solid"/>
          </a:ln>
        </p:spPr>
      </p:sp>
      <p:sp>
        <p:nvSpPr>
          <p:cNvPr id="120" name="Shape 118"/>
          <p:cNvSpPr/>
          <p:nvPr/>
        </p:nvSpPr>
        <p:spPr>
          <a:xfrm>
            <a:off x="11263207" y="5105272"/>
            <a:ext cx="50799" cy="12700"/>
          </a:xfrm>
          <a:prstGeom prst="rect">
            <a:avLst/>
          </a:prstGeom>
          <a:solidFill>
            <a:srgbClr val="1A1A16"/>
          </a:solidFill>
          <a:ln w="12700">
            <a:solidFill>
              <a:srgbClr val="1A1A16"/>
            </a:solidFill>
            <a:prstDash val="solid"/>
          </a:ln>
        </p:spPr>
      </p:sp>
      <p:sp>
        <p:nvSpPr>
          <p:cNvPr id="121" name="Shape 119"/>
          <p:cNvSpPr/>
          <p:nvPr/>
        </p:nvSpPr>
        <p:spPr>
          <a:xfrm>
            <a:off x="11333761" y="5105272"/>
            <a:ext cx="50799" cy="12700"/>
          </a:xfrm>
          <a:prstGeom prst="rect">
            <a:avLst/>
          </a:prstGeom>
          <a:solidFill>
            <a:srgbClr val="1A1A16"/>
          </a:solidFill>
          <a:ln w="12700">
            <a:solidFill>
              <a:srgbClr val="1A1A16"/>
            </a:solidFill>
            <a:prstDash val="solid"/>
          </a:ln>
        </p:spPr>
      </p:sp>
      <p:sp>
        <p:nvSpPr>
          <p:cNvPr id="122" name="Shape 120"/>
          <p:cNvSpPr/>
          <p:nvPr/>
        </p:nvSpPr>
        <p:spPr>
          <a:xfrm>
            <a:off x="11404315" y="5105272"/>
            <a:ext cx="50799" cy="12700"/>
          </a:xfrm>
          <a:prstGeom prst="rect">
            <a:avLst/>
          </a:prstGeom>
          <a:solidFill>
            <a:srgbClr val="1A1A16"/>
          </a:solidFill>
          <a:ln w="12700">
            <a:solidFill>
              <a:srgbClr val="1A1A16"/>
            </a:solidFill>
            <a:prstDash val="solid"/>
          </a:ln>
        </p:spPr>
      </p:sp>
      <p:sp>
        <p:nvSpPr>
          <p:cNvPr id="123" name="Shape 121"/>
          <p:cNvSpPr/>
          <p:nvPr/>
        </p:nvSpPr>
        <p:spPr>
          <a:xfrm>
            <a:off x="8153196" y="5117972"/>
            <a:ext cx="3378116" cy="0"/>
          </a:xfrm>
          <a:prstGeom prst="line">
            <a:avLst/>
          </a:prstGeom>
          <a:noFill/>
          <a:ln w="8890">
            <a:solidFill>
              <a:srgbClr val="8A8A80"/>
            </a:solidFill>
            <a:prstDash val="solid"/>
          </a:ln>
        </p:spPr>
      </p:sp>
      <p:sp>
        <p:nvSpPr>
          <p:cNvPr id="124" name="Text 122"/>
          <p:cNvSpPr txBox="1"/>
          <p:nvPr/>
        </p:nvSpPr>
        <p:spPr>
          <a:xfrm>
            <a:off x="8254794" y="3670208"/>
            <a:ext cx="3301917"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sorted by what removing one costs</a:t>
            </a:r>
            <a:endParaRPr lang="en-US" sz="1000" dirty="0"/>
          </a:p>
        </p:txBody>
      </p:sp>
      <p:sp>
        <p:nvSpPr>
          <p:cNvPr id="125" name="Text 123"/>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46 DEPENDENCIES · WEIGHTED BY WHAT REMOVING ONE COSTS</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prstGeom prst="line">
            <a:avLst/>
          </a:prstGeom>
          <a:noFill/>
          <a:ln w="7620">
            <a:solidFill>
              <a:srgbClr val="DADADA"/>
            </a:solidFill>
            <a:prstDash val="solid"/>
          </a:ln>
        </p:spPr>
      </p:sp>
      <p:sp>
        <p:nvSpPr>
          <p:cNvPr id="3" name="Shape 1"/>
          <p:cNvSpPr/>
          <p:nvPr/>
        </p:nvSpPr>
        <p:spPr>
          <a:xfrm>
            <a:off x="5512488" y="1958093"/>
            <a:ext cx="0" cy="446830"/>
          </a:xfrm>
          <a:prstGeom prst="line">
            <a:avLst/>
          </a:prstGeom>
          <a:noFill/>
          <a:ln w="7620">
            <a:solidFill>
              <a:srgbClr val="DADADA"/>
            </a:solidFill>
            <a:prstDash val="solid"/>
          </a:ln>
        </p:spPr>
      </p:sp>
      <p:sp>
        <p:nvSpPr>
          <p:cNvPr id="4" name="Shape 2"/>
          <p:cNvSpPr/>
          <p:nvPr/>
        </p:nvSpPr>
        <p:spPr>
          <a:xfrm>
            <a:off x="5512488" y="2404923"/>
            <a:ext cx="207418" cy="446830"/>
          </a:xfrm>
          <a:prstGeom prst="line">
            <a:avLst/>
          </a:prstGeom>
          <a:noFill/>
          <a:ln w="7620">
            <a:solidFill>
              <a:srgbClr val="DADADA"/>
            </a:solidFill>
            <a:prstDash val="solid"/>
          </a:ln>
        </p:spPr>
      </p:sp>
      <p:sp>
        <p:nvSpPr>
          <p:cNvPr id="5" name="Shape 3"/>
          <p:cNvSpPr/>
          <p:nvPr/>
        </p:nvSpPr>
        <p:spPr>
          <a:xfrm>
            <a:off x="5719905" y="2851753"/>
            <a:ext cx="-1959434" cy="893661"/>
          </a:xfrm>
          <a:prstGeom prst="line">
            <a:avLst/>
          </a:prstGeom>
          <a:noFill/>
          <a:ln w="7620">
            <a:solidFill>
              <a:srgbClr val="DADADA"/>
            </a:solidFill>
            <a:prstDash val="solid"/>
          </a:ln>
        </p:spPr>
      </p:sp>
      <p:sp>
        <p:nvSpPr>
          <p:cNvPr id="6" name="Shape 4"/>
          <p:cNvSpPr/>
          <p:nvPr/>
        </p:nvSpPr>
        <p:spPr>
          <a:xfrm>
            <a:off x="3760471" y="3745414"/>
            <a:ext cx="-1315116" cy="446830"/>
          </a:xfrm>
          <a:prstGeom prst="line">
            <a:avLst/>
          </a:prstGeom>
          <a:noFill/>
          <a:ln w="7620">
            <a:solidFill>
              <a:srgbClr val="DADADA"/>
            </a:solidFill>
            <a:prstDash val="solid"/>
          </a:ln>
        </p:spPr>
      </p:sp>
      <p:sp>
        <p:nvSpPr>
          <p:cNvPr id="7" name="Shape 5"/>
          <p:cNvSpPr/>
          <p:nvPr/>
        </p:nvSpPr>
        <p:spPr>
          <a:xfrm>
            <a:off x="3967889" y="1511262"/>
            <a:ext cx="3111263" cy="1340491"/>
          </a:xfrm>
          <a:prstGeom prst="line">
            <a:avLst/>
          </a:prstGeom>
          <a:noFill/>
          <a:ln w="7620">
            <a:solidFill>
              <a:srgbClr val="DADADA"/>
            </a:solidFill>
            <a:prstDash val="solid"/>
          </a:ln>
        </p:spPr>
      </p:sp>
      <p:sp>
        <p:nvSpPr>
          <p:cNvPr id="8" name="Shape 6"/>
          <p:cNvSpPr/>
          <p:nvPr/>
        </p:nvSpPr>
        <p:spPr>
          <a:xfrm>
            <a:off x="2445356" y="4192245"/>
            <a:ext cx="-1315116" cy="446830"/>
          </a:xfrm>
          <a:prstGeom prst="line">
            <a:avLst/>
          </a:prstGeom>
          <a:noFill/>
          <a:ln w="7620">
            <a:solidFill>
              <a:srgbClr val="DADADA"/>
            </a:solidFill>
            <a:prstDash val="solid"/>
          </a:ln>
        </p:spPr>
      </p:sp>
      <p:sp>
        <p:nvSpPr>
          <p:cNvPr id="9" name="Shape 7"/>
          <p:cNvSpPr/>
          <p:nvPr/>
        </p:nvSpPr>
        <p:spPr>
          <a:xfrm>
            <a:off x="2030520" y="3745414"/>
            <a:ext cx="414835" cy="0"/>
          </a:xfrm>
          <a:prstGeom prst="line">
            <a:avLst/>
          </a:prstGeom>
          <a:noFill/>
          <a:ln w="7620">
            <a:solidFill>
              <a:srgbClr val="DADADA"/>
            </a:solidFill>
            <a:prstDash val="solid"/>
          </a:ln>
        </p:spPr>
      </p:sp>
      <p:sp>
        <p:nvSpPr>
          <p:cNvPr id="10" name="Shape 8"/>
          <p:cNvSpPr/>
          <p:nvPr/>
        </p:nvSpPr>
        <p:spPr>
          <a:xfrm>
            <a:off x="5512488" y="1958093"/>
            <a:ext cx="-1544599" cy="446830"/>
          </a:xfrm>
          <a:prstGeom prst="line">
            <a:avLst/>
          </a:prstGeom>
          <a:noFill/>
          <a:ln w="7620">
            <a:solidFill>
              <a:srgbClr val="DADADA"/>
            </a:solidFill>
            <a:prstDash val="solid"/>
          </a:ln>
        </p:spPr>
      </p:sp>
      <p:sp>
        <p:nvSpPr>
          <p:cNvPr id="11" name="Shape 9"/>
          <p:cNvSpPr/>
          <p:nvPr/>
        </p:nvSpPr>
        <p:spPr>
          <a:xfrm>
            <a:off x="1130240" y="4639075"/>
            <a:ext cx="-207418" cy="446830"/>
          </a:xfrm>
          <a:prstGeom prst="line">
            <a:avLst/>
          </a:prstGeom>
          <a:noFill/>
          <a:ln w="7620">
            <a:solidFill>
              <a:srgbClr val="DADADA"/>
            </a:solidFill>
            <a:prstDash val="solid"/>
          </a:ln>
        </p:spPr>
      </p:sp>
      <p:sp>
        <p:nvSpPr>
          <p:cNvPr id="12" name="Shape 10"/>
          <p:cNvSpPr/>
          <p:nvPr/>
        </p:nvSpPr>
        <p:spPr>
          <a:xfrm>
            <a:off x="715405" y="4639075"/>
            <a:ext cx="-207418" cy="446830"/>
          </a:xfrm>
          <a:prstGeom prst="line">
            <a:avLst/>
          </a:prstGeom>
          <a:noFill/>
          <a:ln w="7620">
            <a:solidFill>
              <a:srgbClr val="DADADA"/>
            </a:solidFill>
            <a:prstDash val="solid"/>
          </a:ln>
        </p:spPr>
      </p:sp>
      <p:sp>
        <p:nvSpPr>
          <p:cNvPr id="13" name="Shape 11"/>
          <p:cNvSpPr/>
          <p:nvPr/>
        </p:nvSpPr>
        <p:spPr>
          <a:xfrm>
            <a:off x="3967889" y="2851753"/>
            <a:ext cx="0" cy="446830"/>
          </a:xfrm>
          <a:prstGeom prst="line">
            <a:avLst/>
          </a:prstGeom>
          <a:noFill/>
          <a:ln w="7620">
            <a:solidFill>
              <a:srgbClr val="DADADA"/>
            </a:solidFill>
            <a:prstDash val="solid"/>
          </a:ln>
        </p:spPr>
      </p:sp>
      <p:sp>
        <p:nvSpPr>
          <p:cNvPr id="14" name="Shape 12"/>
          <p:cNvSpPr/>
          <p:nvPr/>
        </p:nvSpPr>
        <p:spPr>
          <a:xfrm>
            <a:off x="7079152" y="2851753"/>
            <a:ext cx="0" cy="2234152"/>
          </a:xfrm>
          <a:prstGeom prst="line">
            <a:avLst/>
          </a:prstGeom>
          <a:noFill/>
          <a:ln w="7620">
            <a:solidFill>
              <a:srgbClr val="DADADA"/>
            </a:solidFill>
            <a:prstDash val="solid"/>
          </a:ln>
        </p:spPr>
      </p:sp>
      <p:sp>
        <p:nvSpPr>
          <p:cNvPr id="15" name="Shape 13"/>
          <p:cNvSpPr/>
          <p:nvPr/>
        </p:nvSpPr>
        <p:spPr>
          <a:xfrm>
            <a:off x="5719905" y="2851753"/>
            <a:ext cx="-207418" cy="446830"/>
          </a:xfrm>
          <a:prstGeom prst="line">
            <a:avLst/>
          </a:prstGeom>
          <a:noFill/>
          <a:ln w="7620">
            <a:solidFill>
              <a:srgbClr val="DADADA"/>
            </a:solidFill>
            <a:prstDash val="solid"/>
          </a:ln>
        </p:spPr>
      </p:sp>
      <p:sp>
        <p:nvSpPr>
          <p:cNvPr id="16" name="Shape 14"/>
          <p:cNvSpPr/>
          <p:nvPr/>
        </p:nvSpPr>
        <p:spPr>
          <a:xfrm>
            <a:off x="5719905" y="2851753"/>
            <a:ext cx="-207418" cy="2234152"/>
          </a:xfrm>
          <a:prstGeom prst="line">
            <a:avLst/>
          </a:prstGeom>
          <a:noFill/>
          <a:ln w="7620">
            <a:solidFill>
              <a:srgbClr val="DADADA"/>
            </a:solidFill>
            <a:prstDash val="solid"/>
          </a:ln>
        </p:spPr>
      </p:sp>
      <p:sp>
        <p:nvSpPr>
          <p:cNvPr id="17" name="Shape 15"/>
          <p:cNvSpPr/>
          <p:nvPr/>
        </p:nvSpPr>
        <p:spPr>
          <a:xfrm>
            <a:off x="5512488" y="2404923"/>
            <a:ext cx="0" cy="1340491"/>
          </a:xfrm>
          <a:prstGeom prst="line">
            <a:avLst/>
          </a:prstGeom>
          <a:noFill/>
          <a:ln w="7620">
            <a:solidFill>
              <a:srgbClr val="DADADA"/>
            </a:solidFill>
            <a:prstDash val="solid"/>
          </a:ln>
        </p:spPr>
      </p:sp>
      <p:sp>
        <p:nvSpPr>
          <p:cNvPr id="18" name="Shape 16"/>
          <p:cNvSpPr/>
          <p:nvPr/>
        </p:nvSpPr>
        <p:spPr>
          <a:xfrm>
            <a:off x="5512488" y="2404923"/>
            <a:ext cx="-207418" cy="446830"/>
          </a:xfrm>
          <a:prstGeom prst="line">
            <a:avLst/>
          </a:prstGeom>
          <a:noFill/>
          <a:ln w="7620">
            <a:solidFill>
              <a:srgbClr val="DADADA"/>
            </a:solidFill>
            <a:prstDash val="solid"/>
          </a:ln>
        </p:spPr>
      </p:sp>
      <p:sp>
        <p:nvSpPr>
          <p:cNvPr id="19" name="Shape 17"/>
          <p:cNvSpPr/>
          <p:nvPr/>
        </p:nvSpPr>
        <p:spPr>
          <a:xfrm>
            <a:off x="3967889" y="1511262"/>
            <a:ext cx="3111263" cy="2234152"/>
          </a:xfrm>
          <a:prstGeom prst="line">
            <a:avLst/>
          </a:prstGeom>
          <a:noFill/>
          <a:ln w="19050">
            <a:solidFill>
              <a:srgbClr val="3C3C39"/>
            </a:solidFill>
            <a:prstDash val="solid"/>
          </a:ln>
        </p:spPr>
      </p:sp>
      <p:sp>
        <p:nvSpPr>
          <p:cNvPr id="20" name="Shape 18"/>
          <p:cNvSpPr/>
          <p:nvPr/>
        </p:nvSpPr>
        <p:spPr>
          <a:xfrm>
            <a:off x="2445356" y="3745414"/>
            <a:ext cx="414835" cy="446830"/>
          </a:xfrm>
          <a:prstGeom prst="line">
            <a:avLst/>
          </a:prstGeom>
          <a:noFill/>
          <a:ln w="19050">
            <a:solidFill>
              <a:srgbClr val="3C3C39"/>
            </a:solidFill>
            <a:prstDash val="solid"/>
          </a:ln>
        </p:spPr>
      </p:sp>
      <p:sp>
        <p:nvSpPr>
          <p:cNvPr id="21" name="Shape 19"/>
          <p:cNvSpPr/>
          <p:nvPr/>
        </p:nvSpPr>
        <p:spPr>
          <a:xfrm>
            <a:off x="2445356" y="3745414"/>
            <a:ext cx="-1107698" cy="1340491"/>
          </a:xfrm>
          <a:prstGeom prst="line">
            <a:avLst/>
          </a:prstGeom>
          <a:noFill/>
          <a:ln w="19050">
            <a:solidFill>
              <a:srgbClr val="3C3C39"/>
            </a:solidFill>
            <a:prstDash val="solid"/>
          </a:ln>
        </p:spPr>
      </p:sp>
      <p:sp>
        <p:nvSpPr>
          <p:cNvPr id="22" name="Shape 20"/>
          <p:cNvSpPr/>
          <p:nvPr/>
        </p:nvSpPr>
        <p:spPr>
          <a:xfrm>
            <a:off x="2860191" y="3745414"/>
            <a:ext cx="0" cy="446830"/>
          </a:xfrm>
          <a:prstGeom prst="line">
            <a:avLst/>
          </a:prstGeom>
          <a:noFill/>
          <a:ln w="19050">
            <a:solidFill>
              <a:srgbClr val="3C3C39"/>
            </a:solidFill>
            <a:prstDash val="solid"/>
          </a:ln>
        </p:spPr>
      </p:sp>
      <p:sp>
        <p:nvSpPr>
          <p:cNvPr id="23" name="Shape 21"/>
          <p:cNvSpPr/>
          <p:nvPr/>
        </p:nvSpPr>
        <p:spPr>
          <a:xfrm>
            <a:off x="2860191" y="3745414"/>
            <a:ext cx="-829670" cy="446830"/>
          </a:xfrm>
          <a:prstGeom prst="line">
            <a:avLst/>
          </a:prstGeom>
          <a:noFill/>
          <a:ln w="19050">
            <a:solidFill>
              <a:srgbClr val="3C3C39"/>
            </a:solidFill>
            <a:prstDash val="solid"/>
          </a:ln>
        </p:spPr>
      </p:sp>
      <p:sp>
        <p:nvSpPr>
          <p:cNvPr id="24" name="Shape 22"/>
          <p:cNvSpPr/>
          <p:nvPr/>
        </p:nvSpPr>
        <p:spPr>
          <a:xfrm>
            <a:off x="2860191" y="3745414"/>
            <a:ext cx="-414835" cy="1340491"/>
          </a:xfrm>
          <a:prstGeom prst="line">
            <a:avLst/>
          </a:prstGeom>
          <a:noFill/>
          <a:ln w="19050">
            <a:solidFill>
              <a:srgbClr val="3C3C39"/>
            </a:solidFill>
            <a:prstDash val="solid"/>
          </a:ln>
        </p:spPr>
      </p:sp>
      <p:sp>
        <p:nvSpPr>
          <p:cNvPr id="25" name="Shape 23"/>
          <p:cNvSpPr/>
          <p:nvPr/>
        </p:nvSpPr>
        <p:spPr>
          <a:xfrm>
            <a:off x="2860191" y="4192245"/>
            <a:ext cx="-414835" cy="446830"/>
          </a:xfrm>
          <a:prstGeom prst="line">
            <a:avLst/>
          </a:prstGeom>
          <a:noFill/>
          <a:ln w="19050">
            <a:solidFill>
              <a:srgbClr val="3C3C39"/>
            </a:solidFill>
            <a:prstDash val="solid"/>
          </a:ln>
        </p:spPr>
      </p:sp>
      <p:sp>
        <p:nvSpPr>
          <p:cNvPr id="26" name="Shape 24"/>
          <p:cNvSpPr/>
          <p:nvPr/>
        </p:nvSpPr>
        <p:spPr>
          <a:xfrm>
            <a:off x="2860191" y="4192245"/>
            <a:ext cx="-1522533" cy="893661"/>
          </a:xfrm>
          <a:prstGeom prst="line">
            <a:avLst/>
          </a:prstGeom>
          <a:noFill/>
          <a:ln w="19050">
            <a:solidFill>
              <a:srgbClr val="3C3C39"/>
            </a:solidFill>
            <a:prstDash val="solid"/>
          </a:ln>
        </p:spPr>
      </p:sp>
      <p:sp>
        <p:nvSpPr>
          <p:cNvPr id="27" name="Shape 25"/>
          <p:cNvSpPr/>
          <p:nvPr/>
        </p:nvSpPr>
        <p:spPr>
          <a:xfrm>
            <a:off x="715405" y="4639075"/>
            <a:ext cx="414835" cy="0"/>
          </a:xfrm>
          <a:prstGeom prst="line">
            <a:avLst/>
          </a:prstGeom>
          <a:noFill/>
          <a:ln w="19050">
            <a:solidFill>
              <a:srgbClr val="3C3C39"/>
            </a:solidFill>
            <a:prstDash val="solid"/>
          </a:ln>
        </p:spPr>
      </p:sp>
      <p:sp>
        <p:nvSpPr>
          <p:cNvPr id="28" name="Shape 26"/>
          <p:cNvSpPr/>
          <p:nvPr/>
        </p:nvSpPr>
        <p:spPr>
          <a:xfrm>
            <a:off x="715405" y="4639075"/>
            <a:ext cx="622253" cy="446830"/>
          </a:xfrm>
          <a:prstGeom prst="line">
            <a:avLst/>
          </a:prstGeom>
          <a:noFill/>
          <a:ln w="19050">
            <a:solidFill>
              <a:srgbClr val="3C3C39"/>
            </a:solidFill>
            <a:prstDash val="solid"/>
          </a:ln>
        </p:spPr>
      </p:sp>
      <p:sp>
        <p:nvSpPr>
          <p:cNvPr id="29" name="Shape 27"/>
          <p:cNvSpPr/>
          <p:nvPr/>
        </p:nvSpPr>
        <p:spPr>
          <a:xfrm>
            <a:off x="3967889" y="2851753"/>
            <a:ext cx="-1522533" cy="893661"/>
          </a:xfrm>
          <a:prstGeom prst="line">
            <a:avLst/>
          </a:prstGeom>
          <a:noFill/>
          <a:ln w="19050">
            <a:solidFill>
              <a:srgbClr val="3C3C39"/>
            </a:solidFill>
            <a:prstDash val="solid"/>
          </a:ln>
        </p:spPr>
      </p:sp>
      <p:sp>
        <p:nvSpPr>
          <p:cNvPr id="30" name="Shape 28"/>
          <p:cNvSpPr/>
          <p:nvPr/>
        </p:nvSpPr>
        <p:spPr>
          <a:xfrm>
            <a:off x="3967889" y="3298584"/>
            <a:ext cx="-1522533" cy="446830"/>
          </a:xfrm>
          <a:prstGeom prst="line">
            <a:avLst/>
          </a:prstGeom>
          <a:noFill/>
          <a:ln w="19050">
            <a:solidFill>
              <a:srgbClr val="3C3C39"/>
            </a:solidFill>
            <a:prstDash val="solid"/>
          </a:ln>
        </p:spPr>
      </p:sp>
      <p:sp>
        <p:nvSpPr>
          <p:cNvPr id="31" name="Shape 29"/>
          <p:cNvSpPr/>
          <p:nvPr/>
        </p:nvSpPr>
        <p:spPr>
          <a:xfrm>
            <a:off x="7079152" y="2851753"/>
            <a:ext cx="0" cy="893661"/>
          </a:xfrm>
          <a:prstGeom prst="line">
            <a:avLst/>
          </a:prstGeom>
          <a:noFill/>
          <a:ln w="19050">
            <a:solidFill>
              <a:srgbClr val="3C3C39"/>
            </a:solidFill>
            <a:prstDash val="solid"/>
          </a:ln>
        </p:spPr>
      </p:sp>
      <p:sp>
        <p:nvSpPr>
          <p:cNvPr id="32" name="Shape 30"/>
          <p:cNvSpPr/>
          <p:nvPr/>
        </p:nvSpPr>
        <p:spPr>
          <a:xfrm>
            <a:off x="2030520" y="4192245"/>
            <a:ext cx="414835" cy="0"/>
          </a:xfrm>
          <a:prstGeom prst="line">
            <a:avLst/>
          </a:prstGeom>
          <a:noFill/>
          <a:ln w="19050">
            <a:solidFill>
              <a:srgbClr val="3C3C39"/>
            </a:solidFill>
            <a:prstDash val="solid"/>
          </a:ln>
        </p:spPr>
      </p:sp>
      <p:sp>
        <p:nvSpPr>
          <p:cNvPr id="33" name="Shape 31"/>
          <p:cNvSpPr/>
          <p:nvPr/>
        </p:nvSpPr>
        <p:spPr>
          <a:xfrm>
            <a:off x="2445356" y="4192245"/>
            <a:ext cx="0" cy="893661"/>
          </a:xfrm>
          <a:prstGeom prst="line">
            <a:avLst/>
          </a:prstGeom>
          <a:noFill/>
          <a:ln w="19050">
            <a:solidFill>
              <a:srgbClr val="3C3C39"/>
            </a:solidFill>
            <a:prstDash val="solid"/>
          </a:ln>
        </p:spPr>
      </p:sp>
      <p:sp>
        <p:nvSpPr>
          <p:cNvPr id="34" name="Shape 32"/>
          <p:cNvSpPr/>
          <p:nvPr/>
        </p:nvSpPr>
        <p:spPr>
          <a:xfrm>
            <a:off x="2030520" y="4192245"/>
            <a:ext cx="-1315116" cy="446830"/>
          </a:xfrm>
          <a:prstGeom prst="line">
            <a:avLst/>
          </a:prstGeom>
          <a:noFill/>
          <a:ln w="19050">
            <a:solidFill>
              <a:srgbClr val="3C3C39"/>
            </a:solidFill>
            <a:prstDash val="solid"/>
          </a:ln>
        </p:spPr>
      </p:sp>
      <p:sp>
        <p:nvSpPr>
          <p:cNvPr id="35" name="Shape 33"/>
          <p:cNvSpPr/>
          <p:nvPr/>
        </p:nvSpPr>
        <p:spPr>
          <a:xfrm>
            <a:off x="2030520" y="4192245"/>
            <a:ext cx="414835" cy="446830"/>
          </a:xfrm>
          <a:prstGeom prst="line">
            <a:avLst/>
          </a:prstGeom>
          <a:noFill/>
          <a:ln w="19050">
            <a:solidFill>
              <a:srgbClr val="3C3C39"/>
            </a:solidFill>
            <a:prstDash val="solid"/>
          </a:ln>
        </p:spPr>
      </p:sp>
      <p:sp>
        <p:nvSpPr>
          <p:cNvPr id="36" name="Shape 34"/>
          <p:cNvSpPr/>
          <p:nvPr/>
        </p:nvSpPr>
        <p:spPr>
          <a:xfrm>
            <a:off x="2030520" y="4192245"/>
            <a:ext cx="414835" cy="893661"/>
          </a:xfrm>
          <a:prstGeom prst="line">
            <a:avLst/>
          </a:prstGeom>
          <a:noFill/>
          <a:ln w="19050">
            <a:solidFill>
              <a:srgbClr val="3C3C39"/>
            </a:solidFill>
            <a:prstDash val="solid"/>
          </a:ln>
        </p:spPr>
      </p:sp>
      <p:sp>
        <p:nvSpPr>
          <p:cNvPr id="37" name="Shape 35"/>
          <p:cNvSpPr/>
          <p:nvPr/>
        </p:nvSpPr>
        <p:spPr>
          <a:xfrm>
            <a:off x="3967889" y="2404923"/>
            <a:ext cx="-1107698" cy="1340491"/>
          </a:xfrm>
          <a:prstGeom prst="line">
            <a:avLst/>
          </a:prstGeom>
          <a:noFill/>
          <a:ln w="19050">
            <a:solidFill>
              <a:srgbClr val="3C3C39"/>
            </a:solidFill>
            <a:prstDash val="solid"/>
          </a:ln>
        </p:spPr>
      </p:sp>
      <p:sp>
        <p:nvSpPr>
          <p:cNvPr id="38" name="Shape 36"/>
          <p:cNvSpPr/>
          <p:nvPr/>
        </p:nvSpPr>
        <p:spPr>
          <a:xfrm>
            <a:off x="3967889" y="2404923"/>
            <a:ext cx="0" cy="446830"/>
          </a:xfrm>
          <a:prstGeom prst="line">
            <a:avLst/>
          </a:prstGeom>
          <a:noFill/>
          <a:ln w="19050">
            <a:solidFill>
              <a:srgbClr val="3C3C39"/>
            </a:solidFill>
            <a:prstDash val="solid"/>
          </a:ln>
        </p:spPr>
      </p:sp>
      <p:sp>
        <p:nvSpPr>
          <p:cNvPr id="39" name="Shape 37"/>
          <p:cNvSpPr/>
          <p:nvPr/>
        </p:nvSpPr>
        <p:spPr>
          <a:xfrm>
            <a:off x="5512488" y="3298584"/>
            <a:ext cx="-1337181" cy="446830"/>
          </a:xfrm>
          <a:prstGeom prst="line">
            <a:avLst/>
          </a:prstGeom>
          <a:noFill/>
          <a:ln w="19050">
            <a:solidFill>
              <a:srgbClr val="3C3C39"/>
            </a:solidFill>
            <a:prstDash val="solid"/>
          </a:ln>
        </p:spPr>
      </p:sp>
      <p:sp>
        <p:nvSpPr>
          <p:cNvPr id="40" name="Shape 38"/>
          <p:cNvSpPr/>
          <p:nvPr/>
        </p:nvSpPr>
        <p:spPr>
          <a:xfrm>
            <a:off x="5719905" y="2851753"/>
            <a:ext cx="-1544599" cy="893661"/>
          </a:xfrm>
          <a:prstGeom prst="line">
            <a:avLst/>
          </a:prstGeom>
          <a:noFill/>
          <a:ln w="19050">
            <a:solidFill>
              <a:srgbClr val="3C3C39"/>
            </a:solidFill>
            <a:prstDash val="solid"/>
          </a:ln>
        </p:spPr>
      </p:sp>
      <p:sp>
        <p:nvSpPr>
          <p:cNvPr id="41" name="Shape 39"/>
          <p:cNvSpPr/>
          <p:nvPr/>
        </p:nvSpPr>
        <p:spPr>
          <a:xfrm>
            <a:off x="5512488" y="2404923"/>
            <a:ext cx="-2652297" cy="1787322"/>
          </a:xfrm>
          <a:prstGeom prst="line">
            <a:avLst/>
          </a:prstGeom>
          <a:noFill/>
          <a:ln w="19050">
            <a:solidFill>
              <a:srgbClr val="3C3C39"/>
            </a:solidFill>
            <a:prstDash val="solid"/>
          </a:ln>
        </p:spPr>
      </p:sp>
      <p:sp>
        <p:nvSpPr>
          <p:cNvPr id="42" name="Shape 40"/>
          <p:cNvSpPr/>
          <p:nvPr/>
        </p:nvSpPr>
        <p:spPr>
          <a:xfrm>
            <a:off x="3760471" y="3745414"/>
            <a:ext cx="414835" cy="0"/>
          </a:xfrm>
          <a:prstGeom prst="line">
            <a:avLst/>
          </a:prstGeom>
          <a:noFill/>
          <a:ln w="19050">
            <a:solidFill>
              <a:srgbClr val="3C3C39"/>
            </a:solidFill>
            <a:prstDash val="solid"/>
          </a:ln>
        </p:spPr>
      </p:sp>
      <p:sp>
        <p:nvSpPr>
          <p:cNvPr id="43" name="Shape 41"/>
          <p:cNvSpPr/>
          <p:nvPr/>
        </p:nvSpPr>
        <p:spPr>
          <a:xfrm>
            <a:off x="3967889" y="2851753"/>
            <a:ext cx="1337181" cy="0"/>
          </a:xfrm>
          <a:prstGeom prst="line">
            <a:avLst/>
          </a:prstGeom>
          <a:noFill/>
          <a:ln w="19050">
            <a:solidFill>
              <a:srgbClr val="3C3C39"/>
            </a:solidFill>
            <a:prstDash val="solid"/>
          </a:ln>
        </p:spPr>
      </p:sp>
      <p:sp>
        <p:nvSpPr>
          <p:cNvPr id="44" name="Shape 42"/>
          <p:cNvSpPr/>
          <p:nvPr/>
        </p:nvSpPr>
        <p:spPr>
          <a:xfrm>
            <a:off x="5305070" y="2851753"/>
            <a:ext cx="-1129764" cy="893661"/>
          </a:xfrm>
          <a:prstGeom prst="line">
            <a:avLst/>
          </a:prstGeom>
          <a:noFill/>
          <a:ln w="19050">
            <a:solidFill>
              <a:srgbClr val="3C3C39"/>
            </a:solidFill>
            <a:prstDash val="solid"/>
          </a:ln>
        </p:spPr>
      </p:sp>
      <p:sp>
        <p:nvSpPr>
          <p:cNvPr id="45" name="Shape 43"/>
          <p:cNvSpPr/>
          <p:nvPr/>
        </p:nvSpPr>
        <p:spPr>
          <a:xfrm>
            <a:off x="2860191" y="3745414"/>
            <a:ext cx="1315116" cy="0"/>
          </a:xfrm>
          <a:prstGeom prst="line">
            <a:avLst/>
          </a:prstGeom>
          <a:noFill/>
          <a:ln w="19050">
            <a:solidFill>
              <a:srgbClr val="3C3C39"/>
            </a:solidFill>
            <a:prstDash val="solid"/>
          </a:ln>
        </p:spPr>
      </p:sp>
      <p:sp>
        <p:nvSpPr>
          <p:cNvPr id="46" name="Shape 44"/>
          <p:cNvSpPr/>
          <p:nvPr/>
        </p:nvSpPr>
        <p:spPr>
          <a:xfrm>
            <a:off x="2030520" y="3745414"/>
            <a:ext cx="829670" cy="446830"/>
          </a:xfrm>
          <a:prstGeom prst="line">
            <a:avLst/>
          </a:prstGeom>
          <a:noFill/>
          <a:ln w="19050">
            <a:solidFill>
              <a:srgbClr val="3C3C39"/>
            </a:solidFill>
            <a:prstDash val="solid"/>
          </a:ln>
        </p:spPr>
      </p:sp>
      <p:sp>
        <p:nvSpPr>
          <p:cNvPr id="47" name="Shape 45"/>
          <p:cNvSpPr/>
          <p:nvPr/>
        </p:nvSpPr>
        <p:spPr>
          <a:xfrm>
            <a:off x="2030520" y="3745414"/>
            <a:ext cx="-692863" cy="1340491"/>
          </a:xfrm>
          <a:prstGeom prst="line">
            <a:avLst/>
          </a:prstGeom>
          <a:noFill/>
          <a:ln w="19050">
            <a:solidFill>
              <a:srgbClr val="3C3C39"/>
            </a:solidFill>
            <a:prstDash val="solid"/>
          </a:ln>
        </p:spPr>
      </p:sp>
      <p:sp>
        <p:nvSpPr>
          <p:cNvPr id="48" name="Shape 46"/>
          <p:cNvSpPr/>
          <p:nvPr/>
        </p:nvSpPr>
        <p:spPr>
          <a:xfrm>
            <a:off x="5455339" y="3688266"/>
            <a:ext cx="114297" cy="114297"/>
          </a:xfrm>
          <a:prstGeom prst="ellipse">
            <a:avLst/>
          </a:prstGeom>
          <a:solidFill>
            <a:srgbClr val="FFFFFF"/>
          </a:solidFill>
          <a:ln w="12700">
            <a:solidFill>
              <a:srgbClr val="1A1A16"/>
            </a:solidFill>
            <a:prstDash val="solid"/>
          </a:ln>
        </p:spPr>
      </p:sp>
      <p:sp>
        <p:nvSpPr>
          <p:cNvPr id="49" name="Shape 47"/>
          <p:cNvSpPr/>
          <p:nvPr/>
        </p:nvSpPr>
        <p:spPr>
          <a:xfrm>
            <a:off x="2803042" y="4135096"/>
            <a:ext cx="114297" cy="114297"/>
          </a:xfrm>
          <a:prstGeom prst="ellipse">
            <a:avLst/>
          </a:prstGeom>
          <a:solidFill>
            <a:srgbClr val="FFFFFF"/>
          </a:solidFill>
          <a:ln w="12700">
            <a:solidFill>
              <a:srgbClr val="DADADA"/>
            </a:solidFill>
            <a:prstDash val="solid"/>
          </a:ln>
        </p:spPr>
      </p:sp>
      <p:sp>
        <p:nvSpPr>
          <p:cNvPr id="50" name="Shape 48"/>
          <p:cNvSpPr/>
          <p:nvPr/>
        </p:nvSpPr>
        <p:spPr>
          <a:xfrm>
            <a:off x="5462133" y="3247944"/>
            <a:ext cx="100962" cy="101597"/>
          </a:xfrm>
          <a:prstGeom prst="rect">
            <a:avLst/>
          </a:prstGeom>
          <a:solidFill>
            <a:srgbClr val="FFFFFF"/>
          </a:solidFill>
          <a:ln w="12700">
            <a:solidFill>
              <a:srgbClr val="1A1A16"/>
            </a:solidFill>
            <a:prstDash val="solid"/>
          </a:ln>
        </p:spPr>
      </p:sp>
      <p:sp>
        <p:nvSpPr>
          <p:cNvPr id="51" name="Shape 49"/>
          <p:cNvSpPr/>
          <p:nvPr/>
        </p:nvSpPr>
        <p:spPr>
          <a:xfrm>
            <a:off x="5441179" y="1886538"/>
            <a:ext cx="142871" cy="142871"/>
          </a:xfrm>
          <a:prstGeom prst="diamond">
            <a:avLst/>
          </a:prstGeom>
          <a:solidFill>
            <a:srgbClr val="FFFFFF"/>
          </a:solidFill>
          <a:ln w="12700">
            <a:solidFill>
              <a:srgbClr val="1A1A16"/>
            </a:solidFill>
            <a:prstDash val="solid"/>
          </a:ln>
        </p:spPr>
      </p:sp>
      <p:sp>
        <p:nvSpPr>
          <p:cNvPr id="52" name="Shape 50"/>
          <p:cNvSpPr/>
          <p:nvPr/>
        </p:nvSpPr>
        <p:spPr>
          <a:xfrm>
            <a:off x="2388207" y="4135096"/>
            <a:ext cx="114297" cy="114297"/>
          </a:xfrm>
          <a:prstGeom prst="ellipse">
            <a:avLst/>
          </a:prstGeom>
          <a:solidFill>
            <a:srgbClr val="FFFFFF"/>
          </a:solidFill>
          <a:ln w="12700">
            <a:solidFill>
              <a:srgbClr val="1A1A16"/>
            </a:solidFill>
            <a:prstDash val="solid"/>
          </a:ln>
        </p:spPr>
      </p:sp>
      <p:sp>
        <p:nvSpPr>
          <p:cNvPr id="53" name="Shape 51"/>
          <p:cNvSpPr/>
          <p:nvPr/>
        </p:nvSpPr>
        <p:spPr>
          <a:xfrm>
            <a:off x="2390715" y="5023359"/>
            <a:ext cx="109217" cy="125092"/>
          </a:xfrm>
          <a:prstGeom prst="hexagon">
            <a:avLst/>
          </a:prstGeom>
          <a:solidFill>
            <a:srgbClr val="FFFFFF"/>
          </a:solidFill>
          <a:ln w="12700">
            <a:solidFill>
              <a:srgbClr val="DADADA"/>
            </a:solidFill>
            <a:prstDash val="solid"/>
          </a:ln>
        </p:spPr>
      </p:sp>
      <p:sp>
        <p:nvSpPr>
          <p:cNvPr id="54" name="Shape 52"/>
          <p:cNvSpPr/>
          <p:nvPr/>
        </p:nvSpPr>
        <p:spPr>
          <a:xfrm>
            <a:off x="453379" y="5023359"/>
            <a:ext cx="109217" cy="125092"/>
          </a:xfrm>
          <a:prstGeom prst="hexagon">
            <a:avLst/>
          </a:prstGeom>
          <a:solidFill>
            <a:srgbClr val="FFFFFF"/>
          </a:solidFill>
          <a:ln w="12700">
            <a:solidFill>
              <a:srgbClr val="DADADA"/>
            </a:solidFill>
            <a:prstDash val="solid"/>
          </a:ln>
        </p:spPr>
      </p:sp>
      <p:sp>
        <p:nvSpPr>
          <p:cNvPr id="55" name="Shape 53"/>
          <p:cNvSpPr/>
          <p:nvPr/>
        </p:nvSpPr>
        <p:spPr>
          <a:xfrm>
            <a:off x="5254494" y="2800915"/>
            <a:ext cx="100962" cy="101597"/>
          </a:xfrm>
          <a:prstGeom prst="rect">
            <a:avLst/>
          </a:prstGeom>
          <a:solidFill>
            <a:srgbClr val="FFFFFF"/>
          </a:solidFill>
          <a:ln w="12700">
            <a:solidFill>
              <a:srgbClr val="1A1A16"/>
            </a:solidFill>
            <a:prstDash val="solid"/>
          </a:ln>
        </p:spPr>
      </p:sp>
      <p:sp>
        <p:nvSpPr>
          <p:cNvPr id="56" name="Shape 54"/>
          <p:cNvSpPr/>
          <p:nvPr/>
        </p:nvSpPr>
        <p:spPr>
          <a:xfrm>
            <a:off x="1073091" y="4581926"/>
            <a:ext cx="114297" cy="114297"/>
          </a:xfrm>
          <a:prstGeom prst="ellipse">
            <a:avLst/>
          </a:prstGeom>
          <a:solidFill>
            <a:srgbClr val="FFFFFF"/>
          </a:solidFill>
          <a:ln w="12700">
            <a:solidFill>
              <a:srgbClr val="1A1A16"/>
            </a:solidFill>
            <a:prstDash val="solid"/>
          </a:ln>
        </p:spPr>
      </p:sp>
      <p:sp>
        <p:nvSpPr>
          <p:cNvPr id="57" name="Shape 55"/>
          <p:cNvSpPr/>
          <p:nvPr/>
        </p:nvSpPr>
        <p:spPr>
          <a:xfrm>
            <a:off x="7024829" y="5023359"/>
            <a:ext cx="108582" cy="125092"/>
          </a:xfrm>
          <a:prstGeom prst="hexagon">
            <a:avLst/>
          </a:prstGeom>
          <a:solidFill>
            <a:srgbClr val="FFFFFF"/>
          </a:solidFill>
          <a:ln w="12700">
            <a:solidFill>
              <a:srgbClr val="1A1A16"/>
            </a:solidFill>
            <a:prstDash val="solid"/>
          </a:ln>
        </p:spPr>
      </p:sp>
      <p:sp>
        <p:nvSpPr>
          <p:cNvPr id="58" name="Shape 56"/>
          <p:cNvSpPr/>
          <p:nvPr/>
        </p:nvSpPr>
        <p:spPr>
          <a:xfrm>
            <a:off x="3896263" y="2333567"/>
            <a:ext cx="143506" cy="142871"/>
          </a:xfrm>
          <a:prstGeom prst="diamond">
            <a:avLst/>
          </a:prstGeom>
          <a:solidFill>
            <a:srgbClr val="FFFFFF"/>
          </a:solidFill>
          <a:ln w="12700">
            <a:solidFill>
              <a:srgbClr val="1A1A16"/>
            </a:solidFill>
            <a:prstDash val="solid"/>
          </a:ln>
        </p:spPr>
      </p:sp>
      <p:sp>
        <p:nvSpPr>
          <p:cNvPr id="59" name="Shape 57"/>
          <p:cNvSpPr/>
          <p:nvPr/>
        </p:nvSpPr>
        <p:spPr>
          <a:xfrm>
            <a:off x="4118158" y="3688266"/>
            <a:ext cx="114297" cy="114297"/>
          </a:xfrm>
          <a:prstGeom prst="ellipse">
            <a:avLst/>
          </a:prstGeom>
          <a:solidFill>
            <a:srgbClr val="FFFFFF"/>
          </a:solidFill>
          <a:ln w="12700">
            <a:solidFill>
              <a:srgbClr val="DADADA"/>
            </a:solidFill>
            <a:prstDash val="solid"/>
          </a:ln>
        </p:spPr>
      </p:sp>
      <p:sp>
        <p:nvSpPr>
          <p:cNvPr id="60" name="Shape 58"/>
          <p:cNvSpPr/>
          <p:nvPr/>
        </p:nvSpPr>
        <p:spPr>
          <a:xfrm>
            <a:off x="2388207" y="4581926"/>
            <a:ext cx="114297" cy="114297"/>
          </a:xfrm>
          <a:prstGeom prst="ellipse">
            <a:avLst/>
          </a:prstGeom>
          <a:solidFill>
            <a:srgbClr val="FFFFFF"/>
          </a:solidFill>
          <a:ln w="12700">
            <a:solidFill>
              <a:srgbClr val="DADADA"/>
            </a:solidFill>
            <a:prstDash val="solid"/>
          </a:ln>
        </p:spPr>
      </p:sp>
      <p:sp>
        <p:nvSpPr>
          <p:cNvPr id="61" name="Shape 59"/>
          <p:cNvSpPr/>
          <p:nvPr/>
        </p:nvSpPr>
        <p:spPr>
          <a:xfrm>
            <a:off x="868658" y="5023359"/>
            <a:ext cx="108582" cy="125092"/>
          </a:xfrm>
          <a:prstGeom prst="hexagon">
            <a:avLst/>
          </a:prstGeom>
          <a:solidFill>
            <a:srgbClr val="FFFFFF"/>
          </a:solidFill>
          <a:ln w="12700">
            <a:solidFill>
              <a:srgbClr val="1A1A16"/>
            </a:solidFill>
            <a:prstDash val="solid"/>
          </a:ln>
        </p:spPr>
      </p:sp>
      <p:sp>
        <p:nvSpPr>
          <p:cNvPr id="62" name="Shape 60"/>
          <p:cNvSpPr/>
          <p:nvPr/>
        </p:nvSpPr>
        <p:spPr>
          <a:xfrm>
            <a:off x="3910740" y="3241435"/>
            <a:ext cx="114297" cy="114297"/>
          </a:xfrm>
          <a:prstGeom prst="ellipse">
            <a:avLst/>
          </a:prstGeom>
          <a:solidFill>
            <a:srgbClr val="FFFFFF"/>
          </a:solidFill>
          <a:ln w="12700">
            <a:solidFill>
              <a:srgbClr val="DADADA"/>
            </a:solidFill>
            <a:prstDash val="solid"/>
          </a:ln>
        </p:spPr>
      </p:sp>
      <p:sp>
        <p:nvSpPr>
          <p:cNvPr id="63" name="Shape 61"/>
          <p:cNvSpPr/>
          <p:nvPr/>
        </p:nvSpPr>
        <p:spPr>
          <a:xfrm>
            <a:off x="2788850" y="3674018"/>
            <a:ext cx="142871" cy="142871"/>
          </a:xfrm>
          <a:prstGeom prst="diamond">
            <a:avLst/>
          </a:prstGeom>
          <a:solidFill>
            <a:srgbClr val="FFFFFF"/>
          </a:solidFill>
          <a:ln w="12700">
            <a:solidFill>
              <a:srgbClr val="DADADA"/>
            </a:solidFill>
            <a:prstDash val="solid"/>
          </a:ln>
        </p:spPr>
      </p:sp>
      <p:sp>
        <p:nvSpPr>
          <p:cNvPr id="64" name="Shape 62"/>
          <p:cNvSpPr/>
          <p:nvPr/>
        </p:nvSpPr>
        <p:spPr>
          <a:xfrm>
            <a:off x="7022004" y="3688266"/>
            <a:ext cx="114297" cy="114297"/>
          </a:xfrm>
          <a:prstGeom prst="ellipse">
            <a:avLst/>
          </a:prstGeom>
          <a:solidFill>
            <a:srgbClr val="FFFFFF"/>
          </a:solidFill>
          <a:ln w="12700">
            <a:solidFill>
              <a:srgbClr val="DADADA"/>
            </a:solidFill>
            <a:prstDash val="solid"/>
          </a:ln>
        </p:spPr>
      </p:sp>
      <p:sp>
        <p:nvSpPr>
          <p:cNvPr id="65" name="Shape 63"/>
          <p:cNvSpPr/>
          <p:nvPr/>
        </p:nvSpPr>
        <p:spPr>
          <a:xfrm>
            <a:off x="7028639" y="2800915"/>
            <a:ext cx="100962" cy="101597"/>
          </a:xfrm>
          <a:prstGeom prst="rect">
            <a:avLst/>
          </a:prstGeom>
          <a:solidFill>
            <a:srgbClr val="FFFFFF"/>
          </a:solidFill>
          <a:ln w="12700">
            <a:solidFill>
              <a:srgbClr val="1A1A16"/>
            </a:solidFill>
            <a:prstDash val="solid"/>
          </a:ln>
        </p:spPr>
      </p:sp>
      <p:sp>
        <p:nvSpPr>
          <p:cNvPr id="66" name="Shape 64"/>
          <p:cNvSpPr/>
          <p:nvPr/>
        </p:nvSpPr>
        <p:spPr>
          <a:xfrm>
            <a:off x="5435464" y="2315787"/>
            <a:ext cx="154301" cy="133347"/>
          </a:xfrm>
          <a:prstGeom prst="triangle">
            <a:avLst/>
          </a:prstGeom>
          <a:solidFill>
            <a:srgbClr val="FFFFFF"/>
          </a:solidFill>
          <a:ln w="12700">
            <a:solidFill>
              <a:srgbClr val="1A1A16"/>
            </a:solidFill>
            <a:prstDash val="solid"/>
          </a:ln>
        </p:spPr>
      </p:sp>
      <p:sp>
        <p:nvSpPr>
          <p:cNvPr id="67" name="Shape 65"/>
          <p:cNvSpPr/>
          <p:nvPr/>
        </p:nvSpPr>
        <p:spPr>
          <a:xfrm>
            <a:off x="2394525" y="3694973"/>
            <a:ext cx="101597" cy="100962"/>
          </a:xfrm>
          <a:prstGeom prst="rect">
            <a:avLst/>
          </a:prstGeom>
          <a:solidFill>
            <a:srgbClr val="FFFFFF"/>
          </a:solidFill>
          <a:ln w="12700">
            <a:solidFill>
              <a:srgbClr val="DADADA"/>
            </a:solidFill>
            <a:prstDash val="solid"/>
          </a:ln>
        </p:spPr>
      </p:sp>
      <p:sp>
        <p:nvSpPr>
          <p:cNvPr id="68" name="Shape 66"/>
          <p:cNvSpPr/>
          <p:nvPr/>
        </p:nvSpPr>
        <p:spPr>
          <a:xfrm>
            <a:off x="3896263" y="1439509"/>
            <a:ext cx="143506" cy="143506"/>
          </a:xfrm>
          <a:prstGeom prst="diamond">
            <a:avLst/>
          </a:prstGeom>
          <a:solidFill>
            <a:srgbClr val="FFFFFF"/>
          </a:solidFill>
          <a:ln w="12700">
            <a:solidFill>
              <a:srgbClr val="1A1A16"/>
            </a:solidFill>
            <a:prstDash val="solid"/>
          </a:ln>
        </p:spPr>
      </p:sp>
      <p:sp>
        <p:nvSpPr>
          <p:cNvPr id="69" name="Shape 67"/>
          <p:cNvSpPr/>
          <p:nvPr/>
        </p:nvSpPr>
        <p:spPr>
          <a:xfrm>
            <a:off x="1979881" y="3694973"/>
            <a:ext cx="101597" cy="100962"/>
          </a:xfrm>
          <a:prstGeom prst="rect">
            <a:avLst/>
          </a:prstGeom>
          <a:solidFill>
            <a:srgbClr val="FFFFFF"/>
          </a:solidFill>
          <a:ln w="12700">
            <a:solidFill>
              <a:srgbClr val="DADADA"/>
            </a:solidFill>
            <a:prstDash val="solid"/>
          </a:ln>
        </p:spPr>
      </p:sp>
      <p:sp>
        <p:nvSpPr>
          <p:cNvPr id="70" name="Shape 68"/>
          <p:cNvSpPr/>
          <p:nvPr/>
        </p:nvSpPr>
        <p:spPr>
          <a:xfrm>
            <a:off x="5643104" y="2762816"/>
            <a:ext cx="153666" cy="133347"/>
          </a:xfrm>
          <a:prstGeom prst="triangle">
            <a:avLst/>
          </a:prstGeom>
          <a:solidFill>
            <a:srgbClr val="FFFFFF"/>
          </a:solidFill>
          <a:ln w="12700">
            <a:solidFill>
              <a:srgbClr val="1A1A16"/>
            </a:solidFill>
            <a:prstDash val="solid"/>
          </a:ln>
        </p:spPr>
      </p:sp>
      <p:sp>
        <p:nvSpPr>
          <p:cNvPr id="71" name="Shape 69"/>
          <p:cNvSpPr/>
          <p:nvPr/>
        </p:nvSpPr>
        <p:spPr>
          <a:xfrm>
            <a:off x="3703323" y="3688266"/>
            <a:ext cx="114297" cy="114297"/>
          </a:xfrm>
          <a:prstGeom prst="ellipse">
            <a:avLst/>
          </a:prstGeom>
          <a:solidFill>
            <a:srgbClr val="FFFFFF"/>
          </a:solidFill>
          <a:ln w="12700">
            <a:solidFill>
              <a:srgbClr val="1A1A16"/>
            </a:solidFill>
            <a:prstDash val="solid"/>
          </a:ln>
        </p:spPr>
      </p:sp>
      <p:sp>
        <p:nvSpPr>
          <p:cNvPr id="72" name="Shape 70"/>
          <p:cNvSpPr/>
          <p:nvPr/>
        </p:nvSpPr>
        <p:spPr>
          <a:xfrm>
            <a:off x="3917217" y="2800915"/>
            <a:ext cx="101597" cy="101597"/>
          </a:xfrm>
          <a:prstGeom prst="rect">
            <a:avLst/>
          </a:prstGeom>
          <a:solidFill>
            <a:srgbClr val="FFFFFF"/>
          </a:solidFill>
          <a:ln w="12700">
            <a:solidFill>
              <a:srgbClr val="DADADA"/>
            </a:solidFill>
            <a:prstDash val="solid"/>
          </a:ln>
        </p:spPr>
      </p:sp>
      <p:sp>
        <p:nvSpPr>
          <p:cNvPr id="73" name="Shape 71"/>
          <p:cNvSpPr/>
          <p:nvPr/>
        </p:nvSpPr>
        <p:spPr>
          <a:xfrm>
            <a:off x="1283303" y="5023359"/>
            <a:ext cx="108582" cy="125092"/>
          </a:xfrm>
          <a:prstGeom prst="hexagon">
            <a:avLst/>
          </a:prstGeom>
          <a:solidFill>
            <a:srgbClr val="FFFFFF"/>
          </a:solidFill>
          <a:ln w="12700">
            <a:solidFill>
              <a:srgbClr val="DADADA"/>
            </a:solidFill>
            <a:prstDash val="solid"/>
          </a:ln>
        </p:spPr>
      </p:sp>
      <p:sp>
        <p:nvSpPr>
          <p:cNvPr id="74" name="Shape 72"/>
          <p:cNvSpPr/>
          <p:nvPr/>
        </p:nvSpPr>
        <p:spPr>
          <a:xfrm>
            <a:off x="1973372" y="4135096"/>
            <a:ext cx="114297" cy="114297"/>
          </a:xfrm>
          <a:prstGeom prst="ellipse">
            <a:avLst/>
          </a:prstGeom>
          <a:solidFill>
            <a:srgbClr val="FFFFFF"/>
          </a:solidFill>
          <a:ln w="12700">
            <a:solidFill>
              <a:srgbClr val="DADADA"/>
            </a:solidFill>
            <a:prstDash val="solid"/>
          </a:ln>
        </p:spPr>
      </p:sp>
      <p:sp>
        <p:nvSpPr>
          <p:cNvPr id="75" name="Shape 73"/>
          <p:cNvSpPr/>
          <p:nvPr/>
        </p:nvSpPr>
        <p:spPr>
          <a:xfrm>
            <a:off x="5458324" y="5023359"/>
            <a:ext cx="108582" cy="125092"/>
          </a:xfrm>
          <a:prstGeom prst="hexagon">
            <a:avLst/>
          </a:prstGeom>
          <a:solidFill>
            <a:srgbClr val="FFFFFF"/>
          </a:solidFill>
          <a:ln w="12700">
            <a:solidFill>
              <a:srgbClr val="1A1A16"/>
            </a:solidFill>
            <a:prstDash val="solid"/>
          </a:ln>
        </p:spPr>
      </p:sp>
      <p:sp>
        <p:nvSpPr>
          <p:cNvPr id="76" name="Shape 74"/>
          <p:cNvSpPr/>
          <p:nvPr/>
        </p:nvSpPr>
        <p:spPr>
          <a:xfrm>
            <a:off x="658256" y="4581926"/>
            <a:ext cx="114297" cy="114297"/>
          </a:xfrm>
          <a:prstGeom prst="ellipse">
            <a:avLst/>
          </a:prstGeom>
          <a:solidFill>
            <a:srgbClr val="FFFFFF"/>
          </a:solidFill>
          <a:ln w="12700">
            <a:solidFill>
              <a:srgbClr val="DADADA"/>
            </a:solidFill>
            <a:prstDash val="solid"/>
          </a:ln>
        </p:spPr>
      </p:sp>
      <p:sp>
        <p:nvSpPr>
          <p:cNvPr id="77" name="Text 75"/>
          <p:cNvSpPr txBox="1"/>
          <p:nvPr/>
        </p:nvSpPr>
        <p:spPr>
          <a:xfrm>
            <a:off x="507987" y="952476"/>
            <a:ext cx="6222844"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each of these 29 dependencies is free on its own</a:t>
            </a:r>
            <a:endParaRPr lang="en-US" sz="1100" dirty="0"/>
          </a:p>
        </p:txBody>
      </p:sp>
      <p:sp>
        <p:nvSpPr>
          <p:cNvPr id="78" name="Text 76"/>
          <p:cNvSpPr txBox="1"/>
          <p:nvPr/>
        </p:nvSpPr>
        <p:spPr>
          <a:xfrm>
            <a:off x="507987" y="1181070"/>
            <a:ext cx="6222844"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take them away together and 14 of the 29 claims leave the closure</a:t>
            </a:r>
            <a:endParaRPr lang="en-US" sz="1100" dirty="0"/>
          </a:p>
        </p:txBody>
      </p:sp>
      <p:sp>
        <p:nvSpPr>
          <p:cNvPr id="79" name="Shape 77"/>
          <p:cNvSpPr/>
          <p:nvPr/>
        </p:nvSpPr>
        <p:spPr>
          <a:xfrm>
            <a:off x="8229394" y="3911502"/>
            <a:ext cx="50799" cy="1206470"/>
          </a:xfrm>
          <a:prstGeom prst="rect">
            <a:avLst/>
          </a:prstGeom>
          <a:solidFill>
            <a:srgbClr val="1A1A16"/>
          </a:solidFill>
          <a:ln w="12700">
            <a:solidFill>
              <a:srgbClr val="1A1A16"/>
            </a:solidFill>
            <a:prstDash val="solid"/>
          </a:ln>
        </p:spPr>
      </p:sp>
      <p:sp>
        <p:nvSpPr>
          <p:cNvPr id="80" name="Shape 78"/>
          <p:cNvSpPr/>
          <p:nvPr/>
        </p:nvSpPr>
        <p:spPr>
          <a:xfrm>
            <a:off x="8299948" y="4587125"/>
            <a:ext cx="50799" cy="530847"/>
          </a:xfrm>
          <a:prstGeom prst="rect">
            <a:avLst/>
          </a:prstGeom>
          <a:solidFill>
            <a:srgbClr val="1A1A16"/>
          </a:solidFill>
          <a:ln w="12700">
            <a:solidFill>
              <a:srgbClr val="1A1A16"/>
            </a:solidFill>
            <a:prstDash val="solid"/>
          </a:ln>
        </p:spPr>
      </p:sp>
      <p:sp>
        <p:nvSpPr>
          <p:cNvPr id="81" name="Shape 79"/>
          <p:cNvSpPr/>
          <p:nvPr/>
        </p:nvSpPr>
        <p:spPr>
          <a:xfrm>
            <a:off x="8370502" y="4780160"/>
            <a:ext cx="50799" cy="337812"/>
          </a:xfrm>
          <a:prstGeom prst="rect">
            <a:avLst/>
          </a:prstGeom>
          <a:solidFill>
            <a:srgbClr val="1A1A16"/>
          </a:solidFill>
          <a:ln w="12700">
            <a:solidFill>
              <a:srgbClr val="1A1A16"/>
            </a:solidFill>
            <a:prstDash val="solid"/>
          </a:ln>
        </p:spPr>
      </p:sp>
      <p:sp>
        <p:nvSpPr>
          <p:cNvPr id="82" name="Shape 80"/>
          <p:cNvSpPr/>
          <p:nvPr/>
        </p:nvSpPr>
        <p:spPr>
          <a:xfrm>
            <a:off x="8441056" y="4924937"/>
            <a:ext cx="50799" cy="193035"/>
          </a:xfrm>
          <a:prstGeom prst="rect">
            <a:avLst/>
          </a:prstGeom>
          <a:solidFill>
            <a:srgbClr val="1A1A16"/>
          </a:solidFill>
          <a:ln w="12700">
            <a:solidFill>
              <a:srgbClr val="1A1A16"/>
            </a:solidFill>
            <a:prstDash val="solid"/>
          </a:ln>
        </p:spPr>
      </p:sp>
      <p:sp>
        <p:nvSpPr>
          <p:cNvPr id="83" name="Shape 81"/>
          <p:cNvSpPr/>
          <p:nvPr/>
        </p:nvSpPr>
        <p:spPr>
          <a:xfrm>
            <a:off x="8511609" y="4973196"/>
            <a:ext cx="50799" cy="144776"/>
          </a:xfrm>
          <a:prstGeom prst="rect">
            <a:avLst/>
          </a:prstGeom>
          <a:solidFill>
            <a:srgbClr val="1A1A16"/>
          </a:solidFill>
          <a:ln w="12700">
            <a:solidFill>
              <a:srgbClr val="1A1A16"/>
            </a:solidFill>
            <a:prstDash val="solid"/>
          </a:ln>
        </p:spPr>
      </p:sp>
      <p:sp>
        <p:nvSpPr>
          <p:cNvPr id="84" name="Shape 82"/>
          <p:cNvSpPr/>
          <p:nvPr/>
        </p:nvSpPr>
        <p:spPr>
          <a:xfrm>
            <a:off x="8582163" y="5021454"/>
            <a:ext cx="50799" cy="96518"/>
          </a:xfrm>
          <a:prstGeom prst="rect">
            <a:avLst/>
          </a:prstGeom>
          <a:solidFill>
            <a:srgbClr val="1A1A16"/>
          </a:solidFill>
          <a:ln w="12700">
            <a:solidFill>
              <a:srgbClr val="1A1A16"/>
            </a:solidFill>
            <a:prstDash val="solid"/>
          </a:ln>
        </p:spPr>
      </p:sp>
      <p:sp>
        <p:nvSpPr>
          <p:cNvPr id="85" name="Shape 83"/>
          <p:cNvSpPr/>
          <p:nvPr/>
        </p:nvSpPr>
        <p:spPr>
          <a:xfrm>
            <a:off x="8652717" y="5021454"/>
            <a:ext cx="50799" cy="96518"/>
          </a:xfrm>
          <a:prstGeom prst="rect">
            <a:avLst/>
          </a:prstGeom>
          <a:solidFill>
            <a:srgbClr val="1A1A16"/>
          </a:solidFill>
          <a:ln w="12700">
            <a:solidFill>
              <a:srgbClr val="1A1A16"/>
            </a:solidFill>
            <a:prstDash val="solid"/>
          </a:ln>
        </p:spPr>
      </p:sp>
      <p:sp>
        <p:nvSpPr>
          <p:cNvPr id="86" name="Shape 84"/>
          <p:cNvSpPr/>
          <p:nvPr/>
        </p:nvSpPr>
        <p:spPr>
          <a:xfrm>
            <a:off x="8723271" y="5069713"/>
            <a:ext cx="50799" cy="48259"/>
          </a:xfrm>
          <a:prstGeom prst="rect">
            <a:avLst/>
          </a:prstGeom>
          <a:solidFill>
            <a:srgbClr val="1A1A16"/>
          </a:solidFill>
          <a:ln w="12700">
            <a:solidFill>
              <a:srgbClr val="1A1A16"/>
            </a:solidFill>
            <a:prstDash val="solid"/>
          </a:ln>
        </p:spPr>
      </p:sp>
      <p:sp>
        <p:nvSpPr>
          <p:cNvPr id="87" name="Shape 85"/>
          <p:cNvSpPr/>
          <p:nvPr/>
        </p:nvSpPr>
        <p:spPr>
          <a:xfrm>
            <a:off x="8793825" y="5069713"/>
            <a:ext cx="50799" cy="48259"/>
          </a:xfrm>
          <a:prstGeom prst="rect">
            <a:avLst/>
          </a:prstGeom>
          <a:solidFill>
            <a:srgbClr val="1A1A16"/>
          </a:solidFill>
          <a:ln w="12700">
            <a:solidFill>
              <a:srgbClr val="1A1A16"/>
            </a:solidFill>
            <a:prstDash val="solid"/>
          </a:ln>
        </p:spPr>
      </p:sp>
      <p:sp>
        <p:nvSpPr>
          <p:cNvPr id="88" name="Shape 86"/>
          <p:cNvSpPr/>
          <p:nvPr/>
        </p:nvSpPr>
        <p:spPr>
          <a:xfrm>
            <a:off x="8864378" y="5069713"/>
            <a:ext cx="50799" cy="48259"/>
          </a:xfrm>
          <a:prstGeom prst="rect">
            <a:avLst/>
          </a:prstGeom>
          <a:solidFill>
            <a:srgbClr val="1A1A16"/>
          </a:solidFill>
          <a:ln w="12700">
            <a:solidFill>
              <a:srgbClr val="1A1A16"/>
            </a:solidFill>
            <a:prstDash val="solid"/>
          </a:ln>
        </p:spPr>
      </p:sp>
      <p:sp>
        <p:nvSpPr>
          <p:cNvPr id="89" name="Shape 87"/>
          <p:cNvSpPr/>
          <p:nvPr/>
        </p:nvSpPr>
        <p:spPr>
          <a:xfrm>
            <a:off x="8934932" y="5069713"/>
            <a:ext cx="50799" cy="48259"/>
          </a:xfrm>
          <a:prstGeom prst="rect">
            <a:avLst/>
          </a:prstGeom>
          <a:solidFill>
            <a:srgbClr val="1A1A16"/>
          </a:solidFill>
          <a:ln w="12700">
            <a:solidFill>
              <a:srgbClr val="1A1A16"/>
            </a:solidFill>
            <a:prstDash val="solid"/>
          </a:ln>
        </p:spPr>
      </p:sp>
      <p:sp>
        <p:nvSpPr>
          <p:cNvPr id="90" name="Shape 88"/>
          <p:cNvSpPr/>
          <p:nvPr/>
        </p:nvSpPr>
        <p:spPr>
          <a:xfrm>
            <a:off x="9005486" y="5069713"/>
            <a:ext cx="50799" cy="48259"/>
          </a:xfrm>
          <a:prstGeom prst="rect">
            <a:avLst/>
          </a:prstGeom>
          <a:solidFill>
            <a:srgbClr val="1A1A16"/>
          </a:solidFill>
          <a:ln w="12700">
            <a:solidFill>
              <a:srgbClr val="1A1A16"/>
            </a:solidFill>
            <a:prstDash val="solid"/>
          </a:ln>
        </p:spPr>
      </p:sp>
      <p:sp>
        <p:nvSpPr>
          <p:cNvPr id="91" name="Shape 89"/>
          <p:cNvSpPr/>
          <p:nvPr/>
        </p:nvSpPr>
        <p:spPr>
          <a:xfrm>
            <a:off x="9076040" y="5069713"/>
            <a:ext cx="50799" cy="48259"/>
          </a:xfrm>
          <a:prstGeom prst="rect">
            <a:avLst/>
          </a:prstGeom>
          <a:solidFill>
            <a:srgbClr val="1A1A16"/>
          </a:solidFill>
          <a:ln w="12700">
            <a:solidFill>
              <a:srgbClr val="1A1A16"/>
            </a:solidFill>
            <a:prstDash val="solid"/>
          </a:ln>
        </p:spPr>
      </p:sp>
      <p:sp>
        <p:nvSpPr>
          <p:cNvPr id="92" name="Shape 90"/>
          <p:cNvSpPr/>
          <p:nvPr/>
        </p:nvSpPr>
        <p:spPr>
          <a:xfrm>
            <a:off x="9146594" y="5069713"/>
            <a:ext cx="50799" cy="48259"/>
          </a:xfrm>
          <a:prstGeom prst="rect">
            <a:avLst/>
          </a:prstGeom>
          <a:solidFill>
            <a:srgbClr val="1A1A16"/>
          </a:solidFill>
          <a:ln w="12700">
            <a:solidFill>
              <a:srgbClr val="1A1A16"/>
            </a:solidFill>
            <a:prstDash val="solid"/>
          </a:ln>
        </p:spPr>
      </p:sp>
      <p:sp>
        <p:nvSpPr>
          <p:cNvPr id="93" name="Shape 91"/>
          <p:cNvSpPr/>
          <p:nvPr/>
        </p:nvSpPr>
        <p:spPr>
          <a:xfrm>
            <a:off x="9217147" y="5069713"/>
            <a:ext cx="50799" cy="48259"/>
          </a:xfrm>
          <a:prstGeom prst="rect">
            <a:avLst/>
          </a:prstGeom>
          <a:solidFill>
            <a:srgbClr val="1A1A16"/>
          </a:solidFill>
          <a:ln w="12700">
            <a:solidFill>
              <a:srgbClr val="1A1A16"/>
            </a:solidFill>
            <a:prstDash val="solid"/>
          </a:ln>
        </p:spPr>
      </p:sp>
      <p:sp>
        <p:nvSpPr>
          <p:cNvPr id="94" name="Shape 92"/>
          <p:cNvSpPr/>
          <p:nvPr/>
        </p:nvSpPr>
        <p:spPr>
          <a:xfrm>
            <a:off x="9287701" y="5069713"/>
            <a:ext cx="50799" cy="48259"/>
          </a:xfrm>
          <a:prstGeom prst="rect">
            <a:avLst/>
          </a:prstGeom>
          <a:solidFill>
            <a:srgbClr val="1A1A16"/>
          </a:solidFill>
          <a:ln w="12700">
            <a:solidFill>
              <a:srgbClr val="1A1A16"/>
            </a:solidFill>
            <a:prstDash val="solid"/>
          </a:ln>
        </p:spPr>
      </p:sp>
      <p:sp>
        <p:nvSpPr>
          <p:cNvPr id="95" name="Shape 93"/>
          <p:cNvSpPr/>
          <p:nvPr/>
        </p:nvSpPr>
        <p:spPr>
          <a:xfrm>
            <a:off x="9358255" y="5069713"/>
            <a:ext cx="50799" cy="48259"/>
          </a:xfrm>
          <a:prstGeom prst="rect">
            <a:avLst/>
          </a:prstGeom>
          <a:solidFill>
            <a:srgbClr val="1A1A16"/>
          </a:solidFill>
          <a:ln w="12700">
            <a:solidFill>
              <a:srgbClr val="1A1A16"/>
            </a:solidFill>
            <a:prstDash val="solid"/>
          </a:ln>
        </p:spPr>
      </p:sp>
      <p:sp>
        <p:nvSpPr>
          <p:cNvPr id="96" name="Shape 94"/>
          <p:cNvSpPr/>
          <p:nvPr/>
        </p:nvSpPr>
        <p:spPr>
          <a:xfrm>
            <a:off x="9428809" y="5105272"/>
            <a:ext cx="50799" cy="12700"/>
          </a:xfrm>
          <a:prstGeom prst="rect">
            <a:avLst/>
          </a:prstGeom>
          <a:solidFill>
            <a:srgbClr val="1A1A16"/>
          </a:solidFill>
          <a:ln w="12700">
            <a:solidFill>
              <a:srgbClr val="1A1A16"/>
            </a:solidFill>
            <a:prstDash val="solid"/>
          </a:ln>
        </p:spPr>
      </p:sp>
      <p:sp>
        <p:nvSpPr>
          <p:cNvPr id="97" name="Shape 95"/>
          <p:cNvSpPr/>
          <p:nvPr/>
        </p:nvSpPr>
        <p:spPr>
          <a:xfrm>
            <a:off x="9499363" y="5105272"/>
            <a:ext cx="50799" cy="12700"/>
          </a:xfrm>
          <a:prstGeom prst="rect">
            <a:avLst/>
          </a:prstGeom>
          <a:solidFill>
            <a:srgbClr val="1A1A16"/>
          </a:solidFill>
          <a:ln w="12700">
            <a:solidFill>
              <a:srgbClr val="1A1A16"/>
            </a:solidFill>
            <a:prstDash val="solid"/>
          </a:ln>
        </p:spPr>
      </p:sp>
      <p:sp>
        <p:nvSpPr>
          <p:cNvPr id="98" name="Shape 96"/>
          <p:cNvSpPr/>
          <p:nvPr/>
        </p:nvSpPr>
        <p:spPr>
          <a:xfrm>
            <a:off x="9569916" y="5105272"/>
            <a:ext cx="50799" cy="12700"/>
          </a:xfrm>
          <a:prstGeom prst="rect">
            <a:avLst/>
          </a:prstGeom>
          <a:solidFill>
            <a:srgbClr val="1A1A16"/>
          </a:solidFill>
          <a:ln w="12700">
            <a:solidFill>
              <a:srgbClr val="1A1A16"/>
            </a:solidFill>
            <a:prstDash val="solid"/>
          </a:ln>
        </p:spPr>
      </p:sp>
      <p:sp>
        <p:nvSpPr>
          <p:cNvPr id="99" name="Shape 97"/>
          <p:cNvSpPr/>
          <p:nvPr/>
        </p:nvSpPr>
        <p:spPr>
          <a:xfrm>
            <a:off x="9640470" y="5105272"/>
            <a:ext cx="50799" cy="12700"/>
          </a:xfrm>
          <a:prstGeom prst="rect">
            <a:avLst/>
          </a:prstGeom>
          <a:solidFill>
            <a:srgbClr val="1A1A16"/>
          </a:solidFill>
          <a:ln w="12700">
            <a:solidFill>
              <a:srgbClr val="1A1A16"/>
            </a:solidFill>
            <a:prstDash val="solid"/>
          </a:ln>
        </p:spPr>
      </p:sp>
      <p:sp>
        <p:nvSpPr>
          <p:cNvPr id="100" name="Shape 98"/>
          <p:cNvSpPr/>
          <p:nvPr/>
        </p:nvSpPr>
        <p:spPr>
          <a:xfrm>
            <a:off x="9711024" y="5105272"/>
            <a:ext cx="50799" cy="12700"/>
          </a:xfrm>
          <a:prstGeom prst="rect">
            <a:avLst/>
          </a:prstGeom>
          <a:solidFill>
            <a:srgbClr val="1A1A16"/>
          </a:solidFill>
          <a:ln w="12700">
            <a:solidFill>
              <a:srgbClr val="1A1A16"/>
            </a:solidFill>
            <a:prstDash val="solid"/>
          </a:ln>
        </p:spPr>
      </p:sp>
      <p:sp>
        <p:nvSpPr>
          <p:cNvPr id="101" name="Shape 99"/>
          <p:cNvSpPr/>
          <p:nvPr/>
        </p:nvSpPr>
        <p:spPr>
          <a:xfrm>
            <a:off x="9781578" y="5105272"/>
            <a:ext cx="50799" cy="12700"/>
          </a:xfrm>
          <a:prstGeom prst="rect">
            <a:avLst/>
          </a:prstGeom>
          <a:solidFill>
            <a:srgbClr val="1A1A16"/>
          </a:solidFill>
          <a:ln w="12700">
            <a:solidFill>
              <a:srgbClr val="1A1A16"/>
            </a:solidFill>
            <a:prstDash val="solid"/>
          </a:ln>
        </p:spPr>
      </p:sp>
      <p:sp>
        <p:nvSpPr>
          <p:cNvPr id="102" name="Shape 100"/>
          <p:cNvSpPr/>
          <p:nvPr/>
        </p:nvSpPr>
        <p:spPr>
          <a:xfrm>
            <a:off x="9852131" y="5105272"/>
            <a:ext cx="50799" cy="12700"/>
          </a:xfrm>
          <a:prstGeom prst="rect">
            <a:avLst/>
          </a:prstGeom>
          <a:solidFill>
            <a:srgbClr val="1A1A16"/>
          </a:solidFill>
          <a:ln w="12700">
            <a:solidFill>
              <a:srgbClr val="1A1A16"/>
            </a:solidFill>
            <a:prstDash val="solid"/>
          </a:ln>
        </p:spPr>
      </p:sp>
      <p:sp>
        <p:nvSpPr>
          <p:cNvPr id="103" name="Shape 101"/>
          <p:cNvSpPr/>
          <p:nvPr/>
        </p:nvSpPr>
        <p:spPr>
          <a:xfrm>
            <a:off x="9922685" y="5105272"/>
            <a:ext cx="50799" cy="12700"/>
          </a:xfrm>
          <a:prstGeom prst="rect">
            <a:avLst/>
          </a:prstGeom>
          <a:solidFill>
            <a:srgbClr val="1A1A16"/>
          </a:solidFill>
          <a:ln w="12700">
            <a:solidFill>
              <a:srgbClr val="1A1A16"/>
            </a:solidFill>
            <a:prstDash val="solid"/>
          </a:ln>
        </p:spPr>
      </p:sp>
      <p:sp>
        <p:nvSpPr>
          <p:cNvPr id="104" name="Shape 102"/>
          <p:cNvSpPr/>
          <p:nvPr/>
        </p:nvSpPr>
        <p:spPr>
          <a:xfrm>
            <a:off x="9993239" y="5105272"/>
            <a:ext cx="50799" cy="12700"/>
          </a:xfrm>
          <a:prstGeom prst="rect">
            <a:avLst/>
          </a:prstGeom>
          <a:solidFill>
            <a:srgbClr val="1A1A16"/>
          </a:solidFill>
          <a:ln w="12700">
            <a:solidFill>
              <a:srgbClr val="1A1A16"/>
            </a:solidFill>
            <a:prstDash val="solid"/>
          </a:ln>
        </p:spPr>
      </p:sp>
      <p:sp>
        <p:nvSpPr>
          <p:cNvPr id="105" name="Shape 103"/>
          <p:cNvSpPr/>
          <p:nvPr/>
        </p:nvSpPr>
        <p:spPr>
          <a:xfrm>
            <a:off x="10063793" y="5105272"/>
            <a:ext cx="50799" cy="12700"/>
          </a:xfrm>
          <a:prstGeom prst="rect">
            <a:avLst/>
          </a:prstGeom>
          <a:solidFill>
            <a:srgbClr val="1A1A16"/>
          </a:solidFill>
          <a:ln w="12700">
            <a:solidFill>
              <a:srgbClr val="1A1A16"/>
            </a:solidFill>
            <a:prstDash val="solid"/>
          </a:ln>
        </p:spPr>
      </p:sp>
      <p:sp>
        <p:nvSpPr>
          <p:cNvPr id="106" name="Shape 104"/>
          <p:cNvSpPr/>
          <p:nvPr/>
        </p:nvSpPr>
        <p:spPr>
          <a:xfrm>
            <a:off x="10134347" y="5105272"/>
            <a:ext cx="50799" cy="12700"/>
          </a:xfrm>
          <a:prstGeom prst="rect">
            <a:avLst/>
          </a:prstGeom>
          <a:solidFill>
            <a:srgbClr val="1A1A16"/>
          </a:solidFill>
          <a:ln w="12700">
            <a:solidFill>
              <a:srgbClr val="1A1A16"/>
            </a:solidFill>
            <a:prstDash val="solid"/>
          </a:ln>
        </p:spPr>
      </p:sp>
      <p:sp>
        <p:nvSpPr>
          <p:cNvPr id="107" name="Shape 105"/>
          <p:cNvSpPr/>
          <p:nvPr/>
        </p:nvSpPr>
        <p:spPr>
          <a:xfrm>
            <a:off x="10204900" y="5105272"/>
            <a:ext cx="50799" cy="12700"/>
          </a:xfrm>
          <a:prstGeom prst="rect">
            <a:avLst/>
          </a:prstGeom>
          <a:solidFill>
            <a:srgbClr val="1A1A16"/>
          </a:solidFill>
          <a:ln w="12700">
            <a:solidFill>
              <a:srgbClr val="1A1A16"/>
            </a:solidFill>
            <a:prstDash val="solid"/>
          </a:ln>
        </p:spPr>
      </p:sp>
      <p:sp>
        <p:nvSpPr>
          <p:cNvPr id="108" name="Shape 106"/>
          <p:cNvSpPr/>
          <p:nvPr/>
        </p:nvSpPr>
        <p:spPr>
          <a:xfrm>
            <a:off x="10275454" y="5105272"/>
            <a:ext cx="50799" cy="12700"/>
          </a:xfrm>
          <a:prstGeom prst="rect">
            <a:avLst/>
          </a:prstGeom>
          <a:solidFill>
            <a:srgbClr val="1A1A16"/>
          </a:solidFill>
          <a:ln w="12700">
            <a:solidFill>
              <a:srgbClr val="1A1A16"/>
            </a:solidFill>
            <a:prstDash val="solid"/>
          </a:ln>
        </p:spPr>
      </p:sp>
      <p:sp>
        <p:nvSpPr>
          <p:cNvPr id="109" name="Shape 107"/>
          <p:cNvSpPr/>
          <p:nvPr/>
        </p:nvSpPr>
        <p:spPr>
          <a:xfrm>
            <a:off x="10346008" y="5105272"/>
            <a:ext cx="50799" cy="12700"/>
          </a:xfrm>
          <a:prstGeom prst="rect">
            <a:avLst/>
          </a:prstGeom>
          <a:solidFill>
            <a:srgbClr val="1A1A16"/>
          </a:solidFill>
          <a:ln w="12700">
            <a:solidFill>
              <a:srgbClr val="1A1A16"/>
            </a:solidFill>
            <a:prstDash val="solid"/>
          </a:ln>
        </p:spPr>
      </p:sp>
      <p:sp>
        <p:nvSpPr>
          <p:cNvPr id="110" name="Shape 108"/>
          <p:cNvSpPr/>
          <p:nvPr/>
        </p:nvSpPr>
        <p:spPr>
          <a:xfrm>
            <a:off x="10416562" y="5105272"/>
            <a:ext cx="50799" cy="12700"/>
          </a:xfrm>
          <a:prstGeom prst="rect">
            <a:avLst/>
          </a:prstGeom>
          <a:solidFill>
            <a:srgbClr val="1A1A16"/>
          </a:solidFill>
          <a:ln w="12700">
            <a:solidFill>
              <a:srgbClr val="1A1A16"/>
            </a:solidFill>
            <a:prstDash val="solid"/>
          </a:ln>
        </p:spPr>
      </p:sp>
      <p:sp>
        <p:nvSpPr>
          <p:cNvPr id="111" name="Shape 109"/>
          <p:cNvSpPr/>
          <p:nvPr/>
        </p:nvSpPr>
        <p:spPr>
          <a:xfrm>
            <a:off x="10487116" y="5105272"/>
            <a:ext cx="50799" cy="12700"/>
          </a:xfrm>
          <a:prstGeom prst="rect">
            <a:avLst/>
          </a:prstGeom>
          <a:solidFill>
            <a:srgbClr val="1A1A16"/>
          </a:solidFill>
          <a:ln w="12700">
            <a:solidFill>
              <a:srgbClr val="1A1A16"/>
            </a:solidFill>
            <a:prstDash val="solid"/>
          </a:ln>
        </p:spPr>
      </p:sp>
      <p:sp>
        <p:nvSpPr>
          <p:cNvPr id="112" name="Shape 110"/>
          <p:cNvSpPr/>
          <p:nvPr/>
        </p:nvSpPr>
        <p:spPr>
          <a:xfrm>
            <a:off x="10557669" y="5105272"/>
            <a:ext cx="50799" cy="12700"/>
          </a:xfrm>
          <a:prstGeom prst="rect">
            <a:avLst/>
          </a:prstGeom>
          <a:solidFill>
            <a:srgbClr val="1A1A16"/>
          </a:solidFill>
          <a:ln w="12700">
            <a:solidFill>
              <a:srgbClr val="1A1A16"/>
            </a:solidFill>
            <a:prstDash val="solid"/>
          </a:ln>
        </p:spPr>
      </p:sp>
      <p:sp>
        <p:nvSpPr>
          <p:cNvPr id="113" name="Shape 111"/>
          <p:cNvSpPr/>
          <p:nvPr/>
        </p:nvSpPr>
        <p:spPr>
          <a:xfrm>
            <a:off x="10628223" y="5105272"/>
            <a:ext cx="50799" cy="12700"/>
          </a:xfrm>
          <a:prstGeom prst="rect">
            <a:avLst/>
          </a:prstGeom>
          <a:solidFill>
            <a:srgbClr val="1A1A16"/>
          </a:solidFill>
          <a:ln w="12700">
            <a:solidFill>
              <a:srgbClr val="1A1A16"/>
            </a:solidFill>
            <a:prstDash val="solid"/>
          </a:ln>
        </p:spPr>
      </p:sp>
      <p:sp>
        <p:nvSpPr>
          <p:cNvPr id="114" name="Shape 112"/>
          <p:cNvSpPr/>
          <p:nvPr/>
        </p:nvSpPr>
        <p:spPr>
          <a:xfrm>
            <a:off x="10698777" y="5105272"/>
            <a:ext cx="50799" cy="12700"/>
          </a:xfrm>
          <a:prstGeom prst="rect">
            <a:avLst/>
          </a:prstGeom>
          <a:solidFill>
            <a:srgbClr val="1A1A16"/>
          </a:solidFill>
          <a:ln w="12700">
            <a:solidFill>
              <a:srgbClr val="1A1A16"/>
            </a:solidFill>
            <a:prstDash val="solid"/>
          </a:ln>
        </p:spPr>
      </p:sp>
      <p:sp>
        <p:nvSpPr>
          <p:cNvPr id="115" name="Shape 113"/>
          <p:cNvSpPr/>
          <p:nvPr/>
        </p:nvSpPr>
        <p:spPr>
          <a:xfrm>
            <a:off x="10769331" y="5105272"/>
            <a:ext cx="50799" cy="12700"/>
          </a:xfrm>
          <a:prstGeom prst="rect">
            <a:avLst/>
          </a:prstGeom>
          <a:solidFill>
            <a:srgbClr val="1A1A16"/>
          </a:solidFill>
          <a:ln w="12700">
            <a:solidFill>
              <a:srgbClr val="1A1A16"/>
            </a:solidFill>
            <a:prstDash val="solid"/>
          </a:ln>
        </p:spPr>
      </p:sp>
      <p:sp>
        <p:nvSpPr>
          <p:cNvPr id="116" name="Shape 114"/>
          <p:cNvSpPr/>
          <p:nvPr/>
        </p:nvSpPr>
        <p:spPr>
          <a:xfrm>
            <a:off x="10839885" y="5105272"/>
            <a:ext cx="50799" cy="12700"/>
          </a:xfrm>
          <a:prstGeom prst="rect">
            <a:avLst/>
          </a:prstGeom>
          <a:solidFill>
            <a:srgbClr val="1A1A16"/>
          </a:solidFill>
          <a:ln w="12700">
            <a:solidFill>
              <a:srgbClr val="1A1A16"/>
            </a:solidFill>
            <a:prstDash val="solid"/>
          </a:ln>
        </p:spPr>
      </p:sp>
      <p:sp>
        <p:nvSpPr>
          <p:cNvPr id="117" name="Shape 115"/>
          <p:cNvSpPr/>
          <p:nvPr/>
        </p:nvSpPr>
        <p:spPr>
          <a:xfrm>
            <a:off x="10910438" y="5105272"/>
            <a:ext cx="50799" cy="12700"/>
          </a:xfrm>
          <a:prstGeom prst="rect">
            <a:avLst/>
          </a:prstGeom>
          <a:solidFill>
            <a:srgbClr val="1A1A16"/>
          </a:solidFill>
          <a:ln w="12700">
            <a:solidFill>
              <a:srgbClr val="1A1A16"/>
            </a:solidFill>
            <a:prstDash val="solid"/>
          </a:ln>
        </p:spPr>
      </p:sp>
      <p:sp>
        <p:nvSpPr>
          <p:cNvPr id="118" name="Shape 116"/>
          <p:cNvSpPr/>
          <p:nvPr/>
        </p:nvSpPr>
        <p:spPr>
          <a:xfrm>
            <a:off x="10980992" y="5105272"/>
            <a:ext cx="50799" cy="12700"/>
          </a:xfrm>
          <a:prstGeom prst="rect">
            <a:avLst/>
          </a:prstGeom>
          <a:solidFill>
            <a:srgbClr val="1A1A16"/>
          </a:solidFill>
          <a:ln w="12700">
            <a:solidFill>
              <a:srgbClr val="1A1A16"/>
            </a:solidFill>
            <a:prstDash val="solid"/>
          </a:ln>
        </p:spPr>
      </p:sp>
      <p:sp>
        <p:nvSpPr>
          <p:cNvPr id="119" name="Shape 117"/>
          <p:cNvSpPr/>
          <p:nvPr/>
        </p:nvSpPr>
        <p:spPr>
          <a:xfrm>
            <a:off x="11051546" y="5105272"/>
            <a:ext cx="50799" cy="12700"/>
          </a:xfrm>
          <a:prstGeom prst="rect">
            <a:avLst/>
          </a:prstGeom>
          <a:solidFill>
            <a:srgbClr val="1A1A16"/>
          </a:solidFill>
          <a:ln w="12700">
            <a:solidFill>
              <a:srgbClr val="1A1A16"/>
            </a:solidFill>
            <a:prstDash val="solid"/>
          </a:ln>
        </p:spPr>
      </p:sp>
      <p:sp>
        <p:nvSpPr>
          <p:cNvPr id="120" name="Shape 118"/>
          <p:cNvSpPr/>
          <p:nvPr/>
        </p:nvSpPr>
        <p:spPr>
          <a:xfrm>
            <a:off x="11122100" y="5105272"/>
            <a:ext cx="50799" cy="12700"/>
          </a:xfrm>
          <a:prstGeom prst="rect">
            <a:avLst/>
          </a:prstGeom>
          <a:solidFill>
            <a:srgbClr val="1A1A16"/>
          </a:solidFill>
          <a:ln w="12700">
            <a:solidFill>
              <a:srgbClr val="1A1A16"/>
            </a:solidFill>
            <a:prstDash val="solid"/>
          </a:ln>
        </p:spPr>
      </p:sp>
      <p:sp>
        <p:nvSpPr>
          <p:cNvPr id="121" name="Shape 119"/>
          <p:cNvSpPr/>
          <p:nvPr/>
        </p:nvSpPr>
        <p:spPr>
          <a:xfrm>
            <a:off x="11192654" y="5105272"/>
            <a:ext cx="50799" cy="12700"/>
          </a:xfrm>
          <a:prstGeom prst="rect">
            <a:avLst/>
          </a:prstGeom>
          <a:solidFill>
            <a:srgbClr val="1A1A16"/>
          </a:solidFill>
          <a:ln w="12700">
            <a:solidFill>
              <a:srgbClr val="1A1A16"/>
            </a:solidFill>
            <a:prstDash val="solid"/>
          </a:ln>
        </p:spPr>
      </p:sp>
      <p:sp>
        <p:nvSpPr>
          <p:cNvPr id="122" name="Shape 120"/>
          <p:cNvSpPr/>
          <p:nvPr/>
        </p:nvSpPr>
        <p:spPr>
          <a:xfrm>
            <a:off x="11263207" y="5105272"/>
            <a:ext cx="50799" cy="12700"/>
          </a:xfrm>
          <a:prstGeom prst="rect">
            <a:avLst/>
          </a:prstGeom>
          <a:solidFill>
            <a:srgbClr val="1A1A16"/>
          </a:solidFill>
          <a:ln w="12700">
            <a:solidFill>
              <a:srgbClr val="1A1A16"/>
            </a:solidFill>
            <a:prstDash val="solid"/>
          </a:ln>
        </p:spPr>
      </p:sp>
      <p:sp>
        <p:nvSpPr>
          <p:cNvPr id="123" name="Shape 121"/>
          <p:cNvSpPr/>
          <p:nvPr/>
        </p:nvSpPr>
        <p:spPr>
          <a:xfrm>
            <a:off x="11333761" y="5105272"/>
            <a:ext cx="50799" cy="12700"/>
          </a:xfrm>
          <a:prstGeom prst="rect">
            <a:avLst/>
          </a:prstGeom>
          <a:solidFill>
            <a:srgbClr val="1A1A16"/>
          </a:solidFill>
          <a:ln w="12700">
            <a:solidFill>
              <a:srgbClr val="1A1A16"/>
            </a:solidFill>
            <a:prstDash val="solid"/>
          </a:ln>
        </p:spPr>
      </p:sp>
      <p:sp>
        <p:nvSpPr>
          <p:cNvPr id="124" name="Shape 122"/>
          <p:cNvSpPr/>
          <p:nvPr/>
        </p:nvSpPr>
        <p:spPr>
          <a:xfrm>
            <a:off x="11404315" y="5105272"/>
            <a:ext cx="50799" cy="12700"/>
          </a:xfrm>
          <a:prstGeom prst="rect">
            <a:avLst/>
          </a:prstGeom>
          <a:solidFill>
            <a:srgbClr val="1A1A16"/>
          </a:solidFill>
          <a:ln w="12700">
            <a:solidFill>
              <a:srgbClr val="1A1A16"/>
            </a:solidFill>
            <a:prstDash val="solid"/>
          </a:ln>
        </p:spPr>
      </p:sp>
      <p:sp>
        <p:nvSpPr>
          <p:cNvPr id="125" name="Shape 123"/>
          <p:cNvSpPr/>
          <p:nvPr/>
        </p:nvSpPr>
        <p:spPr>
          <a:xfrm>
            <a:off x="8153196" y="5117972"/>
            <a:ext cx="3378116" cy="0"/>
          </a:xfrm>
          <a:prstGeom prst="line">
            <a:avLst/>
          </a:prstGeom>
          <a:noFill/>
          <a:ln w="8890">
            <a:solidFill>
              <a:srgbClr val="8A8A80"/>
            </a:solidFill>
            <a:prstDash val="solid"/>
          </a:ln>
        </p:spPr>
      </p:sp>
      <p:sp>
        <p:nvSpPr>
          <p:cNvPr id="126" name="Text 124"/>
          <p:cNvSpPr txBox="1"/>
          <p:nvPr/>
        </p:nvSpPr>
        <p:spPr>
          <a:xfrm>
            <a:off x="8254794" y="3670208"/>
            <a:ext cx="3301917"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sorted by what removing one costs</a:t>
            </a:r>
            <a:endParaRPr lang="en-US" sz="1000" dirty="0"/>
          </a:p>
        </p:txBody>
      </p:sp>
      <p:sp>
        <p:nvSpPr>
          <p:cNvPr id="127" name="Shape 125"/>
          <p:cNvSpPr/>
          <p:nvPr/>
        </p:nvSpPr>
        <p:spPr>
          <a:xfrm>
            <a:off x="9416109" y="3860703"/>
            <a:ext cx="0" cy="1308067"/>
          </a:xfrm>
          <a:prstGeom prst="line">
            <a:avLst/>
          </a:prstGeom>
          <a:noFill/>
          <a:ln w="10160">
            <a:solidFill>
              <a:srgbClr val="1A1A16"/>
            </a:solidFill>
            <a:prstDash val="solid"/>
          </a:ln>
        </p:spPr>
      </p:sp>
      <p:sp>
        <p:nvSpPr>
          <p:cNvPr id="128" name="Text 126"/>
          <p:cNvSpPr txBox="1"/>
          <p:nvPr/>
        </p:nvSpPr>
        <p:spPr>
          <a:xfrm>
            <a:off x="9492307" y="3860703"/>
            <a:ext cx="2666933" cy="215895"/>
          </a:xfrm>
          <a:prstGeom prst="rect">
            <a:avLst/>
          </a:prstGeom>
          <a:noFill/>
          <a:ln/>
        </p:spPr>
        <p:txBody>
          <a:bodyPr wrap="square" lIns="0" tIns="0" rIns="0" bIns="0" rtlCol="0" anchor="t"/>
          <a:lstStyle/>
          <a:p>
            <a:pPr algn="l" indent="0" marL="0">
              <a:buNone/>
            </a:pPr>
            <a:r>
              <a:rPr lang="en-US" sz="1000" dirty="0">
                <a:solidFill>
                  <a:srgbClr val="1A1A16"/>
                </a:solidFill>
                <a:latin typeface="Calibri" pitchFamily="34" charset="0"/>
                <a:ea typeface="Calibri" pitchFamily="34" charset="-122"/>
                <a:cs typeface="Calibri" pitchFamily="34" charset="-120"/>
              </a:rPr>
              <a:t>29 cost nothing alone</a:t>
            </a:r>
            <a:endParaRPr lang="en-US" sz="1000" dirty="0"/>
          </a:p>
        </p:txBody>
      </p:sp>
      <p:sp>
        <p:nvSpPr>
          <p:cNvPr id="129" name="Text 127"/>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29 FREE ON THEIR OWN · TOGETHER THEY COST 14 CLAIMS</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967889" y="1511262"/>
            <a:ext cx="1544599" cy="446830"/>
          </a:xfrm>
          <a:prstGeom prst="line">
            <a:avLst/>
          </a:prstGeom>
          <a:noFill/>
          <a:ln w="36829">
            <a:solidFill>
              <a:srgbClr val="1A1A16"/>
            </a:solidFill>
            <a:prstDash val="solid"/>
          </a:ln>
        </p:spPr>
      </p:sp>
      <p:sp>
        <p:nvSpPr>
          <p:cNvPr id="3" name="Shape 1"/>
          <p:cNvSpPr/>
          <p:nvPr/>
        </p:nvSpPr>
        <p:spPr>
          <a:xfrm>
            <a:off x="5512488" y="1958093"/>
            <a:ext cx="0" cy="446830"/>
          </a:xfrm>
          <a:prstGeom prst="line">
            <a:avLst/>
          </a:prstGeom>
          <a:noFill/>
          <a:ln w="21183">
            <a:solidFill>
              <a:srgbClr val="7A7A78"/>
            </a:solidFill>
            <a:prstDash val="solid"/>
          </a:ln>
        </p:spPr>
      </p:sp>
      <p:sp>
        <p:nvSpPr>
          <p:cNvPr id="4" name="Shape 2"/>
          <p:cNvSpPr/>
          <p:nvPr/>
        </p:nvSpPr>
        <p:spPr>
          <a:xfrm>
            <a:off x="5512488" y="2404923"/>
            <a:ext cx="207418" cy="446830"/>
          </a:xfrm>
          <a:prstGeom prst="line">
            <a:avLst/>
          </a:prstGeom>
          <a:noFill/>
          <a:ln w="16713">
            <a:solidFill>
              <a:srgbClr val="969694"/>
            </a:solidFill>
            <a:prstDash val="solid"/>
          </a:ln>
        </p:spPr>
      </p:sp>
      <p:sp>
        <p:nvSpPr>
          <p:cNvPr id="5" name="Shape 3"/>
          <p:cNvSpPr/>
          <p:nvPr/>
        </p:nvSpPr>
        <p:spPr>
          <a:xfrm>
            <a:off x="5719905" y="2851753"/>
            <a:ext cx="-1959434" cy="893661"/>
          </a:xfrm>
          <a:prstGeom prst="line">
            <a:avLst/>
          </a:prstGeom>
          <a:noFill/>
          <a:ln w="13360">
            <a:solidFill>
              <a:srgbClr val="AAAAA9"/>
            </a:solidFill>
            <a:prstDash val="solid"/>
          </a:ln>
        </p:spPr>
      </p:sp>
      <p:sp>
        <p:nvSpPr>
          <p:cNvPr id="6" name="Shape 4"/>
          <p:cNvSpPr/>
          <p:nvPr/>
        </p:nvSpPr>
        <p:spPr>
          <a:xfrm>
            <a:off x="3760471" y="3745414"/>
            <a:ext cx="-1315116" cy="446830"/>
          </a:xfrm>
          <a:prstGeom prst="line">
            <a:avLst/>
          </a:prstGeom>
          <a:noFill/>
          <a:ln w="12242">
            <a:solidFill>
              <a:srgbClr val="B1B1B0"/>
            </a:solidFill>
            <a:prstDash val="solid"/>
          </a:ln>
        </p:spPr>
      </p:sp>
      <p:sp>
        <p:nvSpPr>
          <p:cNvPr id="7" name="Shape 5"/>
          <p:cNvSpPr/>
          <p:nvPr/>
        </p:nvSpPr>
        <p:spPr>
          <a:xfrm>
            <a:off x="3967889" y="1511262"/>
            <a:ext cx="3111263" cy="1340491"/>
          </a:xfrm>
          <a:prstGeom prst="line">
            <a:avLst/>
          </a:prstGeom>
          <a:noFill/>
          <a:ln w="11125">
            <a:solidFill>
              <a:srgbClr val="B8B8B7"/>
            </a:solidFill>
            <a:prstDash val="solid"/>
          </a:ln>
        </p:spPr>
      </p:sp>
      <p:sp>
        <p:nvSpPr>
          <p:cNvPr id="8" name="Shape 6"/>
          <p:cNvSpPr/>
          <p:nvPr/>
        </p:nvSpPr>
        <p:spPr>
          <a:xfrm>
            <a:off x="2445356" y="4192245"/>
            <a:ext cx="-1315116" cy="446830"/>
          </a:xfrm>
          <a:prstGeom prst="line">
            <a:avLst/>
          </a:prstGeom>
          <a:noFill/>
          <a:ln w="11125">
            <a:solidFill>
              <a:srgbClr val="B8B8B7"/>
            </a:solidFill>
            <a:prstDash val="solid"/>
          </a:ln>
        </p:spPr>
      </p:sp>
      <p:sp>
        <p:nvSpPr>
          <p:cNvPr id="9" name="Shape 7"/>
          <p:cNvSpPr/>
          <p:nvPr/>
        </p:nvSpPr>
        <p:spPr>
          <a:xfrm>
            <a:off x="2030520" y="3745414"/>
            <a:ext cx="414835" cy="0"/>
          </a:xfrm>
          <a:prstGeom prst="line">
            <a:avLst/>
          </a:prstGeom>
          <a:noFill/>
          <a:ln w="10007">
            <a:solidFill>
              <a:srgbClr val="BFBFBE"/>
            </a:solidFill>
            <a:prstDash val="solid"/>
          </a:ln>
        </p:spPr>
      </p:sp>
      <p:sp>
        <p:nvSpPr>
          <p:cNvPr id="10" name="Shape 8"/>
          <p:cNvSpPr/>
          <p:nvPr/>
        </p:nvSpPr>
        <p:spPr>
          <a:xfrm>
            <a:off x="5512488" y="1958093"/>
            <a:ext cx="-1544599" cy="446830"/>
          </a:xfrm>
          <a:prstGeom prst="line">
            <a:avLst/>
          </a:prstGeom>
          <a:noFill/>
          <a:ln w="10007">
            <a:solidFill>
              <a:srgbClr val="BFBFBE"/>
            </a:solidFill>
            <a:prstDash val="solid"/>
          </a:ln>
        </p:spPr>
      </p:sp>
      <p:sp>
        <p:nvSpPr>
          <p:cNvPr id="11" name="Shape 9"/>
          <p:cNvSpPr/>
          <p:nvPr/>
        </p:nvSpPr>
        <p:spPr>
          <a:xfrm>
            <a:off x="1130240" y="4639075"/>
            <a:ext cx="-207418" cy="446830"/>
          </a:xfrm>
          <a:prstGeom prst="line">
            <a:avLst/>
          </a:prstGeom>
          <a:noFill/>
          <a:ln w="10007">
            <a:solidFill>
              <a:srgbClr val="BFBFBE"/>
            </a:solidFill>
            <a:prstDash val="solid"/>
          </a:ln>
        </p:spPr>
      </p:sp>
      <p:sp>
        <p:nvSpPr>
          <p:cNvPr id="12" name="Shape 10"/>
          <p:cNvSpPr/>
          <p:nvPr/>
        </p:nvSpPr>
        <p:spPr>
          <a:xfrm>
            <a:off x="715405" y="4639075"/>
            <a:ext cx="-207418" cy="446830"/>
          </a:xfrm>
          <a:prstGeom prst="line">
            <a:avLst/>
          </a:prstGeom>
          <a:noFill/>
          <a:ln w="10007">
            <a:solidFill>
              <a:srgbClr val="BFBFBE"/>
            </a:solidFill>
            <a:prstDash val="solid"/>
          </a:ln>
        </p:spPr>
      </p:sp>
      <p:sp>
        <p:nvSpPr>
          <p:cNvPr id="13" name="Shape 11"/>
          <p:cNvSpPr/>
          <p:nvPr/>
        </p:nvSpPr>
        <p:spPr>
          <a:xfrm>
            <a:off x="3967889" y="2851753"/>
            <a:ext cx="0" cy="446830"/>
          </a:xfrm>
          <a:prstGeom prst="line">
            <a:avLst/>
          </a:prstGeom>
          <a:noFill/>
          <a:ln w="10007">
            <a:solidFill>
              <a:srgbClr val="BFBFBE"/>
            </a:solidFill>
            <a:prstDash val="solid"/>
          </a:ln>
        </p:spPr>
      </p:sp>
      <p:sp>
        <p:nvSpPr>
          <p:cNvPr id="14" name="Shape 12"/>
          <p:cNvSpPr/>
          <p:nvPr/>
        </p:nvSpPr>
        <p:spPr>
          <a:xfrm>
            <a:off x="7079152" y="2851753"/>
            <a:ext cx="0" cy="2234152"/>
          </a:xfrm>
          <a:prstGeom prst="line">
            <a:avLst/>
          </a:prstGeom>
          <a:noFill/>
          <a:ln w="10007">
            <a:solidFill>
              <a:srgbClr val="BFBFBE"/>
            </a:solidFill>
            <a:prstDash val="solid"/>
          </a:ln>
        </p:spPr>
      </p:sp>
      <p:sp>
        <p:nvSpPr>
          <p:cNvPr id="15" name="Shape 13"/>
          <p:cNvSpPr/>
          <p:nvPr/>
        </p:nvSpPr>
        <p:spPr>
          <a:xfrm>
            <a:off x="5719905" y="2851753"/>
            <a:ext cx="-207418" cy="446830"/>
          </a:xfrm>
          <a:prstGeom prst="line">
            <a:avLst/>
          </a:prstGeom>
          <a:noFill/>
          <a:ln w="10007">
            <a:solidFill>
              <a:srgbClr val="BFBFBE"/>
            </a:solidFill>
            <a:prstDash val="solid"/>
          </a:ln>
        </p:spPr>
      </p:sp>
      <p:sp>
        <p:nvSpPr>
          <p:cNvPr id="16" name="Shape 14"/>
          <p:cNvSpPr/>
          <p:nvPr/>
        </p:nvSpPr>
        <p:spPr>
          <a:xfrm>
            <a:off x="5719905" y="2851753"/>
            <a:ext cx="-207418" cy="2234152"/>
          </a:xfrm>
          <a:prstGeom prst="line">
            <a:avLst/>
          </a:prstGeom>
          <a:noFill/>
          <a:ln w="10007">
            <a:solidFill>
              <a:srgbClr val="BFBFBE"/>
            </a:solidFill>
            <a:prstDash val="solid"/>
          </a:ln>
        </p:spPr>
      </p:sp>
      <p:sp>
        <p:nvSpPr>
          <p:cNvPr id="17" name="Shape 15"/>
          <p:cNvSpPr/>
          <p:nvPr/>
        </p:nvSpPr>
        <p:spPr>
          <a:xfrm>
            <a:off x="5512488" y="2404923"/>
            <a:ext cx="0" cy="1340491"/>
          </a:xfrm>
          <a:prstGeom prst="line">
            <a:avLst/>
          </a:prstGeom>
          <a:noFill/>
          <a:ln w="10007">
            <a:solidFill>
              <a:srgbClr val="BFBFBE"/>
            </a:solidFill>
            <a:prstDash val="solid"/>
          </a:ln>
        </p:spPr>
      </p:sp>
      <p:sp>
        <p:nvSpPr>
          <p:cNvPr id="18" name="Shape 16"/>
          <p:cNvSpPr/>
          <p:nvPr/>
        </p:nvSpPr>
        <p:spPr>
          <a:xfrm>
            <a:off x="5512488" y="2404923"/>
            <a:ext cx="-207418" cy="446830"/>
          </a:xfrm>
          <a:prstGeom prst="line">
            <a:avLst/>
          </a:prstGeom>
          <a:noFill/>
          <a:ln w="10007">
            <a:solidFill>
              <a:srgbClr val="BFBFBE"/>
            </a:solidFill>
            <a:prstDash val="solid"/>
          </a:ln>
        </p:spPr>
      </p:sp>
      <p:sp>
        <p:nvSpPr>
          <p:cNvPr id="19" name="Shape 17"/>
          <p:cNvSpPr/>
          <p:nvPr/>
        </p:nvSpPr>
        <p:spPr>
          <a:xfrm>
            <a:off x="3967889" y="3298584"/>
            <a:ext cx="-1522533" cy="446830"/>
          </a:xfrm>
          <a:prstGeom prst="line">
            <a:avLst/>
          </a:prstGeom>
          <a:noFill/>
          <a:ln w="8890">
            <a:solidFill>
              <a:srgbClr val="C6C6C5"/>
            </a:solidFill>
            <a:prstDash val="solid"/>
          </a:ln>
        </p:spPr>
      </p:sp>
      <p:sp>
        <p:nvSpPr>
          <p:cNvPr id="20" name="Shape 18"/>
          <p:cNvSpPr/>
          <p:nvPr/>
        </p:nvSpPr>
        <p:spPr>
          <a:xfrm>
            <a:off x="7079152" y="2851753"/>
            <a:ext cx="0" cy="893661"/>
          </a:xfrm>
          <a:prstGeom prst="line">
            <a:avLst/>
          </a:prstGeom>
          <a:noFill/>
          <a:ln w="8890">
            <a:solidFill>
              <a:srgbClr val="C6C6C5"/>
            </a:solidFill>
            <a:prstDash val="solid"/>
          </a:ln>
        </p:spPr>
      </p:sp>
      <p:sp>
        <p:nvSpPr>
          <p:cNvPr id="21" name="Shape 19"/>
          <p:cNvSpPr/>
          <p:nvPr/>
        </p:nvSpPr>
        <p:spPr>
          <a:xfrm>
            <a:off x="2030520" y="4192245"/>
            <a:ext cx="414835" cy="0"/>
          </a:xfrm>
          <a:prstGeom prst="line">
            <a:avLst/>
          </a:prstGeom>
          <a:noFill/>
          <a:ln w="8890">
            <a:solidFill>
              <a:srgbClr val="C6C6C5"/>
            </a:solidFill>
            <a:prstDash val="solid"/>
          </a:ln>
        </p:spPr>
      </p:sp>
      <p:sp>
        <p:nvSpPr>
          <p:cNvPr id="22" name="Shape 20"/>
          <p:cNvSpPr/>
          <p:nvPr/>
        </p:nvSpPr>
        <p:spPr>
          <a:xfrm>
            <a:off x="2030520" y="4192245"/>
            <a:ext cx="-1315116" cy="446830"/>
          </a:xfrm>
          <a:prstGeom prst="line">
            <a:avLst/>
          </a:prstGeom>
          <a:noFill/>
          <a:ln w="8890">
            <a:solidFill>
              <a:srgbClr val="C6C6C5"/>
            </a:solidFill>
            <a:prstDash val="solid"/>
          </a:ln>
        </p:spPr>
      </p:sp>
      <p:sp>
        <p:nvSpPr>
          <p:cNvPr id="23" name="Shape 21"/>
          <p:cNvSpPr/>
          <p:nvPr/>
        </p:nvSpPr>
        <p:spPr>
          <a:xfrm>
            <a:off x="2030520" y="4192245"/>
            <a:ext cx="414835" cy="446830"/>
          </a:xfrm>
          <a:prstGeom prst="line">
            <a:avLst/>
          </a:prstGeom>
          <a:noFill/>
          <a:ln w="8890">
            <a:solidFill>
              <a:srgbClr val="C6C6C5"/>
            </a:solidFill>
            <a:prstDash val="solid"/>
          </a:ln>
        </p:spPr>
      </p:sp>
      <p:sp>
        <p:nvSpPr>
          <p:cNvPr id="24" name="Shape 22"/>
          <p:cNvSpPr/>
          <p:nvPr/>
        </p:nvSpPr>
        <p:spPr>
          <a:xfrm>
            <a:off x="2030520" y="4192245"/>
            <a:ext cx="414835" cy="893661"/>
          </a:xfrm>
          <a:prstGeom prst="line">
            <a:avLst/>
          </a:prstGeom>
          <a:noFill/>
          <a:ln w="8890">
            <a:solidFill>
              <a:srgbClr val="C6C6C5"/>
            </a:solidFill>
            <a:prstDash val="solid"/>
          </a:ln>
        </p:spPr>
      </p:sp>
      <p:sp>
        <p:nvSpPr>
          <p:cNvPr id="25" name="Shape 23"/>
          <p:cNvSpPr/>
          <p:nvPr/>
        </p:nvSpPr>
        <p:spPr>
          <a:xfrm>
            <a:off x="3967889" y="2851753"/>
            <a:ext cx="1337181" cy="0"/>
          </a:xfrm>
          <a:prstGeom prst="line">
            <a:avLst/>
          </a:prstGeom>
          <a:noFill/>
          <a:ln w="8890">
            <a:solidFill>
              <a:srgbClr val="C6C6C5"/>
            </a:solidFill>
            <a:prstDash val="solid"/>
          </a:ln>
        </p:spPr>
      </p:sp>
      <p:sp>
        <p:nvSpPr>
          <p:cNvPr id="26" name="Shape 24"/>
          <p:cNvSpPr/>
          <p:nvPr/>
        </p:nvSpPr>
        <p:spPr>
          <a:xfrm>
            <a:off x="5305070" y="2851753"/>
            <a:ext cx="-1129764" cy="893661"/>
          </a:xfrm>
          <a:prstGeom prst="line">
            <a:avLst/>
          </a:prstGeom>
          <a:noFill/>
          <a:ln w="8890">
            <a:solidFill>
              <a:srgbClr val="C6C6C5"/>
            </a:solidFill>
            <a:prstDash val="solid"/>
          </a:ln>
        </p:spPr>
      </p:sp>
      <p:sp>
        <p:nvSpPr>
          <p:cNvPr id="27" name="Shape 25"/>
          <p:cNvSpPr/>
          <p:nvPr/>
        </p:nvSpPr>
        <p:spPr>
          <a:xfrm>
            <a:off x="2860191" y="3745414"/>
            <a:ext cx="1315116" cy="0"/>
          </a:xfrm>
          <a:prstGeom prst="line">
            <a:avLst/>
          </a:prstGeom>
          <a:noFill/>
          <a:ln w="8890">
            <a:solidFill>
              <a:srgbClr val="C6C6C5"/>
            </a:solidFill>
            <a:prstDash val="solid"/>
          </a:ln>
        </p:spPr>
      </p:sp>
      <p:sp>
        <p:nvSpPr>
          <p:cNvPr id="28" name="Shape 26"/>
          <p:cNvSpPr/>
          <p:nvPr/>
        </p:nvSpPr>
        <p:spPr>
          <a:xfrm>
            <a:off x="2030520" y="3745414"/>
            <a:ext cx="829670" cy="446830"/>
          </a:xfrm>
          <a:prstGeom prst="line">
            <a:avLst/>
          </a:prstGeom>
          <a:noFill/>
          <a:ln w="8890">
            <a:solidFill>
              <a:srgbClr val="C6C6C5"/>
            </a:solidFill>
            <a:prstDash val="solid"/>
          </a:ln>
        </p:spPr>
      </p:sp>
      <p:sp>
        <p:nvSpPr>
          <p:cNvPr id="29" name="Shape 27"/>
          <p:cNvSpPr/>
          <p:nvPr/>
        </p:nvSpPr>
        <p:spPr>
          <a:xfrm>
            <a:off x="2030520" y="3745414"/>
            <a:ext cx="-692863" cy="1340491"/>
          </a:xfrm>
          <a:prstGeom prst="line">
            <a:avLst/>
          </a:prstGeom>
          <a:noFill/>
          <a:ln w="8890">
            <a:solidFill>
              <a:srgbClr val="C6C6C5"/>
            </a:solidFill>
            <a:prstDash val="solid"/>
          </a:ln>
        </p:spPr>
      </p:sp>
      <p:sp>
        <p:nvSpPr>
          <p:cNvPr id="30" name="Shape 28"/>
          <p:cNvSpPr/>
          <p:nvPr/>
        </p:nvSpPr>
        <p:spPr>
          <a:xfrm>
            <a:off x="5455339" y="3688266"/>
            <a:ext cx="114297" cy="114297"/>
          </a:xfrm>
          <a:prstGeom prst="ellipse">
            <a:avLst/>
          </a:prstGeom>
          <a:solidFill>
            <a:srgbClr val="FFFFFF"/>
          </a:solidFill>
          <a:ln w="12700">
            <a:solidFill>
              <a:srgbClr val="1A1A16"/>
            </a:solidFill>
            <a:prstDash val="solid"/>
          </a:ln>
        </p:spPr>
      </p:sp>
      <p:sp>
        <p:nvSpPr>
          <p:cNvPr id="31" name="Shape 29"/>
          <p:cNvSpPr/>
          <p:nvPr/>
        </p:nvSpPr>
        <p:spPr>
          <a:xfrm>
            <a:off x="2803042" y="4135096"/>
            <a:ext cx="114297" cy="114297"/>
          </a:xfrm>
          <a:prstGeom prst="ellipse">
            <a:avLst/>
          </a:prstGeom>
          <a:solidFill>
            <a:srgbClr val="FFFFFF"/>
          </a:solidFill>
          <a:ln w="12700">
            <a:solidFill>
              <a:srgbClr val="1A1A16"/>
            </a:solidFill>
            <a:prstDash val="solid"/>
          </a:ln>
        </p:spPr>
      </p:sp>
      <p:sp>
        <p:nvSpPr>
          <p:cNvPr id="32" name="Shape 30"/>
          <p:cNvSpPr/>
          <p:nvPr/>
        </p:nvSpPr>
        <p:spPr>
          <a:xfrm>
            <a:off x="5462133" y="3247944"/>
            <a:ext cx="100962" cy="101597"/>
          </a:xfrm>
          <a:prstGeom prst="rect">
            <a:avLst/>
          </a:prstGeom>
          <a:solidFill>
            <a:srgbClr val="FFFFFF"/>
          </a:solidFill>
          <a:ln w="12700">
            <a:solidFill>
              <a:srgbClr val="1A1A16"/>
            </a:solidFill>
            <a:prstDash val="solid"/>
          </a:ln>
        </p:spPr>
      </p:sp>
      <p:sp>
        <p:nvSpPr>
          <p:cNvPr id="33" name="Shape 31"/>
          <p:cNvSpPr/>
          <p:nvPr/>
        </p:nvSpPr>
        <p:spPr>
          <a:xfrm>
            <a:off x="5441179" y="1886538"/>
            <a:ext cx="142871" cy="142871"/>
          </a:xfrm>
          <a:prstGeom prst="diamond">
            <a:avLst/>
          </a:prstGeom>
          <a:solidFill>
            <a:srgbClr val="FFFFFF"/>
          </a:solidFill>
          <a:ln w="12700">
            <a:solidFill>
              <a:srgbClr val="1A1A16"/>
            </a:solidFill>
            <a:prstDash val="solid"/>
          </a:ln>
        </p:spPr>
      </p:sp>
      <p:sp>
        <p:nvSpPr>
          <p:cNvPr id="34" name="Shape 32"/>
          <p:cNvSpPr/>
          <p:nvPr/>
        </p:nvSpPr>
        <p:spPr>
          <a:xfrm>
            <a:off x="2388207" y="4135096"/>
            <a:ext cx="114297" cy="114297"/>
          </a:xfrm>
          <a:prstGeom prst="ellipse">
            <a:avLst/>
          </a:prstGeom>
          <a:solidFill>
            <a:srgbClr val="FFFFFF"/>
          </a:solidFill>
          <a:ln w="12700">
            <a:solidFill>
              <a:srgbClr val="1A1A16"/>
            </a:solidFill>
            <a:prstDash val="solid"/>
          </a:ln>
        </p:spPr>
      </p:sp>
      <p:sp>
        <p:nvSpPr>
          <p:cNvPr id="35" name="Shape 33"/>
          <p:cNvSpPr/>
          <p:nvPr/>
        </p:nvSpPr>
        <p:spPr>
          <a:xfrm>
            <a:off x="2390715" y="5023359"/>
            <a:ext cx="109217" cy="125092"/>
          </a:xfrm>
          <a:prstGeom prst="hexagon">
            <a:avLst/>
          </a:prstGeom>
          <a:solidFill>
            <a:srgbClr val="FFFFFF"/>
          </a:solidFill>
          <a:ln w="12700">
            <a:solidFill>
              <a:srgbClr val="1A1A16"/>
            </a:solidFill>
            <a:prstDash val="solid"/>
          </a:ln>
        </p:spPr>
      </p:sp>
      <p:sp>
        <p:nvSpPr>
          <p:cNvPr id="36" name="Shape 34"/>
          <p:cNvSpPr/>
          <p:nvPr/>
        </p:nvSpPr>
        <p:spPr>
          <a:xfrm>
            <a:off x="453379" y="5023359"/>
            <a:ext cx="109217" cy="125092"/>
          </a:xfrm>
          <a:prstGeom prst="hexagon">
            <a:avLst/>
          </a:prstGeom>
          <a:solidFill>
            <a:srgbClr val="FFFFFF"/>
          </a:solidFill>
          <a:ln w="12700">
            <a:solidFill>
              <a:srgbClr val="1A1A16"/>
            </a:solidFill>
            <a:prstDash val="solid"/>
          </a:ln>
        </p:spPr>
      </p:sp>
      <p:sp>
        <p:nvSpPr>
          <p:cNvPr id="37" name="Shape 35"/>
          <p:cNvSpPr/>
          <p:nvPr/>
        </p:nvSpPr>
        <p:spPr>
          <a:xfrm>
            <a:off x="5254494" y="2800915"/>
            <a:ext cx="100962" cy="101597"/>
          </a:xfrm>
          <a:prstGeom prst="rect">
            <a:avLst/>
          </a:prstGeom>
          <a:solidFill>
            <a:srgbClr val="FFFFFF"/>
          </a:solidFill>
          <a:ln w="12700">
            <a:solidFill>
              <a:srgbClr val="1A1A16"/>
            </a:solidFill>
            <a:prstDash val="solid"/>
          </a:ln>
        </p:spPr>
      </p:sp>
      <p:sp>
        <p:nvSpPr>
          <p:cNvPr id="38" name="Shape 36"/>
          <p:cNvSpPr/>
          <p:nvPr/>
        </p:nvSpPr>
        <p:spPr>
          <a:xfrm>
            <a:off x="1073091" y="4581926"/>
            <a:ext cx="114297" cy="114297"/>
          </a:xfrm>
          <a:prstGeom prst="ellipse">
            <a:avLst/>
          </a:prstGeom>
          <a:solidFill>
            <a:srgbClr val="FFFFFF"/>
          </a:solidFill>
          <a:ln w="12700">
            <a:solidFill>
              <a:srgbClr val="1A1A16"/>
            </a:solidFill>
            <a:prstDash val="solid"/>
          </a:ln>
        </p:spPr>
      </p:sp>
      <p:sp>
        <p:nvSpPr>
          <p:cNvPr id="39" name="Shape 37"/>
          <p:cNvSpPr/>
          <p:nvPr/>
        </p:nvSpPr>
        <p:spPr>
          <a:xfrm>
            <a:off x="7024829" y="5023359"/>
            <a:ext cx="108582" cy="125092"/>
          </a:xfrm>
          <a:prstGeom prst="hexagon">
            <a:avLst/>
          </a:prstGeom>
          <a:solidFill>
            <a:srgbClr val="FFFFFF"/>
          </a:solidFill>
          <a:ln w="12700">
            <a:solidFill>
              <a:srgbClr val="1A1A16"/>
            </a:solidFill>
            <a:prstDash val="solid"/>
          </a:ln>
        </p:spPr>
      </p:sp>
      <p:sp>
        <p:nvSpPr>
          <p:cNvPr id="40" name="Shape 38"/>
          <p:cNvSpPr/>
          <p:nvPr/>
        </p:nvSpPr>
        <p:spPr>
          <a:xfrm>
            <a:off x="3896263" y="2333567"/>
            <a:ext cx="143506" cy="142871"/>
          </a:xfrm>
          <a:prstGeom prst="diamond">
            <a:avLst/>
          </a:prstGeom>
          <a:solidFill>
            <a:srgbClr val="FFFFFF"/>
          </a:solidFill>
          <a:ln w="12700">
            <a:solidFill>
              <a:srgbClr val="1A1A16"/>
            </a:solidFill>
            <a:prstDash val="solid"/>
          </a:ln>
        </p:spPr>
      </p:sp>
      <p:sp>
        <p:nvSpPr>
          <p:cNvPr id="41" name="Shape 39"/>
          <p:cNvSpPr/>
          <p:nvPr/>
        </p:nvSpPr>
        <p:spPr>
          <a:xfrm>
            <a:off x="4118158" y="3688266"/>
            <a:ext cx="114297" cy="114297"/>
          </a:xfrm>
          <a:prstGeom prst="ellipse">
            <a:avLst/>
          </a:prstGeom>
          <a:solidFill>
            <a:srgbClr val="FFFFFF"/>
          </a:solidFill>
          <a:ln w="12700">
            <a:solidFill>
              <a:srgbClr val="1A1A16"/>
            </a:solidFill>
            <a:prstDash val="solid"/>
          </a:ln>
        </p:spPr>
      </p:sp>
      <p:sp>
        <p:nvSpPr>
          <p:cNvPr id="42" name="Shape 40"/>
          <p:cNvSpPr/>
          <p:nvPr/>
        </p:nvSpPr>
        <p:spPr>
          <a:xfrm>
            <a:off x="2388207" y="4581926"/>
            <a:ext cx="114297" cy="114297"/>
          </a:xfrm>
          <a:prstGeom prst="ellipse">
            <a:avLst/>
          </a:prstGeom>
          <a:solidFill>
            <a:srgbClr val="FFFFFF"/>
          </a:solidFill>
          <a:ln w="12700">
            <a:solidFill>
              <a:srgbClr val="1A1A16"/>
            </a:solidFill>
            <a:prstDash val="solid"/>
          </a:ln>
        </p:spPr>
      </p:sp>
      <p:sp>
        <p:nvSpPr>
          <p:cNvPr id="43" name="Shape 41"/>
          <p:cNvSpPr/>
          <p:nvPr/>
        </p:nvSpPr>
        <p:spPr>
          <a:xfrm>
            <a:off x="868658" y="5023359"/>
            <a:ext cx="108582" cy="125092"/>
          </a:xfrm>
          <a:prstGeom prst="hexagon">
            <a:avLst/>
          </a:prstGeom>
          <a:solidFill>
            <a:srgbClr val="FFFFFF"/>
          </a:solidFill>
          <a:ln w="12700">
            <a:solidFill>
              <a:srgbClr val="1A1A16"/>
            </a:solidFill>
            <a:prstDash val="solid"/>
          </a:ln>
        </p:spPr>
      </p:sp>
      <p:sp>
        <p:nvSpPr>
          <p:cNvPr id="44" name="Shape 42"/>
          <p:cNvSpPr/>
          <p:nvPr/>
        </p:nvSpPr>
        <p:spPr>
          <a:xfrm>
            <a:off x="3910740" y="3241435"/>
            <a:ext cx="114297" cy="114297"/>
          </a:xfrm>
          <a:prstGeom prst="ellipse">
            <a:avLst/>
          </a:prstGeom>
          <a:solidFill>
            <a:srgbClr val="FFFFFF"/>
          </a:solidFill>
          <a:ln w="12700">
            <a:solidFill>
              <a:srgbClr val="1A1A16"/>
            </a:solidFill>
            <a:prstDash val="solid"/>
          </a:ln>
        </p:spPr>
      </p:sp>
      <p:sp>
        <p:nvSpPr>
          <p:cNvPr id="45" name="Shape 43"/>
          <p:cNvSpPr/>
          <p:nvPr/>
        </p:nvSpPr>
        <p:spPr>
          <a:xfrm>
            <a:off x="2788850" y="3674018"/>
            <a:ext cx="142871" cy="142871"/>
          </a:xfrm>
          <a:prstGeom prst="diamond">
            <a:avLst/>
          </a:prstGeom>
          <a:solidFill>
            <a:srgbClr val="FFFFFF"/>
          </a:solidFill>
          <a:ln w="12700">
            <a:solidFill>
              <a:srgbClr val="1A1A16"/>
            </a:solidFill>
            <a:prstDash val="solid"/>
          </a:ln>
        </p:spPr>
      </p:sp>
      <p:sp>
        <p:nvSpPr>
          <p:cNvPr id="46" name="Shape 44"/>
          <p:cNvSpPr/>
          <p:nvPr/>
        </p:nvSpPr>
        <p:spPr>
          <a:xfrm>
            <a:off x="7022004" y="3688266"/>
            <a:ext cx="114297" cy="114297"/>
          </a:xfrm>
          <a:prstGeom prst="ellipse">
            <a:avLst/>
          </a:prstGeom>
          <a:solidFill>
            <a:srgbClr val="FFFFFF"/>
          </a:solidFill>
          <a:ln w="12700">
            <a:solidFill>
              <a:srgbClr val="1A1A16"/>
            </a:solidFill>
            <a:prstDash val="solid"/>
          </a:ln>
        </p:spPr>
      </p:sp>
      <p:sp>
        <p:nvSpPr>
          <p:cNvPr id="47" name="Shape 45"/>
          <p:cNvSpPr/>
          <p:nvPr/>
        </p:nvSpPr>
        <p:spPr>
          <a:xfrm>
            <a:off x="7028639" y="2800915"/>
            <a:ext cx="100962" cy="101597"/>
          </a:xfrm>
          <a:prstGeom prst="rect">
            <a:avLst/>
          </a:prstGeom>
          <a:solidFill>
            <a:srgbClr val="FFFFFF"/>
          </a:solidFill>
          <a:ln w="12700">
            <a:solidFill>
              <a:srgbClr val="1A1A16"/>
            </a:solidFill>
            <a:prstDash val="solid"/>
          </a:ln>
        </p:spPr>
      </p:sp>
      <p:sp>
        <p:nvSpPr>
          <p:cNvPr id="48" name="Shape 46"/>
          <p:cNvSpPr/>
          <p:nvPr/>
        </p:nvSpPr>
        <p:spPr>
          <a:xfrm>
            <a:off x="5435464" y="2315787"/>
            <a:ext cx="154301" cy="133347"/>
          </a:xfrm>
          <a:prstGeom prst="triangle">
            <a:avLst/>
          </a:prstGeom>
          <a:solidFill>
            <a:srgbClr val="FFFFFF"/>
          </a:solidFill>
          <a:ln w="12700">
            <a:solidFill>
              <a:srgbClr val="1A1A16"/>
            </a:solidFill>
            <a:prstDash val="solid"/>
          </a:ln>
        </p:spPr>
      </p:sp>
      <p:sp>
        <p:nvSpPr>
          <p:cNvPr id="49" name="Shape 47"/>
          <p:cNvSpPr/>
          <p:nvPr/>
        </p:nvSpPr>
        <p:spPr>
          <a:xfrm>
            <a:off x="2394525" y="3694973"/>
            <a:ext cx="101597" cy="100962"/>
          </a:xfrm>
          <a:prstGeom prst="rect">
            <a:avLst/>
          </a:prstGeom>
          <a:solidFill>
            <a:srgbClr val="FFFFFF"/>
          </a:solidFill>
          <a:ln w="12700">
            <a:solidFill>
              <a:srgbClr val="1A1A16"/>
            </a:solidFill>
            <a:prstDash val="solid"/>
          </a:ln>
        </p:spPr>
      </p:sp>
      <p:sp>
        <p:nvSpPr>
          <p:cNvPr id="50" name="Shape 48"/>
          <p:cNvSpPr/>
          <p:nvPr/>
        </p:nvSpPr>
        <p:spPr>
          <a:xfrm>
            <a:off x="3896263" y="1439509"/>
            <a:ext cx="143506" cy="143506"/>
          </a:xfrm>
          <a:prstGeom prst="diamond">
            <a:avLst/>
          </a:prstGeom>
          <a:solidFill>
            <a:srgbClr val="FFFFFF"/>
          </a:solidFill>
          <a:ln w="12700">
            <a:solidFill>
              <a:srgbClr val="1A1A16"/>
            </a:solidFill>
            <a:prstDash val="solid"/>
          </a:ln>
        </p:spPr>
      </p:sp>
      <p:sp>
        <p:nvSpPr>
          <p:cNvPr id="51" name="Shape 49"/>
          <p:cNvSpPr/>
          <p:nvPr/>
        </p:nvSpPr>
        <p:spPr>
          <a:xfrm>
            <a:off x="1979881" y="3694973"/>
            <a:ext cx="101597" cy="100962"/>
          </a:xfrm>
          <a:prstGeom prst="rect">
            <a:avLst/>
          </a:prstGeom>
          <a:solidFill>
            <a:srgbClr val="FFFFFF"/>
          </a:solidFill>
          <a:ln w="12700">
            <a:solidFill>
              <a:srgbClr val="1A1A16"/>
            </a:solidFill>
            <a:prstDash val="solid"/>
          </a:ln>
        </p:spPr>
      </p:sp>
      <p:sp>
        <p:nvSpPr>
          <p:cNvPr id="52" name="Shape 50"/>
          <p:cNvSpPr/>
          <p:nvPr/>
        </p:nvSpPr>
        <p:spPr>
          <a:xfrm>
            <a:off x="5643104" y="2762816"/>
            <a:ext cx="153666" cy="133347"/>
          </a:xfrm>
          <a:prstGeom prst="triangle">
            <a:avLst/>
          </a:prstGeom>
          <a:solidFill>
            <a:srgbClr val="FFFFFF"/>
          </a:solidFill>
          <a:ln w="12700">
            <a:solidFill>
              <a:srgbClr val="1A1A16"/>
            </a:solidFill>
            <a:prstDash val="solid"/>
          </a:ln>
        </p:spPr>
      </p:sp>
      <p:sp>
        <p:nvSpPr>
          <p:cNvPr id="53" name="Shape 51"/>
          <p:cNvSpPr/>
          <p:nvPr/>
        </p:nvSpPr>
        <p:spPr>
          <a:xfrm>
            <a:off x="3703323" y="3688266"/>
            <a:ext cx="114297" cy="114297"/>
          </a:xfrm>
          <a:prstGeom prst="ellipse">
            <a:avLst/>
          </a:prstGeom>
          <a:solidFill>
            <a:srgbClr val="FFFFFF"/>
          </a:solidFill>
          <a:ln w="12700">
            <a:solidFill>
              <a:srgbClr val="1A1A16"/>
            </a:solidFill>
            <a:prstDash val="solid"/>
          </a:ln>
        </p:spPr>
      </p:sp>
      <p:sp>
        <p:nvSpPr>
          <p:cNvPr id="54" name="Shape 52"/>
          <p:cNvSpPr/>
          <p:nvPr/>
        </p:nvSpPr>
        <p:spPr>
          <a:xfrm>
            <a:off x="3917217" y="2800915"/>
            <a:ext cx="101597" cy="101597"/>
          </a:xfrm>
          <a:prstGeom prst="rect">
            <a:avLst/>
          </a:prstGeom>
          <a:solidFill>
            <a:srgbClr val="FFFFFF"/>
          </a:solidFill>
          <a:ln w="12700">
            <a:solidFill>
              <a:srgbClr val="1A1A16"/>
            </a:solidFill>
            <a:prstDash val="solid"/>
          </a:ln>
        </p:spPr>
      </p:sp>
      <p:sp>
        <p:nvSpPr>
          <p:cNvPr id="55" name="Shape 53"/>
          <p:cNvSpPr/>
          <p:nvPr/>
        </p:nvSpPr>
        <p:spPr>
          <a:xfrm>
            <a:off x="1283303" y="5023359"/>
            <a:ext cx="108582" cy="125092"/>
          </a:xfrm>
          <a:prstGeom prst="hexagon">
            <a:avLst/>
          </a:prstGeom>
          <a:solidFill>
            <a:srgbClr val="FFFFFF"/>
          </a:solidFill>
          <a:ln w="12700">
            <a:solidFill>
              <a:srgbClr val="1A1A16"/>
            </a:solidFill>
            <a:prstDash val="solid"/>
          </a:ln>
        </p:spPr>
      </p:sp>
      <p:sp>
        <p:nvSpPr>
          <p:cNvPr id="56" name="Shape 54"/>
          <p:cNvSpPr/>
          <p:nvPr/>
        </p:nvSpPr>
        <p:spPr>
          <a:xfrm>
            <a:off x="1973372" y="4135096"/>
            <a:ext cx="114297" cy="114297"/>
          </a:xfrm>
          <a:prstGeom prst="ellipse">
            <a:avLst/>
          </a:prstGeom>
          <a:solidFill>
            <a:srgbClr val="FFFFFF"/>
          </a:solidFill>
          <a:ln w="12700">
            <a:solidFill>
              <a:srgbClr val="1A1A16"/>
            </a:solidFill>
            <a:prstDash val="solid"/>
          </a:ln>
        </p:spPr>
      </p:sp>
      <p:sp>
        <p:nvSpPr>
          <p:cNvPr id="57" name="Shape 55"/>
          <p:cNvSpPr/>
          <p:nvPr/>
        </p:nvSpPr>
        <p:spPr>
          <a:xfrm>
            <a:off x="5458324" y="5023359"/>
            <a:ext cx="108582" cy="125092"/>
          </a:xfrm>
          <a:prstGeom prst="hexagon">
            <a:avLst/>
          </a:prstGeom>
          <a:solidFill>
            <a:srgbClr val="FFFFFF"/>
          </a:solidFill>
          <a:ln w="12700">
            <a:solidFill>
              <a:srgbClr val="1A1A16"/>
            </a:solidFill>
            <a:prstDash val="solid"/>
          </a:ln>
        </p:spPr>
      </p:sp>
      <p:sp>
        <p:nvSpPr>
          <p:cNvPr id="58" name="Shape 56"/>
          <p:cNvSpPr/>
          <p:nvPr/>
        </p:nvSpPr>
        <p:spPr>
          <a:xfrm>
            <a:off x="658256" y="4581926"/>
            <a:ext cx="114297" cy="114297"/>
          </a:xfrm>
          <a:prstGeom prst="ellipse">
            <a:avLst/>
          </a:prstGeom>
          <a:solidFill>
            <a:srgbClr val="FFFFFF"/>
          </a:solidFill>
          <a:ln w="12700">
            <a:solidFill>
              <a:srgbClr val="1A1A16"/>
            </a:solidFill>
            <a:prstDash val="solid"/>
          </a:ln>
        </p:spPr>
      </p:sp>
      <p:sp>
        <p:nvSpPr>
          <p:cNvPr id="59" name="Text 57"/>
          <p:cNvSpPr txBox="1"/>
          <p:nvPr/>
        </p:nvSpPr>
        <p:spPr>
          <a:xfrm>
            <a:off x="507987" y="952476"/>
            <a:ext cx="6222844"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28 dependencies, and every claim still reachable</a:t>
            </a:r>
            <a:endParaRPr lang="en-US" sz="1100" dirty="0"/>
          </a:p>
        </p:txBody>
      </p:sp>
      <p:sp>
        <p:nvSpPr>
          <p:cNvPr id="60" name="Text 58"/>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THE SKELETON · 28 DEPENDENCIES, NOTHING LOST</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553187" y="3561439"/>
            <a:ext cx="86308" cy="501584"/>
          </a:xfrm>
          <a:prstGeom prst="line">
            <a:avLst/>
          </a:prstGeom>
          <a:noFill/>
          <a:ln w="8890">
            <a:solidFill>
              <a:srgbClr val="8A8A80"/>
            </a:solidFill>
            <a:prstDash val="solid"/>
          </a:ln>
        </p:spPr>
      </p:sp>
      <p:sp>
        <p:nvSpPr>
          <p:cNvPr id="3" name="Shape 1"/>
          <p:cNvSpPr/>
          <p:nvPr/>
        </p:nvSpPr>
        <p:spPr>
          <a:xfrm>
            <a:off x="1644877" y="3039832"/>
            <a:ext cx="908310" cy="521607"/>
          </a:xfrm>
          <a:prstGeom prst="line">
            <a:avLst/>
          </a:prstGeom>
          <a:noFill/>
          <a:ln w="8890">
            <a:solidFill>
              <a:srgbClr val="8A8A80"/>
            </a:solidFill>
            <a:prstDash val="solid"/>
          </a:ln>
        </p:spPr>
      </p:sp>
      <p:sp>
        <p:nvSpPr>
          <p:cNvPr id="4" name="Shape 2"/>
          <p:cNvSpPr/>
          <p:nvPr/>
        </p:nvSpPr>
        <p:spPr>
          <a:xfrm>
            <a:off x="2553187" y="3561439"/>
            <a:ext cx="218173" cy="-748073"/>
          </a:xfrm>
          <a:prstGeom prst="line">
            <a:avLst/>
          </a:prstGeom>
          <a:noFill/>
          <a:ln w="8890">
            <a:solidFill>
              <a:srgbClr val="8A8A80"/>
            </a:solidFill>
            <a:prstDash val="solid"/>
          </a:ln>
        </p:spPr>
      </p:sp>
      <p:sp>
        <p:nvSpPr>
          <p:cNvPr id="5" name="Shape 3"/>
          <p:cNvSpPr/>
          <p:nvPr/>
        </p:nvSpPr>
        <p:spPr>
          <a:xfrm>
            <a:off x="2771360" y="2813366"/>
            <a:ext cx="-510137" cy="160071"/>
          </a:xfrm>
          <a:prstGeom prst="line">
            <a:avLst/>
          </a:prstGeom>
          <a:noFill/>
          <a:ln w="8890">
            <a:solidFill>
              <a:srgbClr val="8A8A80"/>
            </a:solidFill>
            <a:prstDash val="solid"/>
          </a:ln>
        </p:spPr>
      </p:sp>
      <p:sp>
        <p:nvSpPr>
          <p:cNvPr id="6" name="Shape 4"/>
          <p:cNvSpPr/>
          <p:nvPr/>
        </p:nvSpPr>
        <p:spPr>
          <a:xfrm>
            <a:off x="2639495" y="4063023"/>
            <a:ext cx="1126551" cy="121115"/>
          </a:xfrm>
          <a:prstGeom prst="line">
            <a:avLst/>
          </a:prstGeom>
          <a:noFill/>
          <a:ln w="8890">
            <a:solidFill>
              <a:srgbClr val="8A8A80"/>
            </a:solidFill>
            <a:prstDash val="solid"/>
          </a:ln>
        </p:spPr>
      </p:sp>
      <p:sp>
        <p:nvSpPr>
          <p:cNvPr id="7" name="Shape 5"/>
          <p:cNvSpPr/>
          <p:nvPr/>
        </p:nvSpPr>
        <p:spPr>
          <a:xfrm>
            <a:off x="2553187" y="3561439"/>
            <a:ext cx="-585452" cy="185647"/>
          </a:xfrm>
          <a:prstGeom prst="line">
            <a:avLst/>
          </a:prstGeom>
          <a:noFill/>
          <a:ln w="8890">
            <a:solidFill>
              <a:srgbClr val="8A8A80"/>
            </a:solidFill>
            <a:prstDash val="solid"/>
          </a:ln>
        </p:spPr>
      </p:sp>
      <p:sp>
        <p:nvSpPr>
          <p:cNvPr id="8" name="Shape 6"/>
          <p:cNvSpPr/>
          <p:nvPr/>
        </p:nvSpPr>
        <p:spPr>
          <a:xfrm>
            <a:off x="2771360" y="2813366"/>
            <a:ext cx="311679" cy="455952"/>
          </a:xfrm>
          <a:prstGeom prst="line">
            <a:avLst/>
          </a:prstGeom>
          <a:noFill/>
          <a:ln w="8890">
            <a:solidFill>
              <a:srgbClr val="8A8A80"/>
            </a:solidFill>
            <a:prstDash val="solid"/>
          </a:ln>
        </p:spPr>
      </p:sp>
      <p:sp>
        <p:nvSpPr>
          <p:cNvPr id="9" name="Shape 7"/>
          <p:cNvSpPr/>
          <p:nvPr/>
        </p:nvSpPr>
        <p:spPr>
          <a:xfrm>
            <a:off x="2771360" y="2813366"/>
            <a:ext cx="610430" cy="-470927"/>
          </a:xfrm>
          <a:prstGeom prst="line">
            <a:avLst/>
          </a:prstGeom>
          <a:noFill/>
          <a:ln w="8890">
            <a:solidFill>
              <a:srgbClr val="8A8A80"/>
            </a:solidFill>
            <a:prstDash val="solid"/>
          </a:ln>
        </p:spPr>
      </p:sp>
      <p:sp>
        <p:nvSpPr>
          <p:cNvPr id="10" name="Shape 8"/>
          <p:cNvSpPr/>
          <p:nvPr/>
        </p:nvSpPr>
        <p:spPr>
          <a:xfrm>
            <a:off x="2261223" y="2973437"/>
            <a:ext cx="27198" cy="-484056"/>
          </a:xfrm>
          <a:prstGeom prst="line">
            <a:avLst/>
          </a:prstGeom>
          <a:noFill/>
          <a:ln w="8890">
            <a:solidFill>
              <a:srgbClr val="8A8A80"/>
            </a:solidFill>
            <a:prstDash val="solid"/>
          </a:ln>
        </p:spPr>
      </p:sp>
      <p:sp>
        <p:nvSpPr>
          <p:cNvPr id="11" name="Shape 9"/>
          <p:cNvSpPr/>
          <p:nvPr/>
        </p:nvSpPr>
        <p:spPr>
          <a:xfrm>
            <a:off x="1967735" y="3747086"/>
            <a:ext cx="309178" cy="164709"/>
          </a:xfrm>
          <a:prstGeom prst="line">
            <a:avLst/>
          </a:prstGeom>
          <a:noFill/>
          <a:ln w="8890">
            <a:solidFill>
              <a:srgbClr val="8A8A80"/>
            </a:solidFill>
            <a:prstDash val="solid"/>
          </a:ln>
        </p:spPr>
      </p:sp>
      <p:sp>
        <p:nvSpPr>
          <p:cNvPr id="12" name="Shape 10"/>
          <p:cNvSpPr/>
          <p:nvPr/>
        </p:nvSpPr>
        <p:spPr>
          <a:xfrm>
            <a:off x="2276913" y="3911794"/>
            <a:ext cx="-171717" cy="283790"/>
          </a:xfrm>
          <a:prstGeom prst="line">
            <a:avLst/>
          </a:prstGeom>
          <a:noFill/>
          <a:ln w="8890">
            <a:solidFill>
              <a:srgbClr val="8A8A80"/>
            </a:solidFill>
            <a:prstDash val="solid"/>
          </a:ln>
        </p:spPr>
      </p:sp>
      <p:sp>
        <p:nvSpPr>
          <p:cNvPr id="13" name="Shape 11"/>
          <p:cNvSpPr/>
          <p:nvPr/>
        </p:nvSpPr>
        <p:spPr>
          <a:xfrm>
            <a:off x="2105195" y="4195584"/>
            <a:ext cx="-358194" cy="104533"/>
          </a:xfrm>
          <a:prstGeom prst="line">
            <a:avLst/>
          </a:prstGeom>
          <a:noFill/>
          <a:ln w="8890">
            <a:solidFill>
              <a:srgbClr val="8A8A80"/>
            </a:solidFill>
            <a:prstDash val="solid"/>
          </a:ln>
        </p:spPr>
      </p:sp>
      <p:sp>
        <p:nvSpPr>
          <p:cNvPr id="14" name="Shape 12"/>
          <p:cNvSpPr/>
          <p:nvPr/>
        </p:nvSpPr>
        <p:spPr>
          <a:xfrm>
            <a:off x="2293571" y="3348276"/>
            <a:ext cx="259617" cy="213163"/>
          </a:xfrm>
          <a:prstGeom prst="line">
            <a:avLst/>
          </a:prstGeom>
          <a:noFill/>
          <a:ln w="8890">
            <a:solidFill>
              <a:srgbClr val="8A8A80"/>
            </a:solidFill>
            <a:prstDash val="solid"/>
          </a:ln>
        </p:spPr>
      </p:sp>
      <p:sp>
        <p:nvSpPr>
          <p:cNvPr id="15" name="Shape 13"/>
          <p:cNvSpPr/>
          <p:nvPr/>
        </p:nvSpPr>
        <p:spPr>
          <a:xfrm>
            <a:off x="1644877" y="3039832"/>
            <a:ext cx="163897" cy="-326447"/>
          </a:xfrm>
          <a:prstGeom prst="line">
            <a:avLst/>
          </a:prstGeom>
          <a:noFill/>
          <a:ln w="8890">
            <a:solidFill>
              <a:srgbClr val="8A8A80"/>
            </a:solidFill>
            <a:prstDash val="solid"/>
          </a:ln>
        </p:spPr>
      </p:sp>
      <p:sp>
        <p:nvSpPr>
          <p:cNvPr id="16" name="Shape 14"/>
          <p:cNvSpPr/>
          <p:nvPr/>
        </p:nvSpPr>
        <p:spPr>
          <a:xfrm>
            <a:off x="3083040" y="3269318"/>
            <a:ext cx="207012" cy="-371026"/>
          </a:xfrm>
          <a:prstGeom prst="line">
            <a:avLst/>
          </a:prstGeom>
          <a:noFill/>
          <a:ln w="8890">
            <a:solidFill>
              <a:srgbClr val="8A8A80"/>
            </a:solidFill>
            <a:prstDash val="solid"/>
          </a:ln>
        </p:spPr>
      </p:sp>
      <p:sp>
        <p:nvSpPr>
          <p:cNvPr id="17" name="Shape 15"/>
          <p:cNvSpPr/>
          <p:nvPr/>
        </p:nvSpPr>
        <p:spPr>
          <a:xfrm>
            <a:off x="6412338" y="1745766"/>
            <a:ext cx="951108" cy="583373"/>
          </a:xfrm>
          <a:prstGeom prst="line">
            <a:avLst/>
          </a:prstGeom>
          <a:noFill/>
          <a:ln w="8890">
            <a:solidFill>
              <a:srgbClr val="8A8A80"/>
            </a:solidFill>
            <a:prstDash val="solid"/>
          </a:ln>
        </p:spPr>
      </p:sp>
      <p:sp>
        <p:nvSpPr>
          <p:cNvPr id="18" name="Shape 16"/>
          <p:cNvSpPr/>
          <p:nvPr/>
        </p:nvSpPr>
        <p:spPr>
          <a:xfrm>
            <a:off x="5717452" y="1450449"/>
            <a:ext cx="694886" cy="295316"/>
          </a:xfrm>
          <a:prstGeom prst="line">
            <a:avLst/>
          </a:prstGeom>
          <a:noFill/>
          <a:ln w="8890">
            <a:solidFill>
              <a:srgbClr val="8A8A80"/>
            </a:solidFill>
            <a:prstDash val="solid"/>
          </a:ln>
        </p:spPr>
      </p:sp>
      <p:sp>
        <p:nvSpPr>
          <p:cNvPr id="19" name="Shape 17"/>
          <p:cNvSpPr/>
          <p:nvPr/>
        </p:nvSpPr>
        <p:spPr>
          <a:xfrm>
            <a:off x="5717452" y="1450449"/>
            <a:ext cx="195391" cy="283718"/>
          </a:xfrm>
          <a:prstGeom prst="line">
            <a:avLst/>
          </a:prstGeom>
          <a:noFill/>
          <a:ln w="8890">
            <a:solidFill>
              <a:srgbClr val="8A8A80"/>
            </a:solidFill>
            <a:prstDash val="solid"/>
          </a:ln>
        </p:spPr>
      </p:sp>
      <p:sp>
        <p:nvSpPr>
          <p:cNvPr id="20" name="Shape 18"/>
          <p:cNvSpPr/>
          <p:nvPr/>
        </p:nvSpPr>
        <p:spPr>
          <a:xfrm>
            <a:off x="5912843" y="1734167"/>
            <a:ext cx="-185832" cy="291519"/>
          </a:xfrm>
          <a:prstGeom prst="line">
            <a:avLst/>
          </a:prstGeom>
          <a:noFill/>
          <a:ln w="8890">
            <a:solidFill>
              <a:srgbClr val="8A8A80"/>
            </a:solidFill>
            <a:prstDash val="solid"/>
          </a:ln>
        </p:spPr>
      </p:sp>
      <p:sp>
        <p:nvSpPr>
          <p:cNvPr id="21" name="Shape 19"/>
          <p:cNvSpPr/>
          <p:nvPr/>
        </p:nvSpPr>
        <p:spPr>
          <a:xfrm>
            <a:off x="5727011" y="2025686"/>
            <a:ext cx="305221" cy="126086"/>
          </a:xfrm>
          <a:prstGeom prst="line">
            <a:avLst/>
          </a:prstGeom>
          <a:noFill/>
          <a:ln w="8890">
            <a:solidFill>
              <a:srgbClr val="8A8A80"/>
            </a:solidFill>
            <a:prstDash val="solid"/>
          </a:ln>
        </p:spPr>
      </p:sp>
      <p:sp>
        <p:nvSpPr>
          <p:cNvPr id="22" name="Shape 20"/>
          <p:cNvSpPr/>
          <p:nvPr/>
        </p:nvSpPr>
        <p:spPr>
          <a:xfrm>
            <a:off x="6412338" y="1745766"/>
            <a:ext cx="359546" cy="-220625"/>
          </a:xfrm>
          <a:prstGeom prst="line">
            <a:avLst/>
          </a:prstGeom>
          <a:noFill/>
          <a:ln w="8890">
            <a:solidFill>
              <a:srgbClr val="8A8A80"/>
            </a:solidFill>
            <a:prstDash val="solid"/>
          </a:ln>
        </p:spPr>
      </p:sp>
      <p:sp>
        <p:nvSpPr>
          <p:cNvPr id="23" name="Shape 21"/>
          <p:cNvSpPr/>
          <p:nvPr/>
        </p:nvSpPr>
        <p:spPr>
          <a:xfrm>
            <a:off x="6771884" y="1525141"/>
            <a:ext cx="304568" cy="352801"/>
          </a:xfrm>
          <a:prstGeom prst="line">
            <a:avLst/>
          </a:prstGeom>
          <a:noFill/>
          <a:ln w="8890">
            <a:solidFill>
              <a:srgbClr val="8A8A80"/>
            </a:solidFill>
            <a:prstDash val="solid"/>
          </a:ln>
        </p:spPr>
      </p:sp>
      <p:sp>
        <p:nvSpPr>
          <p:cNvPr id="24" name="Shape 22"/>
          <p:cNvSpPr/>
          <p:nvPr/>
        </p:nvSpPr>
        <p:spPr>
          <a:xfrm>
            <a:off x="5727011" y="2025686"/>
            <a:ext cx="-137309" cy="426818"/>
          </a:xfrm>
          <a:prstGeom prst="line">
            <a:avLst/>
          </a:prstGeom>
          <a:noFill/>
          <a:ln w="8890">
            <a:solidFill>
              <a:srgbClr val="8A8A80"/>
            </a:solidFill>
            <a:prstDash val="solid"/>
          </a:ln>
        </p:spPr>
      </p:sp>
      <p:sp>
        <p:nvSpPr>
          <p:cNvPr id="25" name="Shape 23"/>
          <p:cNvSpPr/>
          <p:nvPr/>
        </p:nvSpPr>
        <p:spPr>
          <a:xfrm>
            <a:off x="7076451" y="1877942"/>
            <a:ext cx="-330872" cy="522532"/>
          </a:xfrm>
          <a:prstGeom prst="line">
            <a:avLst/>
          </a:prstGeom>
          <a:noFill/>
          <a:ln w="8890">
            <a:solidFill>
              <a:srgbClr val="8A8A80"/>
            </a:solidFill>
            <a:prstDash val="solid"/>
          </a:ln>
        </p:spPr>
      </p:sp>
      <p:sp>
        <p:nvSpPr>
          <p:cNvPr id="26" name="Shape 24"/>
          <p:cNvSpPr/>
          <p:nvPr/>
        </p:nvSpPr>
        <p:spPr>
          <a:xfrm>
            <a:off x="5717452" y="1450449"/>
            <a:ext cx="347130" cy="-114625"/>
          </a:xfrm>
          <a:prstGeom prst="line">
            <a:avLst/>
          </a:prstGeom>
          <a:noFill/>
          <a:ln w="8890">
            <a:solidFill>
              <a:srgbClr val="8A8A80"/>
            </a:solidFill>
            <a:prstDash val="solid"/>
          </a:ln>
        </p:spPr>
      </p:sp>
      <p:sp>
        <p:nvSpPr>
          <p:cNvPr id="27" name="Shape 25"/>
          <p:cNvSpPr/>
          <p:nvPr/>
        </p:nvSpPr>
        <p:spPr>
          <a:xfrm>
            <a:off x="7076451" y="1877942"/>
            <a:ext cx="295953" cy="-500815"/>
          </a:xfrm>
          <a:prstGeom prst="line">
            <a:avLst/>
          </a:prstGeom>
          <a:noFill/>
          <a:ln w="8890">
            <a:solidFill>
              <a:srgbClr val="8A8A80"/>
            </a:solidFill>
            <a:prstDash val="solid"/>
          </a:ln>
        </p:spPr>
      </p:sp>
      <p:sp>
        <p:nvSpPr>
          <p:cNvPr id="28" name="Shape 26"/>
          <p:cNvSpPr/>
          <p:nvPr/>
        </p:nvSpPr>
        <p:spPr>
          <a:xfrm>
            <a:off x="5938438" y="5152295"/>
            <a:ext cx="1513603" cy="-116671"/>
          </a:xfrm>
          <a:prstGeom prst="line">
            <a:avLst/>
          </a:prstGeom>
          <a:noFill/>
          <a:ln w="8890">
            <a:solidFill>
              <a:srgbClr val="8A8A80"/>
            </a:solidFill>
            <a:prstDash val="solid"/>
          </a:ln>
        </p:spPr>
      </p:sp>
      <p:sp>
        <p:nvSpPr>
          <p:cNvPr id="29" name="Shape 27"/>
          <p:cNvSpPr/>
          <p:nvPr/>
        </p:nvSpPr>
        <p:spPr>
          <a:xfrm>
            <a:off x="5938438" y="5152295"/>
            <a:ext cx="548332" cy="-104828"/>
          </a:xfrm>
          <a:prstGeom prst="line">
            <a:avLst/>
          </a:prstGeom>
          <a:noFill/>
          <a:ln w="8890">
            <a:solidFill>
              <a:srgbClr val="8A8A80"/>
            </a:solidFill>
            <a:prstDash val="solid"/>
          </a:ln>
        </p:spPr>
      </p:sp>
      <p:sp>
        <p:nvSpPr>
          <p:cNvPr id="30" name="Shape 28"/>
          <p:cNvSpPr/>
          <p:nvPr/>
        </p:nvSpPr>
        <p:spPr>
          <a:xfrm>
            <a:off x="6486769" y="5047467"/>
            <a:ext cx="385225" cy="15092"/>
          </a:xfrm>
          <a:prstGeom prst="line">
            <a:avLst/>
          </a:prstGeom>
          <a:noFill/>
          <a:ln w="8890">
            <a:solidFill>
              <a:srgbClr val="8A8A80"/>
            </a:solidFill>
            <a:prstDash val="solid"/>
          </a:ln>
        </p:spPr>
      </p:sp>
      <p:sp>
        <p:nvSpPr>
          <p:cNvPr id="31" name="Shape 29"/>
          <p:cNvSpPr/>
          <p:nvPr/>
        </p:nvSpPr>
        <p:spPr>
          <a:xfrm>
            <a:off x="7452041" y="5035624"/>
            <a:ext cx="-1775" cy="419356"/>
          </a:xfrm>
          <a:prstGeom prst="line">
            <a:avLst/>
          </a:prstGeom>
          <a:noFill/>
          <a:ln w="8890">
            <a:solidFill>
              <a:srgbClr val="8A8A80"/>
            </a:solidFill>
            <a:prstDash val="solid"/>
          </a:ln>
        </p:spPr>
      </p:sp>
      <p:sp>
        <p:nvSpPr>
          <p:cNvPr id="32" name="Shape 30"/>
          <p:cNvSpPr/>
          <p:nvPr/>
        </p:nvSpPr>
        <p:spPr>
          <a:xfrm>
            <a:off x="5851051" y="4472956"/>
            <a:ext cx="87387" cy="679339"/>
          </a:xfrm>
          <a:prstGeom prst="line">
            <a:avLst/>
          </a:prstGeom>
          <a:noFill/>
          <a:ln w="8890">
            <a:solidFill>
              <a:srgbClr val="8A8A80"/>
            </a:solidFill>
            <a:prstDash val="solid"/>
          </a:ln>
        </p:spPr>
      </p:sp>
      <p:sp>
        <p:nvSpPr>
          <p:cNvPr id="33" name="Shape 31"/>
          <p:cNvSpPr/>
          <p:nvPr/>
        </p:nvSpPr>
        <p:spPr>
          <a:xfrm>
            <a:off x="6486769" y="5047467"/>
            <a:ext cx="153973" cy="-347974"/>
          </a:xfrm>
          <a:prstGeom prst="line">
            <a:avLst/>
          </a:prstGeom>
          <a:noFill/>
          <a:ln w="8890">
            <a:solidFill>
              <a:srgbClr val="8A8A80"/>
            </a:solidFill>
            <a:prstDash val="solid"/>
          </a:ln>
        </p:spPr>
      </p:sp>
      <p:sp>
        <p:nvSpPr>
          <p:cNvPr id="34" name="Shape 32"/>
          <p:cNvSpPr/>
          <p:nvPr/>
        </p:nvSpPr>
        <p:spPr>
          <a:xfrm>
            <a:off x="7452041" y="5035624"/>
            <a:ext cx="59275" cy="-507266"/>
          </a:xfrm>
          <a:prstGeom prst="line">
            <a:avLst/>
          </a:prstGeom>
          <a:noFill/>
          <a:ln w="8890">
            <a:solidFill>
              <a:srgbClr val="8A8A80"/>
            </a:solidFill>
            <a:prstDash val="solid"/>
          </a:ln>
        </p:spPr>
      </p:sp>
      <p:sp>
        <p:nvSpPr>
          <p:cNvPr id="35" name="Shape 33"/>
          <p:cNvSpPr/>
          <p:nvPr/>
        </p:nvSpPr>
        <p:spPr>
          <a:xfrm>
            <a:off x="6871995" y="5062560"/>
            <a:ext cx="-120171" cy="440081"/>
          </a:xfrm>
          <a:prstGeom prst="line">
            <a:avLst/>
          </a:prstGeom>
          <a:noFill/>
          <a:ln w="8890">
            <a:solidFill>
              <a:srgbClr val="8A8A80"/>
            </a:solidFill>
            <a:prstDash val="solid"/>
          </a:ln>
        </p:spPr>
      </p:sp>
      <p:sp>
        <p:nvSpPr>
          <p:cNvPr id="36" name="Shape 34"/>
          <p:cNvSpPr/>
          <p:nvPr/>
        </p:nvSpPr>
        <p:spPr>
          <a:xfrm>
            <a:off x="6486769" y="5047467"/>
            <a:ext cx="-159740" cy="335698"/>
          </a:xfrm>
          <a:prstGeom prst="line">
            <a:avLst/>
          </a:prstGeom>
          <a:noFill/>
          <a:ln w="8890">
            <a:solidFill>
              <a:srgbClr val="8A8A80"/>
            </a:solidFill>
            <a:prstDash val="solid"/>
          </a:ln>
        </p:spPr>
      </p:sp>
      <p:sp>
        <p:nvSpPr>
          <p:cNvPr id="37" name="Shape 35"/>
          <p:cNvSpPr/>
          <p:nvPr/>
        </p:nvSpPr>
        <p:spPr>
          <a:xfrm>
            <a:off x="7178755" y="4813813"/>
            <a:ext cx="273286" cy="221812"/>
          </a:xfrm>
          <a:prstGeom prst="line">
            <a:avLst/>
          </a:prstGeom>
          <a:noFill/>
          <a:ln w="8890">
            <a:solidFill>
              <a:srgbClr val="8A8A80"/>
            </a:solidFill>
            <a:prstDash val="solid"/>
          </a:ln>
        </p:spPr>
      </p:sp>
      <p:sp>
        <p:nvSpPr>
          <p:cNvPr id="38" name="Shape 36"/>
          <p:cNvSpPr/>
          <p:nvPr/>
        </p:nvSpPr>
        <p:spPr>
          <a:xfrm>
            <a:off x="10225598" y="2920625"/>
            <a:ext cx="-527861" cy="408129"/>
          </a:xfrm>
          <a:prstGeom prst="line">
            <a:avLst/>
          </a:prstGeom>
          <a:noFill/>
          <a:ln w="8890">
            <a:solidFill>
              <a:srgbClr val="8A8A80"/>
            </a:solidFill>
            <a:prstDash val="solid"/>
          </a:ln>
        </p:spPr>
      </p:sp>
      <p:sp>
        <p:nvSpPr>
          <p:cNvPr id="39" name="Shape 37"/>
          <p:cNvSpPr/>
          <p:nvPr/>
        </p:nvSpPr>
        <p:spPr>
          <a:xfrm>
            <a:off x="9697737" y="3328754"/>
            <a:ext cx="312268" cy="767486"/>
          </a:xfrm>
          <a:prstGeom prst="line">
            <a:avLst/>
          </a:prstGeom>
          <a:noFill/>
          <a:ln w="8890">
            <a:solidFill>
              <a:srgbClr val="8A8A80"/>
            </a:solidFill>
            <a:prstDash val="solid"/>
          </a:ln>
        </p:spPr>
      </p:sp>
      <p:sp>
        <p:nvSpPr>
          <p:cNvPr id="40" name="Shape 38"/>
          <p:cNvSpPr/>
          <p:nvPr/>
        </p:nvSpPr>
        <p:spPr>
          <a:xfrm>
            <a:off x="10225598" y="2920625"/>
            <a:ext cx="86489" cy="527841"/>
          </a:xfrm>
          <a:prstGeom prst="line">
            <a:avLst/>
          </a:prstGeom>
          <a:noFill/>
          <a:ln w="8890">
            <a:solidFill>
              <a:srgbClr val="8A8A80"/>
            </a:solidFill>
            <a:prstDash val="solid"/>
          </a:ln>
        </p:spPr>
      </p:sp>
      <p:sp>
        <p:nvSpPr>
          <p:cNvPr id="41" name="Shape 39"/>
          <p:cNvSpPr/>
          <p:nvPr/>
        </p:nvSpPr>
        <p:spPr>
          <a:xfrm>
            <a:off x="10312087" y="3448465"/>
            <a:ext cx="575025" cy="216796"/>
          </a:xfrm>
          <a:prstGeom prst="line">
            <a:avLst/>
          </a:prstGeom>
          <a:noFill/>
          <a:ln w="8890">
            <a:solidFill>
              <a:srgbClr val="8A8A80"/>
            </a:solidFill>
            <a:prstDash val="solid"/>
          </a:ln>
        </p:spPr>
      </p:sp>
      <p:sp>
        <p:nvSpPr>
          <p:cNvPr id="42" name="Shape 40"/>
          <p:cNvSpPr/>
          <p:nvPr/>
        </p:nvSpPr>
        <p:spPr>
          <a:xfrm>
            <a:off x="9697737" y="3328754"/>
            <a:ext cx="-52562" cy="342527"/>
          </a:xfrm>
          <a:prstGeom prst="line">
            <a:avLst/>
          </a:prstGeom>
          <a:noFill/>
          <a:ln w="8890">
            <a:solidFill>
              <a:srgbClr val="8A8A80"/>
            </a:solidFill>
            <a:prstDash val="solid"/>
          </a:ln>
        </p:spPr>
      </p:sp>
      <p:sp>
        <p:nvSpPr>
          <p:cNvPr id="43" name="Shape 41"/>
          <p:cNvSpPr/>
          <p:nvPr/>
        </p:nvSpPr>
        <p:spPr>
          <a:xfrm>
            <a:off x="10312087" y="3448465"/>
            <a:ext cx="393078" cy="-247721"/>
          </a:xfrm>
          <a:prstGeom prst="line">
            <a:avLst/>
          </a:prstGeom>
          <a:noFill/>
          <a:ln w="8890">
            <a:solidFill>
              <a:srgbClr val="8A8A80"/>
            </a:solidFill>
            <a:prstDash val="solid"/>
          </a:ln>
        </p:spPr>
      </p:sp>
      <p:sp>
        <p:nvSpPr>
          <p:cNvPr id="44" name="Shape 42"/>
          <p:cNvSpPr/>
          <p:nvPr/>
        </p:nvSpPr>
        <p:spPr>
          <a:xfrm>
            <a:off x="10887113" y="3665261"/>
            <a:ext cx="335545" cy="161242"/>
          </a:xfrm>
          <a:prstGeom prst="line">
            <a:avLst/>
          </a:prstGeom>
          <a:noFill/>
          <a:ln w="8890">
            <a:solidFill>
              <a:srgbClr val="8A8A80"/>
            </a:solidFill>
            <a:prstDash val="solid"/>
          </a:ln>
        </p:spPr>
      </p:sp>
      <p:sp>
        <p:nvSpPr>
          <p:cNvPr id="45" name="Shape 43"/>
          <p:cNvSpPr/>
          <p:nvPr/>
        </p:nvSpPr>
        <p:spPr>
          <a:xfrm>
            <a:off x="10010005" y="4096240"/>
            <a:ext cx="499128" cy="-55274"/>
          </a:xfrm>
          <a:prstGeom prst="line">
            <a:avLst/>
          </a:prstGeom>
          <a:noFill/>
          <a:ln w="8890">
            <a:solidFill>
              <a:srgbClr val="8A8A80"/>
            </a:solidFill>
            <a:prstDash val="solid"/>
          </a:ln>
        </p:spPr>
      </p:sp>
      <p:sp>
        <p:nvSpPr>
          <p:cNvPr id="46" name="Shape 44"/>
          <p:cNvSpPr/>
          <p:nvPr/>
        </p:nvSpPr>
        <p:spPr>
          <a:xfrm>
            <a:off x="10705165" y="3200744"/>
            <a:ext cx="185359" cy="-782810"/>
          </a:xfrm>
          <a:prstGeom prst="line">
            <a:avLst/>
          </a:prstGeom>
          <a:noFill/>
          <a:ln w="8890">
            <a:solidFill>
              <a:srgbClr val="8A8A80"/>
            </a:solidFill>
            <a:prstDash val="solid"/>
          </a:ln>
        </p:spPr>
      </p:sp>
      <p:sp>
        <p:nvSpPr>
          <p:cNvPr id="47" name="Shape 45"/>
          <p:cNvSpPr/>
          <p:nvPr/>
        </p:nvSpPr>
        <p:spPr>
          <a:xfrm>
            <a:off x="10700100" y="2845835"/>
            <a:ext cx="5065" cy="354910"/>
          </a:xfrm>
          <a:prstGeom prst="line">
            <a:avLst/>
          </a:prstGeom>
          <a:noFill/>
          <a:ln w="8890">
            <a:solidFill>
              <a:srgbClr val="8A8A80"/>
            </a:solidFill>
            <a:prstDash val="solid"/>
          </a:ln>
        </p:spPr>
      </p:sp>
      <p:sp>
        <p:nvSpPr>
          <p:cNvPr id="48" name="Shape 46"/>
          <p:cNvSpPr/>
          <p:nvPr/>
        </p:nvSpPr>
        <p:spPr>
          <a:xfrm>
            <a:off x="9899275" y="2486802"/>
            <a:ext cx="326323" cy="433822"/>
          </a:xfrm>
          <a:prstGeom prst="line">
            <a:avLst/>
          </a:prstGeom>
          <a:noFill/>
          <a:ln w="8890">
            <a:solidFill>
              <a:srgbClr val="8A8A80"/>
            </a:solidFill>
            <a:prstDash val="solid"/>
          </a:ln>
        </p:spPr>
      </p:sp>
      <p:sp>
        <p:nvSpPr>
          <p:cNvPr id="49" name="Shape 47"/>
          <p:cNvSpPr/>
          <p:nvPr/>
        </p:nvSpPr>
        <p:spPr>
          <a:xfrm>
            <a:off x="6771884" y="1525141"/>
            <a:ext cx="-4132388" cy="2537882"/>
          </a:xfrm>
          <a:prstGeom prst="line">
            <a:avLst/>
          </a:prstGeom>
          <a:noFill/>
          <a:ln w="11430">
            <a:solidFill>
              <a:srgbClr val="1A1A16"/>
            </a:solidFill>
            <a:prstDash val="solid"/>
          </a:ln>
        </p:spPr>
      </p:sp>
      <p:sp>
        <p:nvSpPr>
          <p:cNvPr id="50" name="Shape 48"/>
          <p:cNvSpPr/>
          <p:nvPr/>
        </p:nvSpPr>
        <p:spPr>
          <a:xfrm>
            <a:off x="7363446" y="2329139"/>
            <a:ext cx="3341719" cy="871606"/>
          </a:xfrm>
          <a:prstGeom prst="line">
            <a:avLst/>
          </a:prstGeom>
          <a:noFill/>
          <a:ln w="11430">
            <a:solidFill>
              <a:srgbClr val="1A1A16"/>
            </a:solidFill>
            <a:prstDash val="solid"/>
          </a:ln>
        </p:spPr>
      </p:sp>
      <p:sp>
        <p:nvSpPr>
          <p:cNvPr id="51" name="Shape 49"/>
          <p:cNvSpPr/>
          <p:nvPr/>
        </p:nvSpPr>
        <p:spPr>
          <a:xfrm>
            <a:off x="2639495" y="4063023"/>
            <a:ext cx="3211555" cy="409933"/>
          </a:xfrm>
          <a:prstGeom prst="line">
            <a:avLst/>
          </a:prstGeom>
          <a:noFill/>
          <a:ln w="11430">
            <a:solidFill>
              <a:srgbClr val="1A1A16"/>
            </a:solidFill>
            <a:prstDash val="solid"/>
          </a:ln>
        </p:spPr>
      </p:sp>
      <p:sp>
        <p:nvSpPr>
          <p:cNvPr id="52" name="Shape 50"/>
          <p:cNvSpPr/>
          <p:nvPr/>
        </p:nvSpPr>
        <p:spPr>
          <a:xfrm>
            <a:off x="10705165" y="3200744"/>
            <a:ext cx="-4766727" cy="1951551"/>
          </a:xfrm>
          <a:prstGeom prst="line">
            <a:avLst/>
          </a:prstGeom>
          <a:noFill/>
          <a:ln w="11430">
            <a:solidFill>
              <a:srgbClr val="1A1A16"/>
            </a:solidFill>
            <a:prstDash val="solid"/>
          </a:ln>
        </p:spPr>
      </p:sp>
      <p:sp>
        <p:nvSpPr>
          <p:cNvPr id="53" name="Shape 51"/>
          <p:cNvSpPr/>
          <p:nvPr/>
        </p:nvSpPr>
        <p:spPr>
          <a:xfrm>
            <a:off x="2556947" y="3980475"/>
            <a:ext cx="165096" cy="165096"/>
          </a:xfrm>
          <a:prstGeom prst="ellipse">
            <a:avLst/>
          </a:prstGeom>
          <a:solidFill>
            <a:srgbClr val="FFFFFF"/>
          </a:solidFill>
          <a:ln w="21589">
            <a:solidFill>
              <a:srgbClr val="1A1A16"/>
            </a:solidFill>
            <a:prstDash val="solid"/>
          </a:ln>
        </p:spPr>
      </p:sp>
      <p:sp>
        <p:nvSpPr>
          <p:cNvPr id="54" name="Shape 52"/>
          <p:cNvSpPr/>
          <p:nvPr/>
        </p:nvSpPr>
        <p:spPr>
          <a:xfrm>
            <a:off x="2496039" y="3504290"/>
            <a:ext cx="114297" cy="114297"/>
          </a:xfrm>
          <a:prstGeom prst="ellipse">
            <a:avLst/>
          </a:prstGeom>
          <a:solidFill>
            <a:srgbClr val="FFFFFF"/>
          </a:solidFill>
          <a:ln w="12065">
            <a:solidFill>
              <a:srgbClr val="1A1A16"/>
            </a:solidFill>
            <a:prstDash val="solid"/>
          </a:ln>
        </p:spPr>
      </p:sp>
      <p:sp>
        <p:nvSpPr>
          <p:cNvPr id="55" name="Shape 53"/>
          <p:cNvSpPr/>
          <p:nvPr/>
        </p:nvSpPr>
        <p:spPr>
          <a:xfrm>
            <a:off x="1587729" y="2982683"/>
            <a:ext cx="114297" cy="114297"/>
          </a:xfrm>
          <a:prstGeom prst="ellipse">
            <a:avLst/>
          </a:prstGeom>
          <a:solidFill>
            <a:srgbClr val="FFFFFF"/>
          </a:solidFill>
          <a:ln w="12065">
            <a:solidFill>
              <a:srgbClr val="1A1A16"/>
            </a:solidFill>
            <a:prstDash val="solid"/>
          </a:ln>
        </p:spPr>
      </p:sp>
      <p:sp>
        <p:nvSpPr>
          <p:cNvPr id="56" name="Shape 54"/>
          <p:cNvSpPr/>
          <p:nvPr/>
        </p:nvSpPr>
        <p:spPr>
          <a:xfrm>
            <a:off x="2714212" y="2756217"/>
            <a:ext cx="114297" cy="114297"/>
          </a:xfrm>
          <a:prstGeom prst="ellipse">
            <a:avLst/>
          </a:prstGeom>
          <a:solidFill>
            <a:srgbClr val="FFFFFF"/>
          </a:solidFill>
          <a:ln w="12065">
            <a:solidFill>
              <a:srgbClr val="1A1A16"/>
            </a:solidFill>
            <a:prstDash val="solid"/>
          </a:ln>
        </p:spPr>
      </p:sp>
      <p:sp>
        <p:nvSpPr>
          <p:cNvPr id="57" name="Shape 55"/>
          <p:cNvSpPr/>
          <p:nvPr/>
        </p:nvSpPr>
        <p:spPr>
          <a:xfrm>
            <a:off x="2204075" y="2916288"/>
            <a:ext cx="114297" cy="114297"/>
          </a:xfrm>
          <a:prstGeom prst="ellipse">
            <a:avLst/>
          </a:prstGeom>
          <a:solidFill>
            <a:srgbClr val="FFFFFF"/>
          </a:solidFill>
          <a:ln w="12065">
            <a:solidFill>
              <a:srgbClr val="1A1A16"/>
            </a:solidFill>
            <a:prstDash val="solid"/>
          </a:ln>
        </p:spPr>
      </p:sp>
      <p:sp>
        <p:nvSpPr>
          <p:cNvPr id="58" name="Shape 56"/>
          <p:cNvSpPr/>
          <p:nvPr/>
        </p:nvSpPr>
        <p:spPr>
          <a:xfrm>
            <a:off x="3708898" y="4126989"/>
            <a:ext cx="114297" cy="114297"/>
          </a:xfrm>
          <a:prstGeom prst="ellipse">
            <a:avLst/>
          </a:prstGeom>
          <a:solidFill>
            <a:srgbClr val="FFFFFF"/>
          </a:solidFill>
          <a:ln w="12065">
            <a:solidFill>
              <a:srgbClr val="1A1A16"/>
            </a:solidFill>
            <a:prstDash val="solid"/>
          </a:ln>
        </p:spPr>
      </p:sp>
      <p:sp>
        <p:nvSpPr>
          <p:cNvPr id="59" name="Shape 57"/>
          <p:cNvSpPr/>
          <p:nvPr/>
        </p:nvSpPr>
        <p:spPr>
          <a:xfrm>
            <a:off x="1910586" y="3689937"/>
            <a:ext cx="114297" cy="114297"/>
          </a:xfrm>
          <a:prstGeom prst="ellipse">
            <a:avLst/>
          </a:prstGeom>
          <a:solidFill>
            <a:srgbClr val="FFFFFF"/>
          </a:solidFill>
          <a:ln w="12065">
            <a:solidFill>
              <a:srgbClr val="1A1A16"/>
            </a:solidFill>
            <a:prstDash val="solid"/>
          </a:ln>
        </p:spPr>
      </p:sp>
      <p:sp>
        <p:nvSpPr>
          <p:cNvPr id="60" name="Shape 58"/>
          <p:cNvSpPr/>
          <p:nvPr/>
        </p:nvSpPr>
        <p:spPr>
          <a:xfrm>
            <a:off x="3025891" y="3212170"/>
            <a:ext cx="114297" cy="114297"/>
          </a:xfrm>
          <a:prstGeom prst="ellipse">
            <a:avLst/>
          </a:prstGeom>
          <a:solidFill>
            <a:srgbClr val="FFFFFF"/>
          </a:solidFill>
          <a:ln w="12065">
            <a:solidFill>
              <a:srgbClr val="1A1A16"/>
            </a:solidFill>
            <a:prstDash val="solid"/>
          </a:ln>
        </p:spPr>
      </p:sp>
      <p:sp>
        <p:nvSpPr>
          <p:cNvPr id="61" name="Shape 59"/>
          <p:cNvSpPr/>
          <p:nvPr/>
        </p:nvSpPr>
        <p:spPr>
          <a:xfrm>
            <a:off x="3324642" y="2285291"/>
            <a:ext cx="114297" cy="114297"/>
          </a:xfrm>
          <a:prstGeom prst="ellipse">
            <a:avLst/>
          </a:prstGeom>
          <a:solidFill>
            <a:srgbClr val="FFFFFF"/>
          </a:solidFill>
          <a:ln w="12065">
            <a:solidFill>
              <a:srgbClr val="1A1A16"/>
            </a:solidFill>
            <a:prstDash val="solid"/>
          </a:ln>
        </p:spPr>
      </p:sp>
      <p:sp>
        <p:nvSpPr>
          <p:cNvPr id="62" name="Shape 60"/>
          <p:cNvSpPr/>
          <p:nvPr/>
        </p:nvSpPr>
        <p:spPr>
          <a:xfrm>
            <a:off x="2231273" y="2432232"/>
            <a:ext cx="114297" cy="114297"/>
          </a:xfrm>
          <a:prstGeom prst="ellipse">
            <a:avLst/>
          </a:prstGeom>
          <a:solidFill>
            <a:srgbClr val="FFFFFF"/>
          </a:solidFill>
          <a:ln w="12065">
            <a:solidFill>
              <a:srgbClr val="1A1A16"/>
            </a:solidFill>
            <a:prstDash val="solid"/>
          </a:ln>
        </p:spPr>
      </p:sp>
      <p:sp>
        <p:nvSpPr>
          <p:cNvPr id="63" name="Shape 61"/>
          <p:cNvSpPr/>
          <p:nvPr/>
        </p:nvSpPr>
        <p:spPr>
          <a:xfrm>
            <a:off x="2219764" y="3854646"/>
            <a:ext cx="114297" cy="114297"/>
          </a:xfrm>
          <a:prstGeom prst="ellipse">
            <a:avLst/>
          </a:prstGeom>
          <a:solidFill>
            <a:srgbClr val="FFFFFF"/>
          </a:solidFill>
          <a:ln w="12065">
            <a:solidFill>
              <a:srgbClr val="1A1A16"/>
            </a:solidFill>
            <a:prstDash val="solid"/>
          </a:ln>
        </p:spPr>
      </p:sp>
      <p:sp>
        <p:nvSpPr>
          <p:cNvPr id="64" name="Shape 62"/>
          <p:cNvSpPr/>
          <p:nvPr/>
        </p:nvSpPr>
        <p:spPr>
          <a:xfrm>
            <a:off x="2048047" y="4138436"/>
            <a:ext cx="114297" cy="114297"/>
          </a:xfrm>
          <a:prstGeom prst="ellipse">
            <a:avLst/>
          </a:prstGeom>
          <a:solidFill>
            <a:srgbClr val="FFFFFF"/>
          </a:solidFill>
          <a:ln w="12065">
            <a:solidFill>
              <a:srgbClr val="1A1A16"/>
            </a:solidFill>
            <a:prstDash val="solid"/>
          </a:ln>
        </p:spPr>
      </p:sp>
      <p:sp>
        <p:nvSpPr>
          <p:cNvPr id="65" name="Shape 63"/>
          <p:cNvSpPr/>
          <p:nvPr/>
        </p:nvSpPr>
        <p:spPr>
          <a:xfrm>
            <a:off x="1689852" y="4242969"/>
            <a:ext cx="114297" cy="114297"/>
          </a:xfrm>
          <a:prstGeom prst="ellipse">
            <a:avLst/>
          </a:prstGeom>
          <a:solidFill>
            <a:srgbClr val="FFFFFF"/>
          </a:solidFill>
          <a:ln w="12065">
            <a:solidFill>
              <a:srgbClr val="1A1A16"/>
            </a:solidFill>
            <a:prstDash val="solid"/>
          </a:ln>
        </p:spPr>
      </p:sp>
      <p:sp>
        <p:nvSpPr>
          <p:cNvPr id="66" name="Shape 64"/>
          <p:cNvSpPr/>
          <p:nvPr/>
        </p:nvSpPr>
        <p:spPr>
          <a:xfrm>
            <a:off x="2236422" y="3291127"/>
            <a:ext cx="114297" cy="114297"/>
          </a:xfrm>
          <a:prstGeom prst="ellipse">
            <a:avLst/>
          </a:prstGeom>
          <a:solidFill>
            <a:srgbClr val="FFFFFF"/>
          </a:solidFill>
          <a:ln w="12065">
            <a:solidFill>
              <a:srgbClr val="1A1A16"/>
            </a:solidFill>
            <a:prstDash val="solid"/>
          </a:ln>
        </p:spPr>
      </p:sp>
      <p:sp>
        <p:nvSpPr>
          <p:cNvPr id="67" name="Shape 65"/>
          <p:cNvSpPr/>
          <p:nvPr/>
        </p:nvSpPr>
        <p:spPr>
          <a:xfrm>
            <a:off x="1751626" y="2656236"/>
            <a:ext cx="114297" cy="114297"/>
          </a:xfrm>
          <a:prstGeom prst="ellipse">
            <a:avLst/>
          </a:prstGeom>
          <a:solidFill>
            <a:srgbClr val="FFFFFF"/>
          </a:solidFill>
          <a:ln w="12065">
            <a:solidFill>
              <a:srgbClr val="1A1A16"/>
            </a:solidFill>
            <a:prstDash val="solid"/>
          </a:ln>
        </p:spPr>
      </p:sp>
      <p:sp>
        <p:nvSpPr>
          <p:cNvPr id="68" name="Shape 66"/>
          <p:cNvSpPr/>
          <p:nvPr/>
        </p:nvSpPr>
        <p:spPr>
          <a:xfrm>
            <a:off x="3232904" y="2841144"/>
            <a:ext cx="114297" cy="114297"/>
          </a:xfrm>
          <a:prstGeom prst="ellipse">
            <a:avLst/>
          </a:prstGeom>
          <a:solidFill>
            <a:srgbClr val="FFFFFF"/>
          </a:solidFill>
          <a:ln w="12065">
            <a:solidFill>
              <a:srgbClr val="1A1A16"/>
            </a:solidFill>
            <a:prstDash val="solid"/>
          </a:ln>
        </p:spPr>
      </p:sp>
      <p:sp>
        <p:nvSpPr>
          <p:cNvPr id="69" name="Shape 67"/>
          <p:cNvSpPr/>
          <p:nvPr/>
        </p:nvSpPr>
        <p:spPr>
          <a:xfrm>
            <a:off x="7280898" y="2246591"/>
            <a:ext cx="165096" cy="165096"/>
          </a:xfrm>
          <a:prstGeom prst="ellipse">
            <a:avLst/>
          </a:prstGeom>
          <a:solidFill>
            <a:srgbClr val="FFFFFF"/>
          </a:solidFill>
          <a:ln w="21589">
            <a:solidFill>
              <a:srgbClr val="1A1A16"/>
            </a:solidFill>
            <a:prstDash val="solid"/>
          </a:ln>
        </p:spPr>
      </p:sp>
      <p:sp>
        <p:nvSpPr>
          <p:cNvPr id="70" name="Shape 68"/>
          <p:cNvSpPr/>
          <p:nvPr/>
        </p:nvSpPr>
        <p:spPr>
          <a:xfrm>
            <a:off x="6355189" y="1688617"/>
            <a:ext cx="114297" cy="114297"/>
          </a:xfrm>
          <a:prstGeom prst="ellipse">
            <a:avLst/>
          </a:prstGeom>
          <a:solidFill>
            <a:srgbClr val="FFFFFF"/>
          </a:solidFill>
          <a:ln w="12065">
            <a:solidFill>
              <a:srgbClr val="1A1A16"/>
            </a:solidFill>
            <a:prstDash val="solid"/>
          </a:ln>
        </p:spPr>
      </p:sp>
      <p:sp>
        <p:nvSpPr>
          <p:cNvPr id="71" name="Shape 69"/>
          <p:cNvSpPr/>
          <p:nvPr/>
        </p:nvSpPr>
        <p:spPr>
          <a:xfrm>
            <a:off x="5660303" y="1393301"/>
            <a:ext cx="114297" cy="114297"/>
          </a:xfrm>
          <a:prstGeom prst="ellipse">
            <a:avLst/>
          </a:prstGeom>
          <a:solidFill>
            <a:srgbClr val="FFFFFF"/>
          </a:solidFill>
          <a:ln w="12065">
            <a:solidFill>
              <a:srgbClr val="1A1A16"/>
            </a:solidFill>
            <a:prstDash val="solid"/>
          </a:ln>
        </p:spPr>
      </p:sp>
      <p:sp>
        <p:nvSpPr>
          <p:cNvPr id="72" name="Shape 70"/>
          <p:cNvSpPr/>
          <p:nvPr/>
        </p:nvSpPr>
        <p:spPr>
          <a:xfrm>
            <a:off x="5855694" y="1677019"/>
            <a:ext cx="114297" cy="114297"/>
          </a:xfrm>
          <a:prstGeom prst="ellipse">
            <a:avLst/>
          </a:prstGeom>
          <a:solidFill>
            <a:srgbClr val="FFFFFF"/>
          </a:solidFill>
          <a:ln w="12065">
            <a:solidFill>
              <a:srgbClr val="1A1A16"/>
            </a:solidFill>
            <a:prstDash val="solid"/>
          </a:ln>
        </p:spPr>
      </p:sp>
      <p:sp>
        <p:nvSpPr>
          <p:cNvPr id="73" name="Shape 71"/>
          <p:cNvSpPr/>
          <p:nvPr/>
        </p:nvSpPr>
        <p:spPr>
          <a:xfrm>
            <a:off x="5669863" y="1968537"/>
            <a:ext cx="114297" cy="114297"/>
          </a:xfrm>
          <a:prstGeom prst="ellipse">
            <a:avLst/>
          </a:prstGeom>
          <a:solidFill>
            <a:srgbClr val="FFFFFF"/>
          </a:solidFill>
          <a:ln w="12065">
            <a:solidFill>
              <a:srgbClr val="1A1A16"/>
            </a:solidFill>
            <a:prstDash val="solid"/>
          </a:ln>
        </p:spPr>
      </p:sp>
      <p:sp>
        <p:nvSpPr>
          <p:cNvPr id="74" name="Shape 72"/>
          <p:cNvSpPr/>
          <p:nvPr/>
        </p:nvSpPr>
        <p:spPr>
          <a:xfrm>
            <a:off x="5975084" y="2094623"/>
            <a:ext cx="114297" cy="114297"/>
          </a:xfrm>
          <a:prstGeom prst="ellipse">
            <a:avLst/>
          </a:prstGeom>
          <a:solidFill>
            <a:srgbClr val="FFFFFF"/>
          </a:solidFill>
          <a:ln w="12065">
            <a:solidFill>
              <a:srgbClr val="1A1A16"/>
            </a:solidFill>
            <a:prstDash val="solid"/>
          </a:ln>
        </p:spPr>
      </p:sp>
      <p:sp>
        <p:nvSpPr>
          <p:cNvPr id="75" name="Shape 73"/>
          <p:cNvSpPr/>
          <p:nvPr/>
        </p:nvSpPr>
        <p:spPr>
          <a:xfrm>
            <a:off x="6714735" y="1467992"/>
            <a:ext cx="114297" cy="114297"/>
          </a:xfrm>
          <a:prstGeom prst="ellipse">
            <a:avLst/>
          </a:prstGeom>
          <a:solidFill>
            <a:srgbClr val="FFFFFF"/>
          </a:solidFill>
          <a:ln w="12065">
            <a:solidFill>
              <a:srgbClr val="1A1A16"/>
            </a:solidFill>
            <a:prstDash val="solid"/>
          </a:ln>
        </p:spPr>
      </p:sp>
      <p:sp>
        <p:nvSpPr>
          <p:cNvPr id="76" name="Shape 74"/>
          <p:cNvSpPr/>
          <p:nvPr/>
        </p:nvSpPr>
        <p:spPr>
          <a:xfrm>
            <a:off x="7019303" y="1820793"/>
            <a:ext cx="114297" cy="114297"/>
          </a:xfrm>
          <a:prstGeom prst="ellipse">
            <a:avLst/>
          </a:prstGeom>
          <a:solidFill>
            <a:srgbClr val="FFFFFF"/>
          </a:solidFill>
          <a:ln w="12065">
            <a:solidFill>
              <a:srgbClr val="1A1A16"/>
            </a:solidFill>
            <a:prstDash val="solid"/>
          </a:ln>
        </p:spPr>
      </p:sp>
      <p:sp>
        <p:nvSpPr>
          <p:cNvPr id="77" name="Shape 75"/>
          <p:cNvSpPr/>
          <p:nvPr/>
        </p:nvSpPr>
        <p:spPr>
          <a:xfrm>
            <a:off x="5532554" y="2395356"/>
            <a:ext cx="114297" cy="114297"/>
          </a:xfrm>
          <a:prstGeom prst="ellipse">
            <a:avLst/>
          </a:prstGeom>
          <a:solidFill>
            <a:srgbClr val="FFFFFF"/>
          </a:solidFill>
          <a:ln w="12065">
            <a:solidFill>
              <a:srgbClr val="1A1A16"/>
            </a:solidFill>
            <a:prstDash val="solid"/>
          </a:ln>
        </p:spPr>
      </p:sp>
      <p:sp>
        <p:nvSpPr>
          <p:cNvPr id="78" name="Shape 76"/>
          <p:cNvSpPr/>
          <p:nvPr/>
        </p:nvSpPr>
        <p:spPr>
          <a:xfrm>
            <a:off x="6688431" y="2343325"/>
            <a:ext cx="114297" cy="114297"/>
          </a:xfrm>
          <a:prstGeom prst="ellipse">
            <a:avLst/>
          </a:prstGeom>
          <a:solidFill>
            <a:srgbClr val="FFFFFF"/>
          </a:solidFill>
          <a:ln w="12065">
            <a:solidFill>
              <a:srgbClr val="1A1A16"/>
            </a:solidFill>
            <a:prstDash val="solid"/>
          </a:ln>
        </p:spPr>
      </p:sp>
      <p:sp>
        <p:nvSpPr>
          <p:cNvPr id="79" name="Shape 77"/>
          <p:cNvSpPr/>
          <p:nvPr/>
        </p:nvSpPr>
        <p:spPr>
          <a:xfrm>
            <a:off x="6007434" y="1278675"/>
            <a:ext cx="114297" cy="114297"/>
          </a:xfrm>
          <a:prstGeom prst="ellipse">
            <a:avLst/>
          </a:prstGeom>
          <a:solidFill>
            <a:srgbClr val="FFFFFF"/>
          </a:solidFill>
          <a:ln w="12065">
            <a:solidFill>
              <a:srgbClr val="1A1A16"/>
            </a:solidFill>
            <a:prstDash val="solid"/>
          </a:ln>
        </p:spPr>
      </p:sp>
      <p:sp>
        <p:nvSpPr>
          <p:cNvPr id="80" name="Shape 78"/>
          <p:cNvSpPr/>
          <p:nvPr/>
        </p:nvSpPr>
        <p:spPr>
          <a:xfrm>
            <a:off x="7315256" y="1319978"/>
            <a:ext cx="114297" cy="114297"/>
          </a:xfrm>
          <a:prstGeom prst="ellipse">
            <a:avLst/>
          </a:prstGeom>
          <a:solidFill>
            <a:srgbClr val="FFFFFF"/>
          </a:solidFill>
          <a:ln w="12065">
            <a:solidFill>
              <a:srgbClr val="1A1A16"/>
            </a:solidFill>
            <a:prstDash val="solid"/>
          </a:ln>
        </p:spPr>
      </p:sp>
      <p:sp>
        <p:nvSpPr>
          <p:cNvPr id="81" name="Shape 79"/>
          <p:cNvSpPr/>
          <p:nvPr/>
        </p:nvSpPr>
        <p:spPr>
          <a:xfrm>
            <a:off x="5855890" y="5069747"/>
            <a:ext cx="165096" cy="165096"/>
          </a:xfrm>
          <a:prstGeom prst="ellipse">
            <a:avLst/>
          </a:prstGeom>
          <a:solidFill>
            <a:srgbClr val="FFFFFF"/>
          </a:solidFill>
          <a:ln w="21589">
            <a:solidFill>
              <a:srgbClr val="1A1A16"/>
            </a:solidFill>
            <a:prstDash val="solid"/>
          </a:ln>
        </p:spPr>
      </p:sp>
      <p:sp>
        <p:nvSpPr>
          <p:cNvPr id="82" name="Shape 80"/>
          <p:cNvSpPr/>
          <p:nvPr/>
        </p:nvSpPr>
        <p:spPr>
          <a:xfrm>
            <a:off x="7394893" y="4978476"/>
            <a:ext cx="114297" cy="114297"/>
          </a:xfrm>
          <a:prstGeom prst="ellipse">
            <a:avLst/>
          </a:prstGeom>
          <a:solidFill>
            <a:srgbClr val="FFFFFF"/>
          </a:solidFill>
          <a:ln w="12065">
            <a:solidFill>
              <a:srgbClr val="1A1A16"/>
            </a:solidFill>
            <a:prstDash val="solid"/>
          </a:ln>
        </p:spPr>
      </p:sp>
      <p:sp>
        <p:nvSpPr>
          <p:cNvPr id="83" name="Shape 81"/>
          <p:cNvSpPr/>
          <p:nvPr/>
        </p:nvSpPr>
        <p:spPr>
          <a:xfrm>
            <a:off x="6429621" y="4990319"/>
            <a:ext cx="114297" cy="114297"/>
          </a:xfrm>
          <a:prstGeom prst="ellipse">
            <a:avLst/>
          </a:prstGeom>
          <a:solidFill>
            <a:srgbClr val="FFFFFF"/>
          </a:solidFill>
          <a:ln w="12065">
            <a:solidFill>
              <a:srgbClr val="1A1A16"/>
            </a:solidFill>
            <a:prstDash val="solid"/>
          </a:ln>
        </p:spPr>
      </p:sp>
      <p:sp>
        <p:nvSpPr>
          <p:cNvPr id="84" name="Shape 82"/>
          <p:cNvSpPr/>
          <p:nvPr/>
        </p:nvSpPr>
        <p:spPr>
          <a:xfrm>
            <a:off x="6814846" y="5005411"/>
            <a:ext cx="114297" cy="114297"/>
          </a:xfrm>
          <a:prstGeom prst="ellipse">
            <a:avLst/>
          </a:prstGeom>
          <a:solidFill>
            <a:srgbClr val="FFFFFF"/>
          </a:solidFill>
          <a:ln w="12065">
            <a:solidFill>
              <a:srgbClr val="1A1A16"/>
            </a:solidFill>
            <a:prstDash val="solid"/>
          </a:ln>
        </p:spPr>
      </p:sp>
      <p:sp>
        <p:nvSpPr>
          <p:cNvPr id="85" name="Shape 83"/>
          <p:cNvSpPr/>
          <p:nvPr/>
        </p:nvSpPr>
        <p:spPr>
          <a:xfrm>
            <a:off x="7393118" y="5397831"/>
            <a:ext cx="114297" cy="114297"/>
          </a:xfrm>
          <a:prstGeom prst="ellipse">
            <a:avLst/>
          </a:prstGeom>
          <a:solidFill>
            <a:srgbClr val="FFFFFF"/>
          </a:solidFill>
          <a:ln w="12065">
            <a:solidFill>
              <a:srgbClr val="1A1A16"/>
            </a:solidFill>
            <a:prstDash val="solid"/>
          </a:ln>
        </p:spPr>
      </p:sp>
      <p:sp>
        <p:nvSpPr>
          <p:cNvPr id="86" name="Shape 84"/>
          <p:cNvSpPr/>
          <p:nvPr/>
        </p:nvSpPr>
        <p:spPr>
          <a:xfrm>
            <a:off x="5793902" y="4415808"/>
            <a:ext cx="114297" cy="114297"/>
          </a:xfrm>
          <a:prstGeom prst="ellipse">
            <a:avLst/>
          </a:prstGeom>
          <a:solidFill>
            <a:srgbClr val="FFFFFF"/>
          </a:solidFill>
          <a:ln w="12065">
            <a:solidFill>
              <a:srgbClr val="1A1A16"/>
            </a:solidFill>
            <a:prstDash val="solid"/>
          </a:ln>
        </p:spPr>
      </p:sp>
      <p:sp>
        <p:nvSpPr>
          <p:cNvPr id="87" name="Shape 85"/>
          <p:cNvSpPr/>
          <p:nvPr/>
        </p:nvSpPr>
        <p:spPr>
          <a:xfrm>
            <a:off x="6583593" y="4642345"/>
            <a:ext cx="114297" cy="114297"/>
          </a:xfrm>
          <a:prstGeom prst="ellipse">
            <a:avLst/>
          </a:prstGeom>
          <a:solidFill>
            <a:srgbClr val="FFFFFF"/>
          </a:solidFill>
          <a:ln w="12065">
            <a:solidFill>
              <a:srgbClr val="1A1A16"/>
            </a:solidFill>
            <a:prstDash val="solid"/>
          </a:ln>
        </p:spPr>
      </p:sp>
      <p:sp>
        <p:nvSpPr>
          <p:cNvPr id="88" name="Shape 86"/>
          <p:cNvSpPr/>
          <p:nvPr/>
        </p:nvSpPr>
        <p:spPr>
          <a:xfrm>
            <a:off x="7454168" y="4471210"/>
            <a:ext cx="114297" cy="114297"/>
          </a:xfrm>
          <a:prstGeom prst="ellipse">
            <a:avLst/>
          </a:prstGeom>
          <a:solidFill>
            <a:srgbClr val="FFFFFF"/>
          </a:solidFill>
          <a:ln w="12065">
            <a:solidFill>
              <a:srgbClr val="1A1A16"/>
            </a:solidFill>
            <a:prstDash val="solid"/>
          </a:ln>
        </p:spPr>
      </p:sp>
      <p:sp>
        <p:nvSpPr>
          <p:cNvPr id="89" name="Shape 87"/>
          <p:cNvSpPr/>
          <p:nvPr/>
        </p:nvSpPr>
        <p:spPr>
          <a:xfrm>
            <a:off x="6694675" y="5445492"/>
            <a:ext cx="114297" cy="114297"/>
          </a:xfrm>
          <a:prstGeom prst="ellipse">
            <a:avLst/>
          </a:prstGeom>
          <a:solidFill>
            <a:srgbClr val="FFFFFF"/>
          </a:solidFill>
          <a:ln w="12065">
            <a:solidFill>
              <a:srgbClr val="1A1A16"/>
            </a:solidFill>
            <a:prstDash val="solid"/>
          </a:ln>
        </p:spPr>
      </p:sp>
      <p:sp>
        <p:nvSpPr>
          <p:cNvPr id="90" name="Shape 88"/>
          <p:cNvSpPr/>
          <p:nvPr/>
        </p:nvSpPr>
        <p:spPr>
          <a:xfrm>
            <a:off x="6269881" y="5326017"/>
            <a:ext cx="114297" cy="114297"/>
          </a:xfrm>
          <a:prstGeom prst="ellipse">
            <a:avLst/>
          </a:prstGeom>
          <a:solidFill>
            <a:srgbClr val="FFFFFF"/>
          </a:solidFill>
          <a:ln w="12065">
            <a:solidFill>
              <a:srgbClr val="1A1A16"/>
            </a:solidFill>
            <a:prstDash val="solid"/>
          </a:ln>
        </p:spPr>
      </p:sp>
      <p:sp>
        <p:nvSpPr>
          <p:cNvPr id="91" name="Shape 89"/>
          <p:cNvSpPr/>
          <p:nvPr/>
        </p:nvSpPr>
        <p:spPr>
          <a:xfrm>
            <a:off x="7121606" y="4756664"/>
            <a:ext cx="114297" cy="114297"/>
          </a:xfrm>
          <a:prstGeom prst="ellipse">
            <a:avLst/>
          </a:prstGeom>
          <a:solidFill>
            <a:srgbClr val="FFFFFF"/>
          </a:solidFill>
          <a:ln w="12065">
            <a:solidFill>
              <a:srgbClr val="1A1A16"/>
            </a:solidFill>
            <a:prstDash val="solid"/>
          </a:ln>
        </p:spPr>
      </p:sp>
      <p:sp>
        <p:nvSpPr>
          <p:cNvPr id="92" name="Shape 90"/>
          <p:cNvSpPr/>
          <p:nvPr/>
        </p:nvSpPr>
        <p:spPr>
          <a:xfrm>
            <a:off x="10143050" y="2838077"/>
            <a:ext cx="165096" cy="165096"/>
          </a:xfrm>
          <a:prstGeom prst="ellipse">
            <a:avLst/>
          </a:prstGeom>
          <a:solidFill>
            <a:srgbClr val="FFFFFF"/>
          </a:solidFill>
          <a:ln w="21589">
            <a:solidFill>
              <a:srgbClr val="1A1A16"/>
            </a:solidFill>
            <a:prstDash val="solid"/>
          </a:ln>
        </p:spPr>
      </p:sp>
      <p:sp>
        <p:nvSpPr>
          <p:cNvPr id="93" name="Shape 91"/>
          <p:cNvSpPr/>
          <p:nvPr/>
        </p:nvSpPr>
        <p:spPr>
          <a:xfrm>
            <a:off x="9640588" y="3271605"/>
            <a:ext cx="114297" cy="114297"/>
          </a:xfrm>
          <a:prstGeom prst="ellipse">
            <a:avLst/>
          </a:prstGeom>
          <a:solidFill>
            <a:srgbClr val="FFFFFF"/>
          </a:solidFill>
          <a:ln w="12065">
            <a:solidFill>
              <a:srgbClr val="1A1A16"/>
            </a:solidFill>
            <a:prstDash val="solid"/>
          </a:ln>
        </p:spPr>
      </p:sp>
      <p:sp>
        <p:nvSpPr>
          <p:cNvPr id="94" name="Shape 92"/>
          <p:cNvSpPr/>
          <p:nvPr/>
        </p:nvSpPr>
        <p:spPr>
          <a:xfrm>
            <a:off x="9952856" y="4039091"/>
            <a:ext cx="114297" cy="114297"/>
          </a:xfrm>
          <a:prstGeom prst="ellipse">
            <a:avLst/>
          </a:prstGeom>
          <a:solidFill>
            <a:srgbClr val="FFFFFF"/>
          </a:solidFill>
          <a:ln w="12065">
            <a:solidFill>
              <a:srgbClr val="1A1A16"/>
            </a:solidFill>
            <a:prstDash val="solid"/>
          </a:ln>
        </p:spPr>
      </p:sp>
      <p:sp>
        <p:nvSpPr>
          <p:cNvPr id="95" name="Shape 93"/>
          <p:cNvSpPr/>
          <p:nvPr/>
        </p:nvSpPr>
        <p:spPr>
          <a:xfrm>
            <a:off x="10254939" y="3391317"/>
            <a:ext cx="114297" cy="114297"/>
          </a:xfrm>
          <a:prstGeom prst="ellipse">
            <a:avLst/>
          </a:prstGeom>
          <a:solidFill>
            <a:srgbClr val="FFFFFF"/>
          </a:solidFill>
          <a:ln w="12065">
            <a:solidFill>
              <a:srgbClr val="1A1A16"/>
            </a:solidFill>
            <a:prstDash val="solid"/>
          </a:ln>
        </p:spPr>
      </p:sp>
      <p:sp>
        <p:nvSpPr>
          <p:cNvPr id="96" name="Shape 94"/>
          <p:cNvSpPr/>
          <p:nvPr/>
        </p:nvSpPr>
        <p:spPr>
          <a:xfrm>
            <a:off x="10829964" y="3608113"/>
            <a:ext cx="114297" cy="114297"/>
          </a:xfrm>
          <a:prstGeom prst="ellipse">
            <a:avLst/>
          </a:prstGeom>
          <a:solidFill>
            <a:srgbClr val="FFFFFF"/>
          </a:solidFill>
          <a:ln w="12065">
            <a:solidFill>
              <a:srgbClr val="1A1A16"/>
            </a:solidFill>
            <a:prstDash val="solid"/>
          </a:ln>
        </p:spPr>
      </p:sp>
      <p:sp>
        <p:nvSpPr>
          <p:cNvPr id="97" name="Shape 95"/>
          <p:cNvSpPr/>
          <p:nvPr/>
        </p:nvSpPr>
        <p:spPr>
          <a:xfrm>
            <a:off x="9588027" y="3614132"/>
            <a:ext cx="114297" cy="114297"/>
          </a:xfrm>
          <a:prstGeom prst="ellipse">
            <a:avLst/>
          </a:prstGeom>
          <a:solidFill>
            <a:srgbClr val="FFFFFF"/>
          </a:solidFill>
          <a:ln w="12065">
            <a:solidFill>
              <a:srgbClr val="1A1A16"/>
            </a:solidFill>
            <a:prstDash val="solid"/>
          </a:ln>
        </p:spPr>
      </p:sp>
      <p:sp>
        <p:nvSpPr>
          <p:cNvPr id="98" name="Shape 96"/>
          <p:cNvSpPr/>
          <p:nvPr/>
        </p:nvSpPr>
        <p:spPr>
          <a:xfrm>
            <a:off x="10648016" y="3143596"/>
            <a:ext cx="114297" cy="114297"/>
          </a:xfrm>
          <a:prstGeom prst="ellipse">
            <a:avLst/>
          </a:prstGeom>
          <a:solidFill>
            <a:srgbClr val="FFFFFF"/>
          </a:solidFill>
          <a:ln w="12065">
            <a:solidFill>
              <a:srgbClr val="1A1A16"/>
            </a:solidFill>
            <a:prstDash val="solid"/>
          </a:ln>
        </p:spPr>
      </p:sp>
      <p:sp>
        <p:nvSpPr>
          <p:cNvPr id="99" name="Shape 97"/>
          <p:cNvSpPr/>
          <p:nvPr/>
        </p:nvSpPr>
        <p:spPr>
          <a:xfrm>
            <a:off x="11165509" y="3769354"/>
            <a:ext cx="114297" cy="114297"/>
          </a:xfrm>
          <a:prstGeom prst="ellipse">
            <a:avLst/>
          </a:prstGeom>
          <a:solidFill>
            <a:srgbClr val="FFFFFF"/>
          </a:solidFill>
          <a:ln w="12065">
            <a:solidFill>
              <a:srgbClr val="1A1A16"/>
            </a:solidFill>
            <a:prstDash val="solid"/>
          </a:ln>
        </p:spPr>
      </p:sp>
      <p:sp>
        <p:nvSpPr>
          <p:cNvPr id="100" name="Shape 98"/>
          <p:cNvSpPr/>
          <p:nvPr/>
        </p:nvSpPr>
        <p:spPr>
          <a:xfrm>
            <a:off x="10451984" y="3983817"/>
            <a:ext cx="114297" cy="114297"/>
          </a:xfrm>
          <a:prstGeom prst="ellipse">
            <a:avLst/>
          </a:prstGeom>
          <a:solidFill>
            <a:srgbClr val="FFFFFF"/>
          </a:solidFill>
          <a:ln w="12065">
            <a:solidFill>
              <a:srgbClr val="1A1A16"/>
            </a:solidFill>
            <a:prstDash val="solid"/>
          </a:ln>
        </p:spPr>
      </p:sp>
      <p:sp>
        <p:nvSpPr>
          <p:cNvPr id="101" name="Shape 99"/>
          <p:cNvSpPr/>
          <p:nvPr/>
        </p:nvSpPr>
        <p:spPr>
          <a:xfrm>
            <a:off x="10833375" y="2360785"/>
            <a:ext cx="114297" cy="114297"/>
          </a:xfrm>
          <a:prstGeom prst="ellipse">
            <a:avLst/>
          </a:prstGeom>
          <a:solidFill>
            <a:srgbClr val="FFFFFF"/>
          </a:solidFill>
          <a:ln w="12065">
            <a:solidFill>
              <a:srgbClr val="1A1A16"/>
            </a:solidFill>
            <a:prstDash val="solid"/>
          </a:ln>
        </p:spPr>
      </p:sp>
      <p:sp>
        <p:nvSpPr>
          <p:cNvPr id="102" name="Shape 100"/>
          <p:cNvSpPr/>
          <p:nvPr/>
        </p:nvSpPr>
        <p:spPr>
          <a:xfrm>
            <a:off x="10642951" y="2788686"/>
            <a:ext cx="114297" cy="114297"/>
          </a:xfrm>
          <a:prstGeom prst="ellipse">
            <a:avLst/>
          </a:prstGeom>
          <a:solidFill>
            <a:srgbClr val="FFFFFF"/>
          </a:solidFill>
          <a:ln w="12065">
            <a:solidFill>
              <a:srgbClr val="1A1A16"/>
            </a:solidFill>
            <a:prstDash val="solid"/>
          </a:ln>
        </p:spPr>
      </p:sp>
      <p:sp>
        <p:nvSpPr>
          <p:cNvPr id="103" name="Shape 101"/>
          <p:cNvSpPr/>
          <p:nvPr/>
        </p:nvSpPr>
        <p:spPr>
          <a:xfrm>
            <a:off x="9842126" y="2429654"/>
            <a:ext cx="114297" cy="114297"/>
          </a:xfrm>
          <a:prstGeom prst="ellipse">
            <a:avLst/>
          </a:prstGeom>
          <a:solidFill>
            <a:srgbClr val="FFFFFF"/>
          </a:solidFill>
          <a:ln w="12065">
            <a:solidFill>
              <a:srgbClr val="1A1A16"/>
            </a:solidFill>
            <a:prstDash val="solid"/>
          </a:ln>
        </p:spPr>
      </p:sp>
      <p:sp>
        <p:nvSpPr>
          <p:cNvPr id="104" name="Text 102"/>
          <p:cNvSpPr txBox="1"/>
          <p:nvPr/>
        </p:nvSpPr>
        <p:spPr>
          <a:xfrm>
            <a:off x="9905752" y="6222844"/>
            <a:ext cx="2031949" cy="215895"/>
          </a:xfrm>
          <a:prstGeom prst="rect">
            <a:avLst/>
          </a:prstGeom>
          <a:noFill/>
          <a:ln/>
        </p:spPr>
        <p:txBody>
          <a:bodyPr wrap="square" lIns="0" tIns="0" rIns="0" bIns="0" rtlCol="0" anchor="t"/>
          <a:lstStyle/>
          <a:p>
            <a:pPr algn="l" indent="0" marL="0">
              <a:buNone/>
            </a:pPr>
            <a:r>
              <a:rPr lang="en-US" sz="1000" dirty="0">
                <a:solidFill>
                  <a:srgbClr val="8A8A80"/>
                </a:solidFill>
                <a:latin typeface="Calibri" pitchFamily="34" charset="0"/>
                <a:ea typeface="Calibri" pitchFamily="34" charset="-122"/>
                <a:cs typeface="Calibri" pitchFamily="34" charset="-120"/>
              </a:rPr>
              <a:t>schematic</a:t>
            </a:r>
            <a:endParaRPr lang="en-US" sz="1000" dirty="0"/>
          </a:p>
        </p:txBody>
      </p:sp>
      <p:sp>
        <p:nvSpPr>
          <p:cNvPr id="105" name="Shape 103"/>
          <p:cNvSpPr/>
          <p:nvPr/>
        </p:nvSpPr>
        <p:spPr>
          <a:xfrm>
            <a:off x="2639495" y="4063023"/>
            <a:ext cx="1881592" cy="108822"/>
          </a:xfrm>
          <a:prstGeom prst="line">
            <a:avLst/>
          </a:prstGeom>
          <a:noFill/>
          <a:ln w="11430">
            <a:solidFill>
              <a:srgbClr val="1F6F78"/>
            </a:solidFill>
            <a:prstDash val="solid"/>
          </a:ln>
        </p:spPr>
      </p:sp>
      <p:sp>
        <p:nvSpPr>
          <p:cNvPr id="106" name="Shape 104"/>
          <p:cNvSpPr/>
          <p:nvPr/>
        </p:nvSpPr>
        <p:spPr>
          <a:xfrm>
            <a:off x="4521087" y="4171846"/>
            <a:ext cx="2842359" cy="-1842707"/>
          </a:xfrm>
          <a:prstGeom prst="line">
            <a:avLst/>
          </a:prstGeom>
          <a:noFill/>
          <a:ln w="11430">
            <a:solidFill>
              <a:srgbClr val="1F6F78"/>
            </a:solidFill>
            <a:prstDash val="solid"/>
          </a:ln>
        </p:spPr>
      </p:sp>
      <p:sp>
        <p:nvSpPr>
          <p:cNvPr id="107" name="Shape 105"/>
          <p:cNvSpPr/>
          <p:nvPr/>
        </p:nvSpPr>
        <p:spPr>
          <a:xfrm>
            <a:off x="4521087" y="4171846"/>
            <a:ext cx="1417351" cy="980449"/>
          </a:xfrm>
          <a:prstGeom prst="line">
            <a:avLst/>
          </a:prstGeom>
          <a:noFill/>
          <a:ln w="11430">
            <a:solidFill>
              <a:srgbClr val="1F6F78"/>
            </a:solidFill>
            <a:prstDash val="solid"/>
          </a:ln>
        </p:spPr>
      </p:sp>
      <p:sp>
        <p:nvSpPr>
          <p:cNvPr id="108" name="Shape 106"/>
          <p:cNvSpPr/>
          <p:nvPr/>
        </p:nvSpPr>
        <p:spPr>
          <a:xfrm>
            <a:off x="4438539" y="4089298"/>
            <a:ext cx="165096" cy="165096"/>
          </a:xfrm>
          <a:prstGeom prst="ellipse">
            <a:avLst/>
          </a:prstGeom>
          <a:solidFill>
            <a:srgbClr val="FFFFFF"/>
          </a:solidFill>
          <a:ln w="15240">
            <a:solidFill>
              <a:srgbClr val="1F6F78"/>
            </a:solidFill>
            <a:prstDash val="solid"/>
          </a:ln>
        </p:spPr>
      </p:sp>
      <p:sp>
        <p:nvSpPr>
          <p:cNvPr id="109" name="Shape 107"/>
          <p:cNvSpPr/>
          <p:nvPr/>
        </p:nvSpPr>
        <p:spPr>
          <a:xfrm>
            <a:off x="4470288" y="4171846"/>
            <a:ext cx="101597" cy="0"/>
          </a:xfrm>
          <a:prstGeom prst="line">
            <a:avLst/>
          </a:prstGeom>
          <a:noFill/>
          <a:ln w="13970">
            <a:solidFill>
              <a:srgbClr val="1F6F78"/>
            </a:solidFill>
            <a:prstDash val="solid"/>
          </a:ln>
        </p:spPr>
      </p:sp>
      <p:sp>
        <p:nvSpPr>
          <p:cNvPr id="110" name="Shape 108"/>
          <p:cNvSpPr/>
          <p:nvPr/>
        </p:nvSpPr>
        <p:spPr>
          <a:xfrm>
            <a:off x="4521087" y="4121047"/>
            <a:ext cx="0" cy="101597"/>
          </a:xfrm>
          <a:prstGeom prst="line">
            <a:avLst/>
          </a:prstGeom>
          <a:noFill/>
          <a:ln w="13970">
            <a:solidFill>
              <a:srgbClr val="1F6F78"/>
            </a:solidFill>
            <a:prstDash val="solid"/>
          </a:ln>
        </p:spPr>
      </p:sp>
      <p:sp>
        <p:nvSpPr>
          <p:cNvPr id="111" name="Shape 109"/>
          <p:cNvSpPr/>
          <p:nvPr/>
        </p:nvSpPr>
        <p:spPr>
          <a:xfrm>
            <a:off x="4521087" y="3625759"/>
            <a:ext cx="0" cy="463538"/>
          </a:xfrm>
          <a:prstGeom prst="line">
            <a:avLst/>
          </a:prstGeom>
          <a:noFill/>
          <a:ln w="15240">
            <a:solidFill>
              <a:srgbClr val="1A1A16"/>
            </a:solidFill>
            <a:prstDash val="solid"/>
            <a:headEnd type="triangle"/>
          </a:ln>
        </p:spPr>
      </p:sp>
      <p:sp>
        <p:nvSpPr>
          <p:cNvPr id="112" name="Shape 110"/>
          <p:cNvSpPr/>
          <p:nvPr/>
        </p:nvSpPr>
        <p:spPr>
          <a:xfrm>
            <a:off x="4314082" y="3253659"/>
            <a:ext cx="414010" cy="414010"/>
          </a:xfrm>
          <a:prstGeom prst="diamond">
            <a:avLst/>
          </a:prstGeom>
          <a:solidFill>
            <a:srgbClr val="FFFFFF"/>
          </a:solidFill>
          <a:ln w="25399">
            <a:solidFill>
              <a:srgbClr val="1A1A16"/>
            </a:solidFill>
            <a:prstDash val="solid"/>
          </a:ln>
        </p:spPr>
      </p:sp>
      <p:sp>
        <p:nvSpPr>
          <p:cNvPr id="113" name="Text 111"/>
          <p:cNvSpPr txBox="1"/>
          <p:nvPr/>
        </p:nvSpPr>
        <p:spPr>
          <a:xfrm>
            <a:off x="4800480" y="3371766"/>
            <a:ext cx="3936902"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proposed</a:t>
            </a:r>
            <a:endParaRPr lang="en-US" sz="1100" dirty="0"/>
          </a:p>
        </p:txBody>
      </p:sp>
      <p:sp>
        <p:nvSpPr>
          <p:cNvPr id="114" name="Text 112"/>
          <p:cNvSpPr txBox="1"/>
          <p:nvPr/>
        </p:nvSpPr>
        <p:spPr>
          <a:xfrm>
            <a:off x="952476" y="888978"/>
            <a:ext cx="6222844"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a claim nobody has written, in a gap the structure names</a:t>
            </a:r>
            <a:endParaRPr lang="en-US" sz="1100" dirty="0"/>
          </a:p>
        </p:txBody>
      </p:sp>
      <p:sp>
        <p:nvSpPr>
          <p:cNvPr id="115" name="Text 113"/>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WISH TWO · A CLAIM IN A GAP THE STRUCTURE NAMES</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476" y="4672802"/>
            <a:ext cx="247946" cy="178915"/>
          </a:xfrm>
          <a:prstGeom prst="line">
            <a:avLst/>
          </a:prstGeom>
          <a:noFill/>
          <a:ln w="8890">
            <a:solidFill>
              <a:srgbClr val="AFAFAD"/>
            </a:solidFill>
            <a:prstDash val="solid"/>
          </a:ln>
        </p:spPr>
      </p:sp>
      <p:sp>
        <p:nvSpPr>
          <p:cNvPr id="3" name="Shape 1"/>
          <p:cNvSpPr/>
          <p:nvPr/>
        </p:nvSpPr>
        <p:spPr>
          <a:xfrm>
            <a:off x="1448369" y="4749909"/>
            <a:ext cx="-247946" cy="101808"/>
          </a:xfrm>
          <a:prstGeom prst="line">
            <a:avLst/>
          </a:prstGeom>
          <a:noFill/>
          <a:ln w="8890">
            <a:solidFill>
              <a:srgbClr val="AFAFAD"/>
            </a:solidFill>
            <a:prstDash val="solid"/>
          </a:ln>
        </p:spPr>
      </p:sp>
      <p:sp>
        <p:nvSpPr>
          <p:cNvPr id="4" name="Shape 2"/>
          <p:cNvSpPr/>
          <p:nvPr/>
        </p:nvSpPr>
        <p:spPr>
          <a:xfrm>
            <a:off x="1448369" y="4749909"/>
            <a:ext cx="247946" cy="136679"/>
          </a:xfrm>
          <a:prstGeom prst="line">
            <a:avLst/>
          </a:prstGeom>
          <a:noFill/>
          <a:ln w="8890">
            <a:solidFill>
              <a:srgbClr val="AFAFAD"/>
            </a:solidFill>
            <a:prstDash val="solid"/>
          </a:ln>
        </p:spPr>
      </p:sp>
      <p:sp>
        <p:nvSpPr>
          <p:cNvPr id="5" name="Shape 3"/>
          <p:cNvSpPr/>
          <p:nvPr/>
        </p:nvSpPr>
        <p:spPr>
          <a:xfrm>
            <a:off x="1696315" y="4886588"/>
            <a:ext cx="247946" cy="12735"/>
          </a:xfrm>
          <a:prstGeom prst="line">
            <a:avLst/>
          </a:prstGeom>
          <a:noFill/>
          <a:ln w="8890">
            <a:solidFill>
              <a:srgbClr val="AFAFAD"/>
            </a:solidFill>
            <a:prstDash val="solid"/>
          </a:ln>
        </p:spPr>
      </p:sp>
      <p:sp>
        <p:nvSpPr>
          <p:cNvPr id="6" name="Shape 4"/>
          <p:cNvSpPr/>
          <p:nvPr/>
        </p:nvSpPr>
        <p:spPr>
          <a:xfrm>
            <a:off x="2192207" y="4572068"/>
            <a:ext cx="-247946" cy="327256"/>
          </a:xfrm>
          <a:prstGeom prst="line">
            <a:avLst/>
          </a:prstGeom>
          <a:noFill/>
          <a:ln w="8890">
            <a:solidFill>
              <a:srgbClr val="AFAFAD"/>
            </a:solidFill>
            <a:prstDash val="solid"/>
          </a:ln>
        </p:spPr>
      </p:sp>
      <p:sp>
        <p:nvSpPr>
          <p:cNvPr id="7" name="Shape 5"/>
          <p:cNvSpPr/>
          <p:nvPr/>
        </p:nvSpPr>
        <p:spPr>
          <a:xfrm>
            <a:off x="2440153" y="4541479"/>
            <a:ext cx="-247946" cy="30588"/>
          </a:xfrm>
          <a:prstGeom prst="line">
            <a:avLst/>
          </a:prstGeom>
          <a:noFill/>
          <a:ln w="8890">
            <a:solidFill>
              <a:srgbClr val="AFAFAD"/>
            </a:solidFill>
            <a:prstDash val="solid"/>
          </a:ln>
        </p:spPr>
      </p:sp>
      <p:sp>
        <p:nvSpPr>
          <p:cNvPr id="8" name="Shape 6"/>
          <p:cNvSpPr/>
          <p:nvPr/>
        </p:nvSpPr>
        <p:spPr>
          <a:xfrm>
            <a:off x="2440153" y="4541479"/>
            <a:ext cx="247946" cy="481545"/>
          </a:xfrm>
          <a:prstGeom prst="line">
            <a:avLst/>
          </a:prstGeom>
          <a:noFill/>
          <a:ln w="8890">
            <a:solidFill>
              <a:srgbClr val="AFAFAD"/>
            </a:solidFill>
            <a:prstDash val="solid"/>
          </a:ln>
        </p:spPr>
      </p:sp>
      <p:sp>
        <p:nvSpPr>
          <p:cNvPr id="9" name="Shape 7"/>
          <p:cNvSpPr/>
          <p:nvPr/>
        </p:nvSpPr>
        <p:spPr>
          <a:xfrm>
            <a:off x="2936046" y="4685297"/>
            <a:ext cx="-247946" cy="337726"/>
          </a:xfrm>
          <a:prstGeom prst="line">
            <a:avLst/>
          </a:prstGeom>
          <a:noFill/>
          <a:ln w="8890">
            <a:solidFill>
              <a:srgbClr val="AFAFAD"/>
            </a:solidFill>
            <a:prstDash val="solid"/>
          </a:ln>
        </p:spPr>
      </p:sp>
      <p:sp>
        <p:nvSpPr>
          <p:cNvPr id="10" name="Shape 8"/>
          <p:cNvSpPr/>
          <p:nvPr/>
        </p:nvSpPr>
        <p:spPr>
          <a:xfrm>
            <a:off x="3183992" y="4670679"/>
            <a:ext cx="-247946" cy="14618"/>
          </a:xfrm>
          <a:prstGeom prst="line">
            <a:avLst/>
          </a:prstGeom>
          <a:noFill/>
          <a:ln w="8890">
            <a:solidFill>
              <a:srgbClr val="AFAFAD"/>
            </a:solidFill>
            <a:prstDash val="solid"/>
          </a:ln>
        </p:spPr>
      </p:sp>
      <p:sp>
        <p:nvSpPr>
          <p:cNvPr id="11" name="Shape 9"/>
          <p:cNvSpPr/>
          <p:nvPr/>
        </p:nvSpPr>
        <p:spPr>
          <a:xfrm>
            <a:off x="3183992" y="4670679"/>
            <a:ext cx="247946" cy="444748"/>
          </a:xfrm>
          <a:prstGeom prst="line">
            <a:avLst/>
          </a:prstGeom>
          <a:noFill/>
          <a:ln w="8890">
            <a:solidFill>
              <a:srgbClr val="AFAFAD"/>
            </a:solidFill>
            <a:prstDash val="solid"/>
          </a:ln>
        </p:spPr>
      </p:sp>
      <p:sp>
        <p:nvSpPr>
          <p:cNvPr id="12" name="Shape 10"/>
          <p:cNvSpPr/>
          <p:nvPr/>
        </p:nvSpPr>
        <p:spPr>
          <a:xfrm>
            <a:off x="3679884" y="4808508"/>
            <a:ext cx="-247946" cy="306920"/>
          </a:xfrm>
          <a:prstGeom prst="line">
            <a:avLst/>
          </a:prstGeom>
          <a:noFill/>
          <a:ln w="8890">
            <a:solidFill>
              <a:srgbClr val="AFAFAD"/>
            </a:solidFill>
            <a:prstDash val="solid"/>
          </a:ln>
        </p:spPr>
      </p:sp>
      <p:sp>
        <p:nvSpPr>
          <p:cNvPr id="13" name="Shape 11"/>
          <p:cNvSpPr/>
          <p:nvPr/>
        </p:nvSpPr>
        <p:spPr>
          <a:xfrm>
            <a:off x="3679884" y="4808508"/>
            <a:ext cx="247946" cy="213927"/>
          </a:xfrm>
          <a:prstGeom prst="line">
            <a:avLst/>
          </a:prstGeom>
          <a:noFill/>
          <a:ln w="8890">
            <a:solidFill>
              <a:srgbClr val="AFAFAD"/>
            </a:solidFill>
            <a:prstDash val="solid"/>
          </a:ln>
        </p:spPr>
      </p:sp>
      <p:sp>
        <p:nvSpPr>
          <p:cNvPr id="14" name="Shape 12"/>
          <p:cNvSpPr/>
          <p:nvPr/>
        </p:nvSpPr>
        <p:spPr>
          <a:xfrm>
            <a:off x="4175777" y="4812065"/>
            <a:ext cx="-247946" cy="210370"/>
          </a:xfrm>
          <a:prstGeom prst="line">
            <a:avLst/>
          </a:prstGeom>
          <a:noFill/>
          <a:ln w="8890">
            <a:solidFill>
              <a:srgbClr val="AFAFAD"/>
            </a:solidFill>
            <a:prstDash val="solid"/>
          </a:ln>
        </p:spPr>
      </p:sp>
      <p:sp>
        <p:nvSpPr>
          <p:cNvPr id="15" name="Shape 13"/>
          <p:cNvSpPr/>
          <p:nvPr/>
        </p:nvSpPr>
        <p:spPr>
          <a:xfrm>
            <a:off x="4175777" y="4812065"/>
            <a:ext cx="247946" cy="95056"/>
          </a:xfrm>
          <a:prstGeom prst="line">
            <a:avLst/>
          </a:prstGeom>
          <a:noFill/>
          <a:ln w="8890">
            <a:solidFill>
              <a:srgbClr val="AFAFAD"/>
            </a:solidFill>
            <a:prstDash val="solid"/>
          </a:ln>
        </p:spPr>
      </p:sp>
      <p:sp>
        <p:nvSpPr>
          <p:cNvPr id="16" name="Shape 14"/>
          <p:cNvSpPr/>
          <p:nvPr/>
        </p:nvSpPr>
        <p:spPr>
          <a:xfrm>
            <a:off x="4671669" y="4621775"/>
            <a:ext cx="-247946" cy="285346"/>
          </a:xfrm>
          <a:prstGeom prst="line">
            <a:avLst/>
          </a:prstGeom>
          <a:noFill/>
          <a:ln w="8890">
            <a:solidFill>
              <a:srgbClr val="AFAFAD"/>
            </a:solidFill>
            <a:prstDash val="solid"/>
          </a:ln>
        </p:spPr>
      </p:sp>
      <p:sp>
        <p:nvSpPr>
          <p:cNvPr id="17" name="Shape 15"/>
          <p:cNvSpPr/>
          <p:nvPr/>
        </p:nvSpPr>
        <p:spPr>
          <a:xfrm>
            <a:off x="4671669" y="4621775"/>
            <a:ext cx="247946" cy="282888"/>
          </a:xfrm>
          <a:prstGeom prst="line">
            <a:avLst/>
          </a:prstGeom>
          <a:noFill/>
          <a:ln w="8890">
            <a:solidFill>
              <a:srgbClr val="AFAFAD"/>
            </a:solidFill>
            <a:prstDash val="solid"/>
          </a:ln>
        </p:spPr>
      </p:sp>
      <p:sp>
        <p:nvSpPr>
          <p:cNvPr id="18" name="Shape 16"/>
          <p:cNvSpPr/>
          <p:nvPr/>
        </p:nvSpPr>
        <p:spPr>
          <a:xfrm>
            <a:off x="4919615" y="4904663"/>
            <a:ext cx="247946" cy="136223"/>
          </a:xfrm>
          <a:prstGeom prst="line">
            <a:avLst/>
          </a:prstGeom>
          <a:noFill/>
          <a:ln w="8890">
            <a:solidFill>
              <a:srgbClr val="AFAFAD"/>
            </a:solidFill>
            <a:prstDash val="solid"/>
          </a:ln>
        </p:spPr>
      </p:sp>
      <p:sp>
        <p:nvSpPr>
          <p:cNvPr id="19" name="Shape 17"/>
          <p:cNvSpPr/>
          <p:nvPr/>
        </p:nvSpPr>
        <p:spPr>
          <a:xfrm>
            <a:off x="5415507" y="4839421"/>
            <a:ext cx="-247946" cy="201465"/>
          </a:xfrm>
          <a:prstGeom prst="line">
            <a:avLst/>
          </a:prstGeom>
          <a:noFill/>
          <a:ln w="8890">
            <a:solidFill>
              <a:srgbClr val="AFAFAD"/>
            </a:solidFill>
            <a:prstDash val="solid"/>
          </a:ln>
        </p:spPr>
      </p:sp>
      <p:sp>
        <p:nvSpPr>
          <p:cNvPr id="20" name="Shape 18"/>
          <p:cNvSpPr/>
          <p:nvPr/>
        </p:nvSpPr>
        <p:spPr>
          <a:xfrm>
            <a:off x="5415507" y="4839421"/>
            <a:ext cx="247946" cy="127394"/>
          </a:xfrm>
          <a:prstGeom prst="line">
            <a:avLst/>
          </a:prstGeom>
          <a:noFill/>
          <a:ln w="8890">
            <a:solidFill>
              <a:srgbClr val="AFAFAD"/>
            </a:solidFill>
            <a:prstDash val="solid"/>
          </a:ln>
        </p:spPr>
      </p:sp>
      <p:sp>
        <p:nvSpPr>
          <p:cNvPr id="21" name="Shape 19"/>
          <p:cNvSpPr/>
          <p:nvPr/>
        </p:nvSpPr>
        <p:spPr>
          <a:xfrm>
            <a:off x="5911400" y="4926015"/>
            <a:ext cx="-247946" cy="40800"/>
          </a:xfrm>
          <a:prstGeom prst="line">
            <a:avLst/>
          </a:prstGeom>
          <a:noFill/>
          <a:ln w="8890">
            <a:solidFill>
              <a:srgbClr val="AFAFAD"/>
            </a:solidFill>
            <a:prstDash val="solid"/>
          </a:ln>
        </p:spPr>
      </p:sp>
      <p:sp>
        <p:nvSpPr>
          <p:cNvPr id="22" name="Shape 20"/>
          <p:cNvSpPr/>
          <p:nvPr/>
        </p:nvSpPr>
        <p:spPr>
          <a:xfrm>
            <a:off x="6159346" y="4571193"/>
            <a:ext cx="-247946" cy="354823"/>
          </a:xfrm>
          <a:prstGeom prst="line">
            <a:avLst/>
          </a:prstGeom>
          <a:noFill/>
          <a:ln w="8890">
            <a:solidFill>
              <a:srgbClr val="AFAFAD"/>
            </a:solidFill>
            <a:prstDash val="solid"/>
          </a:ln>
        </p:spPr>
      </p:sp>
      <p:sp>
        <p:nvSpPr>
          <p:cNvPr id="23" name="Shape 21"/>
          <p:cNvSpPr/>
          <p:nvPr/>
        </p:nvSpPr>
        <p:spPr>
          <a:xfrm>
            <a:off x="882628" y="4602954"/>
            <a:ext cx="139697" cy="139697"/>
          </a:xfrm>
          <a:prstGeom prst="ellipse">
            <a:avLst/>
          </a:prstGeom>
          <a:solidFill>
            <a:srgbClr val="1A1A16"/>
          </a:solidFill>
          <a:ln w="12700">
            <a:solidFill>
              <a:srgbClr val="1A1A16"/>
            </a:solidFill>
            <a:prstDash val="solid"/>
          </a:ln>
        </p:spPr>
      </p:sp>
      <p:sp>
        <p:nvSpPr>
          <p:cNvPr id="24" name="Shape 22"/>
          <p:cNvSpPr/>
          <p:nvPr/>
        </p:nvSpPr>
        <p:spPr>
          <a:xfrm>
            <a:off x="1130574" y="4781869"/>
            <a:ext cx="139697" cy="139697"/>
          </a:xfrm>
          <a:prstGeom prst="ellipse">
            <a:avLst/>
          </a:prstGeom>
          <a:solidFill>
            <a:srgbClr val="1A1A16"/>
          </a:solidFill>
          <a:ln w="12700">
            <a:solidFill>
              <a:srgbClr val="1A1A16"/>
            </a:solidFill>
            <a:prstDash val="solid"/>
          </a:ln>
        </p:spPr>
      </p:sp>
      <p:sp>
        <p:nvSpPr>
          <p:cNvPr id="25" name="Shape 23"/>
          <p:cNvSpPr/>
          <p:nvPr/>
        </p:nvSpPr>
        <p:spPr>
          <a:xfrm>
            <a:off x="1378520" y="4680061"/>
            <a:ext cx="139697" cy="139697"/>
          </a:xfrm>
          <a:prstGeom prst="ellipse">
            <a:avLst/>
          </a:prstGeom>
          <a:solidFill>
            <a:srgbClr val="1A1A16"/>
          </a:solidFill>
          <a:ln w="12700">
            <a:solidFill>
              <a:srgbClr val="1A1A16"/>
            </a:solidFill>
            <a:prstDash val="solid"/>
          </a:ln>
        </p:spPr>
      </p:sp>
      <p:sp>
        <p:nvSpPr>
          <p:cNvPr id="26" name="Shape 24"/>
          <p:cNvSpPr/>
          <p:nvPr/>
        </p:nvSpPr>
        <p:spPr>
          <a:xfrm>
            <a:off x="1626466" y="4816740"/>
            <a:ext cx="139697" cy="139697"/>
          </a:xfrm>
          <a:prstGeom prst="ellipse">
            <a:avLst/>
          </a:prstGeom>
          <a:solidFill>
            <a:srgbClr val="1A1A16"/>
          </a:solidFill>
          <a:ln w="12700">
            <a:solidFill>
              <a:srgbClr val="1A1A16"/>
            </a:solidFill>
            <a:prstDash val="solid"/>
          </a:ln>
        </p:spPr>
      </p:sp>
      <p:sp>
        <p:nvSpPr>
          <p:cNvPr id="27" name="Shape 25"/>
          <p:cNvSpPr/>
          <p:nvPr/>
        </p:nvSpPr>
        <p:spPr>
          <a:xfrm>
            <a:off x="1874413" y="4829475"/>
            <a:ext cx="139697" cy="139697"/>
          </a:xfrm>
          <a:prstGeom prst="ellipse">
            <a:avLst/>
          </a:prstGeom>
          <a:solidFill>
            <a:srgbClr val="1A1A16"/>
          </a:solidFill>
          <a:ln w="12700">
            <a:solidFill>
              <a:srgbClr val="1A1A16"/>
            </a:solidFill>
            <a:prstDash val="solid"/>
          </a:ln>
        </p:spPr>
      </p:sp>
      <p:sp>
        <p:nvSpPr>
          <p:cNvPr id="28" name="Shape 26"/>
          <p:cNvSpPr/>
          <p:nvPr/>
        </p:nvSpPr>
        <p:spPr>
          <a:xfrm>
            <a:off x="2122359" y="4502219"/>
            <a:ext cx="139697" cy="139697"/>
          </a:xfrm>
          <a:prstGeom prst="ellipse">
            <a:avLst/>
          </a:prstGeom>
          <a:solidFill>
            <a:srgbClr val="1A1A16"/>
          </a:solidFill>
          <a:ln w="12700">
            <a:solidFill>
              <a:srgbClr val="1A1A16"/>
            </a:solidFill>
            <a:prstDash val="solid"/>
          </a:ln>
        </p:spPr>
      </p:sp>
      <p:sp>
        <p:nvSpPr>
          <p:cNvPr id="29" name="Shape 27"/>
          <p:cNvSpPr/>
          <p:nvPr/>
        </p:nvSpPr>
        <p:spPr>
          <a:xfrm>
            <a:off x="2370305" y="4471631"/>
            <a:ext cx="139697" cy="139697"/>
          </a:xfrm>
          <a:prstGeom prst="ellipse">
            <a:avLst/>
          </a:prstGeom>
          <a:solidFill>
            <a:srgbClr val="1A1A16"/>
          </a:solidFill>
          <a:ln w="12700">
            <a:solidFill>
              <a:srgbClr val="1A1A16"/>
            </a:solidFill>
            <a:prstDash val="solid"/>
          </a:ln>
        </p:spPr>
      </p:sp>
      <p:sp>
        <p:nvSpPr>
          <p:cNvPr id="30" name="Shape 28"/>
          <p:cNvSpPr/>
          <p:nvPr/>
        </p:nvSpPr>
        <p:spPr>
          <a:xfrm>
            <a:off x="2618251" y="4953176"/>
            <a:ext cx="139697" cy="139697"/>
          </a:xfrm>
          <a:prstGeom prst="ellipse">
            <a:avLst/>
          </a:prstGeom>
          <a:solidFill>
            <a:srgbClr val="1A1A16"/>
          </a:solidFill>
          <a:ln w="12700">
            <a:solidFill>
              <a:srgbClr val="1A1A16"/>
            </a:solidFill>
            <a:prstDash val="solid"/>
          </a:ln>
        </p:spPr>
      </p:sp>
      <p:sp>
        <p:nvSpPr>
          <p:cNvPr id="31" name="Shape 29"/>
          <p:cNvSpPr/>
          <p:nvPr/>
        </p:nvSpPr>
        <p:spPr>
          <a:xfrm>
            <a:off x="2866197" y="4615449"/>
            <a:ext cx="139697" cy="139697"/>
          </a:xfrm>
          <a:prstGeom prst="ellipse">
            <a:avLst/>
          </a:prstGeom>
          <a:solidFill>
            <a:srgbClr val="1A1A16"/>
          </a:solidFill>
          <a:ln w="12700">
            <a:solidFill>
              <a:srgbClr val="1A1A16"/>
            </a:solidFill>
            <a:prstDash val="solid"/>
          </a:ln>
        </p:spPr>
      </p:sp>
      <p:sp>
        <p:nvSpPr>
          <p:cNvPr id="32" name="Shape 30"/>
          <p:cNvSpPr/>
          <p:nvPr/>
        </p:nvSpPr>
        <p:spPr>
          <a:xfrm>
            <a:off x="3114144" y="4600831"/>
            <a:ext cx="139697" cy="139697"/>
          </a:xfrm>
          <a:prstGeom prst="ellipse">
            <a:avLst/>
          </a:prstGeom>
          <a:solidFill>
            <a:srgbClr val="1A1A16"/>
          </a:solidFill>
          <a:ln w="12700">
            <a:solidFill>
              <a:srgbClr val="1A1A16"/>
            </a:solidFill>
            <a:prstDash val="solid"/>
          </a:ln>
        </p:spPr>
      </p:sp>
      <p:sp>
        <p:nvSpPr>
          <p:cNvPr id="33" name="Shape 31"/>
          <p:cNvSpPr/>
          <p:nvPr/>
        </p:nvSpPr>
        <p:spPr>
          <a:xfrm>
            <a:off x="3362090" y="5045580"/>
            <a:ext cx="139697" cy="139697"/>
          </a:xfrm>
          <a:prstGeom prst="ellipse">
            <a:avLst/>
          </a:prstGeom>
          <a:solidFill>
            <a:srgbClr val="1A1A16"/>
          </a:solidFill>
          <a:ln w="12700">
            <a:solidFill>
              <a:srgbClr val="1A1A16"/>
            </a:solidFill>
            <a:prstDash val="solid"/>
          </a:ln>
        </p:spPr>
      </p:sp>
      <p:sp>
        <p:nvSpPr>
          <p:cNvPr id="34" name="Shape 32"/>
          <p:cNvSpPr/>
          <p:nvPr/>
        </p:nvSpPr>
        <p:spPr>
          <a:xfrm>
            <a:off x="3618140" y="4746506"/>
            <a:ext cx="123822" cy="123822"/>
          </a:xfrm>
          <a:prstGeom prst="rect">
            <a:avLst/>
          </a:prstGeom>
          <a:solidFill>
            <a:srgbClr val="1A1A16"/>
          </a:solidFill>
          <a:ln w="12700">
            <a:solidFill>
              <a:srgbClr val="1A1A16"/>
            </a:solidFill>
            <a:prstDash val="solid"/>
          </a:ln>
        </p:spPr>
      </p:sp>
      <p:sp>
        <p:nvSpPr>
          <p:cNvPr id="35" name="Shape 33"/>
          <p:cNvSpPr/>
          <p:nvPr/>
        </p:nvSpPr>
        <p:spPr>
          <a:xfrm>
            <a:off x="3865783" y="4960496"/>
            <a:ext cx="123822" cy="123822"/>
          </a:xfrm>
          <a:prstGeom prst="rect">
            <a:avLst/>
          </a:prstGeom>
          <a:solidFill>
            <a:srgbClr val="1A1A16"/>
          </a:solidFill>
          <a:ln w="12700">
            <a:solidFill>
              <a:srgbClr val="1A1A16"/>
            </a:solidFill>
            <a:prstDash val="solid"/>
          </a:ln>
        </p:spPr>
      </p:sp>
      <p:sp>
        <p:nvSpPr>
          <p:cNvPr id="36" name="Shape 34"/>
          <p:cNvSpPr/>
          <p:nvPr/>
        </p:nvSpPr>
        <p:spPr>
          <a:xfrm>
            <a:off x="4114062" y="4750316"/>
            <a:ext cx="123822" cy="123822"/>
          </a:xfrm>
          <a:prstGeom prst="rect">
            <a:avLst/>
          </a:prstGeom>
          <a:solidFill>
            <a:srgbClr val="1A1A16"/>
          </a:solidFill>
          <a:ln w="12700">
            <a:solidFill>
              <a:srgbClr val="1A1A16"/>
            </a:solidFill>
            <a:prstDash val="solid"/>
          </a:ln>
        </p:spPr>
      </p:sp>
      <p:sp>
        <p:nvSpPr>
          <p:cNvPr id="37" name="Shape 35"/>
          <p:cNvSpPr/>
          <p:nvPr/>
        </p:nvSpPr>
        <p:spPr>
          <a:xfrm>
            <a:off x="4361706" y="4844929"/>
            <a:ext cx="123822" cy="123822"/>
          </a:xfrm>
          <a:prstGeom prst="rect">
            <a:avLst/>
          </a:prstGeom>
          <a:solidFill>
            <a:srgbClr val="1A1A16"/>
          </a:solidFill>
          <a:ln w="12700">
            <a:solidFill>
              <a:srgbClr val="1A1A16"/>
            </a:solidFill>
            <a:prstDash val="solid"/>
          </a:ln>
        </p:spPr>
      </p:sp>
      <p:sp>
        <p:nvSpPr>
          <p:cNvPr id="38" name="Shape 36"/>
          <p:cNvSpPr/>
          <p:nvPr/>
        </p:nvSpPr>
        <p:spPr>
          <a:xfrm>
            <a:off x="4609985" y="4559821"/>
            <a:ext cx="123822" cy="123822"/>
          </a:xfrm>
          <a:prstGeom prst="rect">
            <a:avLst/>
          </a:prstGeom>
          <a:solidFill>
            <a:srgbClr val="1A1A16"/>
          </a:solidFill>
          <a:ln w="12700">
            <a:solidFill>
              <a:srgbClr val="1A1A16"/>
            </a:solidFill>
            <a:prstDash val="solid"/>
          </a:ln>
        </p:spPr>
      </p:sp>
      <p:sp>
        <p:nvSpPr>
          <p:cNvPr id="39" name="Shape 37"/>
          <p:cNvSpPr/>
          <p:nvPr/>
        </p:nvSpPr>
        <p:spPr>
          <a:xfrm>
            <a:off x="4857629" y="4843024"/>
            <a:ext cx="123822" cy="123822"/>
          </a:xfrm>
          <a:prstGeom prst="rect">
            <a:avLst/>
          </a:prstGeom>
          <a:solidFill>
            <a:srgbClr val="1A1A16"/>
          </a:solidFill>
          <a:ln w="12700">
            <a:solidFill>
              <a:srgbClr val="1A1A16"/>
            </a:solidFill>
            <a:prstDash val="solid"/>
          </a:ln>
        </p:spPr>
      </p:sp>
      <p:sp>
        <p:nvSpPr>
          <p:cNvPr id="40" name="Shape 38"/>
          <p:cNvSpPr/>
          <p:nvPr/>
        </p:nvSpPr>
        <p:spPr>
          <a:xfrm>
            <a:off x="5100827" y="4964306"/>
            <a:ext cx="133347" cy="153666"/>
          </a:xfrm>
          <a:prstGeom prst="hexagon">
            <a:avLst/>
          </a:prstGeom>
          <a:solidFill>
            <a:srgbClr val="1A1A16"/>
          </a:solidFill>
          <a:ln w="12700">
            <a:solidFill>
              <a:srgbClr val="1A1A16"/>
            </a:solidFill>
            <a:prstDash val="solid"/>
          </a:ln>
        </p:spPr>
      </p:sp>
      <p:sp>
        <p:nvSpPr>
          <p:cNvPr id="41" name="Shape 39"/>
          <p:cNvSpPr/>
          <p:nvPr/>
        </p:nvSpPr>
        <p:spPr>
          <a:xfrm>
            <a:off x="5349106" y="4762381"/>
            <a:ext cx="132712" cy="153666"/>
          </a:xfrm>
          <a:prstGeom prst="hexagon">
            <a:avLst/>
          </a:prstGeom>
          <a:solidFill>
            <a:srgbClr val="1A1A16"/>
          </a:solidFill>
          <a:ln w="12700">
            <a:solidFill>
              <a:srgbClr val="1A1A16"/>
            </a:solidFill>
            <a:prstDash val="solid"/>
          </a:ln>
        </p:spPr>
      </p:sp>
      <p:sp>
        <p:nvSpPr>
          <p:cNvPr id="42" name="Shape 40"/>
          <p:cNvSpPr/>
          <p:nvPr/>
        </p:nvSpPr>
        <p:spPr>
          <a:xfrm>
            <a:off x="5596750" y="4890013"/>
            <a:ext cx="133347" cy="153666"/>
          </a:xfrm>
          <a:prstGeom prst="hexagon">
            <a:avLst/>
          </a:prstGeom>
          <a:solidFill>
            <a:srgbClr val="1A1A16"/>
          </a:solidFill>
          <a:ln w="12700">
            <a:solidFill>
              <a:srgbClr val="1A1A16"/>
            </a:solidFill>
            <a:prstDash val="solid"/>
          </a:ln>
        </p:spPr>
      </p:sp>
      <p:sp>
        <p:nvSpPr>
          <p:cNvPr id="43" name="Shape 41"/>
          <p:cNvSpPr/>
          <p:nvPr/>
        </p:nvSpPr>
        <p:spPr>
          <a:xfrm>
            <a:off x="5845029" y="4849374"/>
            <a:ext cx="132712" cy="153666"/>
          </a:xfrm>
          <a:prstGeom prst="hexagon">
            <a:avLst/>
          </a:prstGeom>
          <a:solidFill>
            <a:srgbClr val="1A1A16"/>
          </a:solidFill>
          <a:ln w="12700">
            <a:solidFill>
              <a:srgbClr val="1A1A16"/>
            </a:solidFill>
            <a:prstDash val="solid"/>
          </a:ln>
        </p:spPr>
      </p:sp>
      <p:sp>
        <p:nvSpPr>
          <p:cNvPr id="44" name="Shape 42"/>
          <p:cNvSpPr/>
          <p:nvPr/>
        </p:nvSpPr>
        <p:spPr>
          <a:xfrm>
            <a:off x="6092673" y="4494418"/>
            <a:ext cx="133347" cy="153666"/>
          </a:xfrm>
          <a:prstGeom prst="hexagon">
            <a:avLst/>
          </a:prstGeom>
          <a:solidFill>
            <a:srgbClr val="1A1A16"/>
          </a:solidFill>
          <a:ln w="12700">
            <a:solidFill>
              <a:srgbClr val="1A1A16"/>
            </a:solidFill>
            <a:prstDash val="solid"/>
          </a:ln>
        </p:spPr>
      </p:sp>
      <p:sp>
        <p:nvSpPr>
          <p:cNvPr id="45" name="Text 43"/>
          <p:cNvSpPr txBox="1"/>
          <p:nvPr/>
        </p:nvSpPr>
        <p:spPr>
          <a:xfrm>
            <a:off x="952476" y="5435464"/>
            <a:ext cx="4825879" cy="237484"/>
          </a:xfrm>
          <a:prstGeom prst="rect">
            <a:avLst/>
          </a:prstGeom>
          <a:noFill/>
          <a:ln/>
        </p:spPr>
        <p:txBody>
          <a:bodyPr wrap="square" lIns="0" tIns="0" rIns="0" bIns="0" rtlCol="0" anchor="t"/>
          <a:lstStyle/>
          <a:p>
            <a:pPr algn="l" indent="0" marL="0">
              <a:buNone/>
            </a:pPr>
            <a:r>
              <a:rPr lang="en-US" sz="1100" dirty="0">
                <a:solidFill>
                  <a:srgbClr val="8A8A80"/>
                </a:solidFill>
                <a:latin typeface="Calibri" pitchFamily="34" charset="0"/>
                <a:ea typeface="Calibri" pitchFamily="34" charset="-122"/>
                <a:cs typeface="Calibri" pitchFamily="34" charset="-120"/>
              </a:rPr>
              <a:t>already checked — and it stays checked</a:t>
            </a:r>
            <a:endParaRPr lang="en-US" sz="1100" dirty="0"/>
          </a:p>
        </p:txBody>
      </p:sp>
      <p:sp>
        <p:nvSpPr>
          <p:cNvPr id="46" name="Shape 44"/>
          <p:cNvSpPr/>
          <p:nvPr/>
        </p:nvSpPr>
        <p:spPr>
          <a:xfrm>
            <a:off x="7990710" y="1755647"/>
            <a:ext cx="-565171" cy="481029"/>
          </a:xfrm>
          <a:prstGeom prst="line">
            <a:avLst/>
          </a:prstGeom>
          <a:noFill/>
          <a:ln w="8890">
            <a:solidFill>
              <a:srgbClr val="8A8A80"/>
            </a:solidFill>
            <a:prstDash val="solid"/>
          </a:ln>
        </p:spPr>
      </p:sp>
      <p:sp>
        <p:nvSpPr>
          <p:cNvPr id="47" name="Shape 45"/>
          <p:cNvSpPr/>
          <p:nvPr/>
        </p:nvSpPr>
        <p:spPr>
          <a:xfrm>
            <a:off x="7990710" y="1755647"/>
            <a:ext cx="697475" cy="-75035"/>
          </a:xfrm>
          <a:prstGeom prst="line">
            <a:avLst/>
          </a:prstGeom>
          <a:noFill/>
          <a:ln w="8890">
            <a:solidFill>
              <a:srgbClr val="8A8A80"/>
            </a:solidFill>
            <a:prstDash val="solid"/>
          </a:ln>
        </p:spPr>
      </p:sp>
      <p:sp>
        <p:nvSpPr>
          <p:cNvPr id="48" name="Shape 46"/>
          <p:cNvSpPr/>
          <p:nvPr/>
        </p:nvSpPr>
        <p:spPr>
          <a:xfrm>
            <a:off x="7425539" y="2236676"/>
            <a:ext cx="1021187" cy="686669"/>
          </a:xfrm>
          <a:prstGeom prst="line">
            <a:avLst/>
          </a:prstGeom>
          <a:noFill/>
          <a:ln w="8890">
            <a:solidFill>
              <a:srgbClr val="8A8A80"/>
            </a:solidFill>
            <a:prstDash val="solid"/>
          </a:ln>
        </p:spPr>
      </p:sp>
      <p:sp>
        <p:nvSpPr>
          <p:cNvPr id="49" name="Shape 47"/>
          <p:cNvSpPr/>
          <p:nvPr/>
        </p:nvSpPr>
        <p:spPr>
          <a:xfrm>
            <a:off x="8688185" y="1680612"/>
            <a:ext cx="-18048" cy="479344"/>
          </a:xfrm>
          <a:prstGeom prst="line">
            <a:avLst/>
          </a:prstGeom>
          <a:noFill/>
          <a:ln w="8890">
            <a:solidFill>
              <a:srgbClr val="8A8A80"/>
            </a:solidFill>
            <a:prstDash val="solid"/>
          </a:ln>
        </p:spPr>
      </p:sp>
      <p:sp>
        <p:nvSpPr>
          <p:cNvPr id="50" name="Shape 48"/>
          <p:cNvSpPr/>
          <p:nvPr/>
        </p:nvSpPr>
        <p:spPr>
          <a:xfrm>
            <a:off x="8446727" y="2923346"/>
            <a:ext cx="272469" cy="-333001"/>
          </a:xfrm>
          <a:prstGeom prst="line">
            <a:avLst/>
          </a:prstGeom>
          <a:noFill/>
          <a:ln w="8890">
            <a:solidFill>
              <a:srgbClr val="8A8A80"/>
            </a:solidFill>
            <a:prstDash val="solid"/>
          </a:ln>
        </p:spPr>
      </p:sp>
      <p:sp>
        <p:nvSpPr>
          <p:cNvPr id="51" name="Shape 49"/>
          <p:cNvSpPr/>
          <p:nvPr/>
        </p:nvSpPr>
        <p:spPr>
          <a:xfrm>
            <a:off x="8719196" y="2590345"/>
            <a:ext cx="336885" cy="383210"/>
          </a:xfrm>
          <a:prstGeom prst="line">
            <a:avLst/>
          </a:prstGeom>
          <a:noFill/>
          <a:ln w="8890">
            <a:solidFill>
              <a:srgbClr val="8A8A80"/>
            </a:solidFill>
            <a:prstDash val="solid"/>
          </a:ln>
        </p:spPr>
      </p:sp>
      <p:sp>
        <p:nvSpPr>
          <p:cNvPr id="52" name="Shape 50"/>
          <p:cNvSpPr/>
          <p:nvPr/>
        </p:nvSpPr>
        <p:spPr>
          <a:xfrm>
            <a:off x="8719196" y="2590345"/>
            <a:ext cx="265373" cy="-225045"/>
          </a:xfrm>
          <a:prstGeom prst="line">
            <a:avLst/>
          </a:prstGeom>
          <a:noFill/>
          <a:ln w="8890">
            <a:solidFill>
              <a:srgbClr val="8A8A80"/>
            </a:solidFill>
            <a:prstDash val="solid"/>
          </a:ln>
        </p:spPr>
      </p:sp>
      <p:sp>
        <p:nvSpPr>
          <p:cNvPr id="53" name="Shape 51"/>
          <p:cNvSpPr/>
          <p:nvPr/>
        </p:nvSpPr>
        <p:spPr>
          <a:xfrm>
            <a:off x="9056080" y="2973555"/>
            <a:ext cx="660537" cy="-160648"/>
          </a:xfrm>
          <a:prstGeom prst="line">
            <a:avLst/>
          </a:prstGeom>
          <a:noFill/>
          <a:ln w="8890">
            <a:solidFill>
              <a:srgbClr val="8A8A80"/>
            </a:solidFill>
            <a:prstDash val="solid"/>
          </a:ln>
        </p:spPr>
      </p:sp>
      <p:sp>
        <p:nvSpPr>
          <p:cNvPr id="54" name="Shape 52"/>
          <p:cNvSpPr/>
          <p:nvPr/>
        </p:nvSpPr>
        <p:spPr>
          <a:xfrm>
            <a:off x="8688185" y="1680612"/>
            <a:ext cx="566972" cy="-53507"/>
          </a:xfrm>
          <a:prstGeom prst="line">
            <a:avLst/>
          </a:prstGeom>
          <a:noFill/>
          <a:ln w="8890">
            <a:solidFill>
              <a:srgbClr val="8A8A80"/>
            </a:solidFill>
            <a:prstDash val="solid"/>
          </a:ln>
        </p:spPr>
      </p:sp>
      <p:sp>
        <p:nvSpPr>
          <p:cNvPr id="55" name="Shape 53"/>
          <p:cNvSpPr/>
          <p:nvPr/>
        </p:nvSpPr>
        <p:spPr>
          <a:xfrm>
            <a:off x="7425539" y="2236676"/>
            <a:ext cx="-90356" cy="1153428"/>
          </a:xfrm>
          <a:prstGeom prst="line">
            <a:avLst/>
          </a:prstGeom>
          <a:noFill/>
          <a:ln w="8890">
            <a:solidFill>
              <a:srgbClr val="8A8A80"/>
            </a:solidFill>
            <a:prstDash val="solid"/>
          </a:ln>
        </p:spPr>
      </p:sp>
      <p:sp>
        <p:nvSpPr>
          <p:cNvPr id="56" name="Shape 54"/>
          <p:cNvSpPr/>
          <p:nvPr/>
        </p:nvSpPr>
        <p:spPr>
          <a:xfrm>
            <a:off x="8968483" y="1320239"/>
            <a:ext cx="286675" cy="306866"/>
          </a:xfrm>
          <a:prstGeom prst="line">
            <a:avLst/>
          </a:prstGeom>
          <a:noFill/>
          <a:ln w="8890">
            <a:solidFill>
              <a:srgbClr val="8A8A80"/>
            </a:solidFill>
            <a:prstDash val="solid"/>
          </a:ln>
        </p:spPr>
      </p:sp>
      <p:sp>
        <p:nvSpPr>
          <p:cNvPr id="57" name="Shape 55"/>
          <p:cNvSpPr/>
          <p:nvPr/>
        </p:nvSpPr>
        <p:spPr>
          <a:xfrm>
            <a:off x="7920862" y="1685799"/>
            <a:ext cx="139697" cy="139697"/>
          </a:xfrm>
          <a:prstGeom prst="ellipse">
            <a:avLst/>
          </a:prstGeom>
          <a:solidFill>
            <a:srgbClr val="FFFFFF"/>
          </a:solidFill>
          <a:ln w="12700">
            <a:solidFill>
              <a:srgbClr val="1A1A16"/>
            </a:solidFill>
            <a:prstDash val="solid"/>
          </a:ln>
        </p:spPr>
      </p:sp>
      <p:sp>
        <p:nvSpPr>
          <p:cNvPr id="58" name="Shape 56"/>
          <p:cNvSpPr/>
          <p:nvPr/>
        </p:nvSpPr>
        <p:spPr>
          <a:xfrm>
            <a:off x="7355691" y="2166828"/>
            <a:ext cx="139697" cy="139697"/>
          </a:xfrm>
          <a:prstGeom prst="ellipse">
            <a:avLst/>
          </a:prstGeom>
          <a:solidFill>
            <a:srgbClr val="FFFFFF"/>
          </a:solidFill>
          <a:ln w="12700">
            <a:solidFill>
              <a:srgbClr val="1A1A16"/>
            </a:solidFill>
            <a:prstDash val="solid"/>
          </a:ln>
        </p:spPr>
      </p:sp>
      <p:sp>
        <p:nvSpPr>
          <p:cNvPr id="59" name="Shape 57"/>
          <p:cNvSpPr/>
          <p:nvPr/>
        </p:nvSpPr>
        <p:spPr>
          <a:xfrm>
            <a:off x="8618337" y="1610764"/>
            <a:ext cx="139697" cy="139697"/>
          </a:xfrm>
          <a:prstGeom prst="ellipse">
            <a:avLst/>
          </a:prstGeom>
          <a:solidFill>
            <a:srgbClr val="FFFFFF"/>
          </a:solidFill>
          <a:ln w="12700">
            <a:solidFill>
              <a:srgbClr val="1A1A16"/>
            </a:solidFill>
            <a:prstDash val="solid"/>
          </a:ln>
        </p:spPr>
      </p:sp>
      <p:sp>
        <p:nvSpPr>
          <p:cNvPr id="60" name="Shape 58"/>
          <p:cNvSpPr/>
          <p:nvPr/>
        </p:nvSpPr>
        <p:spPr>
          <a:xfrm>
            <a:off x="8384965" y="2861238"/>
            <a:ext cx="123822" cy="123822"/>
          </a:xfrm>
          <a:prstGeom prst="rect">
            <a:avLst/>
          </a:prstGeom>
          <a:solidFill>
            <a:srgbClr val="FFFFFF"/>
          </a:solidFill>
          <a:ln w="12700">
            <a:solidFill>
              <a:srgbClr val="1A1A16"/>
            </a:solidFill>
            <a:prstDash val="solid"/>
          </a:ln>
        </p:spPr>
      </p:sp>
      <p:sp>
        <p:nvSpPr>
          <p:cNvPr id="61" name="Shape 59"/>
          <p:cNvSpPr/>
          <p:nvPr/>
        </p:nvSpPr>
        <p:spPr>
          <a:xfrm>
            <a:off x="8603400" y="2083383"/>
            <a:ext cx="133347" cy="153666"/>
          </a:xfrm>
          <a:prstGeom prst="hexagon">
            <a:avLst/>
          </a:prstGeom>
          <a:solidFill>
            <a:srgbClr val="FFFFFF"/>
          </a:solidFill>
          <a:ln w="12700">
            <a:solidFill>
              <a:srgbClr val="1A1A16"/>
            </a:solidFill>
            <a:prstDash val="solid"/>
          </a:ln>
        </p:spPr>
      </p:sp>
      <p:sp>
        <p:nvSpPr>
          <p:cNvPr id="62" name="Shape 60"/>
          <p:cNvSpPr/>
          <p:nvPr/>
        </p:nvSpPr>
        <p:spPr>
          <a:xfrm>
            <a:off x="8631339" y="2503107"/>
            <a:ext cx="175256" cy="174621"/>
          </a:xfrm>
          <a:prstGeom prst="diamond">
            <a:avLst/>
          </a:prstGeom>
          <a:solidFill>
            <a:srgbClr val="FFFFFF"/>
          </a:solidFill>
          <a:ln w="12700">
            <a:solidFill>
              <a:srgbClr val="1A1A16"/>
            </a:solidFill>
            <a:prstDash val="solid"/>
          </a:ln>
        </p:spPr>
      </p:sp>
      <p:sp>
        <p:nvSpPr>
          <p:cNvPr id="63" name="Shape 61"/>
          <p:cNvSpPr/>
          <p:nvPr/>
        </p:nvSpPr>
        <p:spPr>
          <a:xfrm>
            <a:off x="8986232" y="2903707"/>
            <a:ext cx="139697" cy="139697"/>
          </a:xfrm>
          <a:prstGeom prst="ellipse">
            <a:avLst/>
          </a:prstGeom>
          <a:solidFill>
            <a:srgbClr val="FFFFFF"/>
          </a:solidFill>
          <a:ln w="12700">
            <a:solidFill>
              <a:srgbClr val="1A1A16"/>
            </a:solidFill>
            <a:prstDash val="solid"/>
          </a:ln>
        </p:spPr>
      </p:sp>
      <p:sp>
        <p:nvSpPr>
          <p:cNvPr id="64" name="Shape 62"/>
          <p:cNvSpPr/>
          <p:nvPr/>
        </p:nvSpPr>
        <p:spPr>
          <a:xfrm>
            <a:off x="8914721" y="2295451"/>
            <a:ext cx="139697" cy="139697"/>
          </a:xfrm>
          <a:prstGeom prst="ellipse">
            <a:avLst/>
          </a:prstGeom>
          <a:solidFill>
            <a:srgbClr val="FFFFFF"/>
          </a:solidFill>
          <a:ln w="12700">
            <a:solidFill>
              <a:srgbClr val="1A1A16"/>
            </a:solidFill>
            <a:prstDash val="solid"/>
          </a:ln>
        </p:spPr>
      </p:sp>
      <p:sp>
        <p:nvSpPr>
          <p:cNvPr id="65" name="Shape 63"/>
          <p:cNvSpPr/>
          <p:nvPr/>
        </p:nvSpPr>
        <p:spPr>
          <a:xfrm>
            <a:off x="9654934" y="2750751"/>
            <a:ext cx="123822" cy="123822"/>
          </a:xfrm>
          <a:prstGeom prst="rect">
            <a:avLst/>
          </a:prstGeom>
          <a:solidFill>
            <a:srgbClr val="FFFFFF"/>
          </a:solidFill>
          <a:ln w="12700">
            <a:solidFill>
              <a:srgbClr val="1A1A16"/>
            </a:solidFill>
            <a:prstDash val="solid"/>
          </a:ln>
        </p:spPr>
      </p:sp>
      <p:sp>
        <p:nvSpPr>
          <p:cNvPr id="66" name="Shape 64"/>
          <p:cNvSpPr/>
          <p:nvPr/>
        </p:nvSpPr>
        <p:spPr>
          <a:xfrm>
            <a:off x="9193300" y="1565236"/>
            <a:ext cx="123822" cy="123822"/>
          </a:xfrm>
          <a:prstGeom prst="rect">
            <a:avLst/>
          </a:prstGeom>
          <a:solidFill>
            <a:srgbClr val="FFFFFF"/>
          </a:solidFill>
          <a:ln w="12700">
            <a:solidFill>
              <a:srgbClr val="1A1A16"/>
            </a:solidFill>
            <a:prstDash val="solid"/>
          </a:ln>
        </p:spPr>
      </p:sp>
      <p:sp>
        <p:nvSpPr>
          <p:cNvPr id="67" name="Shape 65"/>
          <p:cNvSpPr/>
          <p:nvPr/>
        </p:nvSpPr>
        <p:spPr>
          <a:xfrm>
            <a:off x="7268663" y="3313347"/>
            <a:ext cx="133347" cy="153666"/>
          </a:xfrm>
          <a:prstGeom prst="hexagon">
            <a:avLst/>
          </a:prstGeom>
          <a:solidFill>
            <a:srgbClr val="FFFFFF"/>
          </a:solidFill>
          <a:ln w="12700">
            <a:solidFill>
              <a:srgbClr val="1A1A16"/>
            </a:solidFill>
            <a:prstDash val="solid"/>
          </a:ln>
        </p:spPr>
      </p:sp>
      <p:sp>
        <p:nvSpPr>
          <p:cNvPr id="68" name="Shape 66"/>
          <p:cNvSpPr/>
          <p:nvPr/>
        </p:nvSpPr>
        <p:spPr>
          <a:xfrm>
            <a:off x="8874538" y="1211550"/>
            <a:ext cx="187955" cy="163191"/>
          </a:xfrm>
          <a:prstGeom prst="triangle">
            <a:avLst/>
          </a:prstGeom>
          <a:solidFill>
            <a:srgbClr val="FFFFFF"/>
          </a:solidFill>
          <a:ln w="12700">
            <a:solidFill>
              <a:srgbClr val="1A1A16"/>
            </a:solidFill>
            <a:prstDash val="solid"/>
          </a:ln>
        </p:spPr>
      </p:sp>
      <p:sp>
        <p:nvSpPr>
          <p:cNvPr id="69" name="Text 67"/>
          <p:cNvSpPr txBox="1"/>
          <p:nvPr/>
        </p:nvSpPr>
        <p:spPr>
          <a:xfrm>
            <a:off x="7111822" y="952476"/>
            <a:ext cx="4825879" cy="237484"/>
          </a:xfrm>
          <a:prstGeom prst="rect">
            <a:avLst/>
          </a:prstGeom>
          <a:noFill/>
          <a:ln/>
        </p:spPr>
        <p:txBody>
          <a:bodyPr wrap="square" lIns="0" tIns="0" rIns="0" bIns="0" rtlCol="0" anchor="t"/>
          <a:lstStyle/>
          <a:p>
            <a:pPr algn="l" indent="0" marL="0">
              <a:buNone/>
            </a:pPr>
            <a:r>
              <a:rPr lang="en-US" sz="1100" dirty="0">
                <a:solidFill>
                  <a:srgbClr val="1A1A16"/>
                </a:solidFill>
                <a:latin typeface="Calibri" pitchFamily="34" charset="0"/>
                <a:ea typeface="Calibri" pitchFamily="34" charset="-122"/>
                <a:cs typeface="Calibri" pitchFamily="34" charset="-120"/>
              </a:rPr>
              <a:t>a new paper</a:t>
            </a:r>
            <a:endParaRPr lang="en-US" sz="1100" dirty="0"/>
          </a:p>
        </p:txBody>
      </p:sp>
      <p:sp>
        <p:nvSpPr>
          <p:cNvPr id="70" name="Shape 68"/>
          <p:cNvSpPr/>
          <p:nvPr/>
        </p:nvSpPr>
        <p:spPr>
          <a:xfrm>
            <a:off x="1696315" y="4886588"/>
            <a:ext cx="6294396" cy="-3130941"/>
          </a:xfrm>
          <a:prstGeom prst="line">
            <a:avLst/>
          </a:prstGeom>
          <a:noFill/>
          <a:ln w="8255">
            <a:solidFill>
              <a:srgbClr val="BFBFBE"/>
            </a:solidFill>
            <a:prstDash val="solid"/>
          </a:ln>
        </p:spPr>
      </p:sp>
      <p:sp>
        <p:nvSpPr>
          <p:cNvPr id="71" name="Shape 69"/>
          <p:cNvSpPr/>
          <p:nvPr/>
        </p:nvSpPr>
        <p:spPr>
          <a:xfrm>
            <a:off x="3183992" y="4670679"/>
            <a:ext cx="5262735" cy="-1747334"/>
          </a:xfrm>
          <a:prstGeom prst="line">
            <a:avLst/>
          </a:prstGeom>
          <a:noFill/>
          <a:ln w="8255">
            <a:solidFill>
              <a:srgbClr val="BFBFBE"/>
            </a:solidFill>
            <a:prstDash val="solid"/>
          </a:ln>
        </p:spPr>
      </p:sp>
      <p:sp>
        <p:nvSpPr>
          <p:cNvPr id="72" name="Shape 70"/>
          <p:cNvSpPr/>
          <p:nvPr/>
        </p:nvSpPr>
        <p:spPr>
          <a:xfrm>
            <a:off x="3679884" y="4808508"/>
            <a:ext cx="4990253" cy="-2648551"/>
          </a:xfrm>
          <a:prstGeom prst="line">
            <a:avLst/>
          </a:prstGeom>
          <a:noFill/>
          <a:ln w="8255">
            <a:solidFill>
              <a:srgbClr val="BFBFBE"/>
            </a:solidFill>
            <a:prstDash val="solid"/>
          </a:ln>
        </p:spPr>
      </p:sp>
      <p:sp>
        <p:nvSpPr>
          <p:cNvPr id="73" name="Shape 71"/>
          <p:cNvSpPr/>
          <p:nvPr/>
        </p:nvSpPr>
        <p:spPr>
          <a:xfrm>
            <a:off x="4175777" y="4812065"/>
            <a:ext cx="4543419" cy="-2221721"/>
          </a:xfrm>
          <a:prstGeom prst="line">
            <a:avLst/>
          </a:prstGeom>
          <a:noFill/>
          <a:ln w="8255">
            <a:solidFill>
              <a:srgbClr val="BFBFBE"/>
            </a:solidFill>
            <a:prstDash val="solid"/>
          </a:ln>
        </p:spPr>
      </p:sp>
      <p:sp>
        <p:nvSpPr>
          <p:cNvPr id="74" name="Shape 72"/>
          <p:cNvSpPr/>
          <p:nvPr/>
        </p:nvSpPr>
        <p:spPr>
          <a:xfrm>
            <a:off x="5167561" y="5040886"/>
            <a:ext cx="3817008" cy="-2675587"/>
          </a:xfrm>
          <a:prstGeom prst="line">
            <a:avLst/>
          </a:prstGeom>
          <a:noFill/>
          <a:ln w="8255">
            <a:solidFill>
              <a:srgbClr val="BFBFBE"/>
            </a:solidFill>
            <a:prstDash val="solid"/>
          </a:ln>
        </p:spPr>
      </p:sp>
      <p:sp>
        <p:nvSpPr>
          <p:cNvPr id="75" name="Shape 73"/>
          <p:cNvSpPr/>
          <p:nvPr/>
        </p:nvSpPr>
        <p:spPr>
          <a:xfrm>
            <a:off x="5663454" y="4966815"/>
            <a:ext cx="4053164" cy="-2153909"/>
          </a:xfrm>
          <a:prstGeom prst="line">
            <a:avLst/>
          </a:prstGeom>
          <a:noFill/>
          <a:ln w="8255">
            <a:solidFill>
              <a:srgbClr val="BFBFBE"/>
            </a:solidFill>
            <a:prstDash val="solid"/>
          </a:ln>
        </p:spPr>
      </p:sp>
      <p:sp>
        <p:nvSpPr>
          <p:cNvPr id="76" name="Shape 74"/>
          <p:cNvSpPr/>
          <p:nvPr/>
        </p:nvSpPr>
        <p:spPr>
          <a:xfrm>
            <a:off x="6159346" y="4571193"/>
            <a:ext cx="3095811" cy="-2944088"/>
          </a:xfrm>
          <a:prstGeom prst="line">
            <a:avLst/>
          </a:prstGeom>
          <a:noFill/>
          <a:ln w="8255">
            <a:solidFill>
              <a:srgbClr val="BFBFBE"/>
            </a:solidFill>
            <a:prstDash val="solid"/>
          </a:ln>
        </p:spPr>
      </p:sp>
      <p:sp>
        <p:nvSpPr>
          <p:cNvPr id="77" name="Shape 75"/>
          <p:cNvSpPr/>
          <p:nvPr/>
        </p:nvSpPr>
        <p:spPr>
          <a:xfrm>
            <a:off x="1200422" y="4851717"/>
            <a:ext cx="6134760" cy="-1461613"/>
          </a:xfrm>
          <a:prstGeom prst="line">
            <a:avLst/>
          </a:prstGeom>
          <a:noFill/>
          <a:ln w="8255">
            <a:solidFill>
              <a:srgbClr val="BFBFBE"/>
            </a:solidFill>
            <a:prstDash val="solid"/>
          </a:ln>
        </p:spPr>
      </p:sp>
      <p:sp>
        <p:nvSpPr>
          <p:cNvPr id="78" name="Shape 76"/>
          <p:cNvSpPr/>
          <p:nvPr/>
        </p:nvSpPr>
        <p:spPr>
          <a:xfrm>
            <a:off x="1696315" y="4886588"/>
            <a:ext cx="7272168" cy="-3566349"/>
          </a:xfrm>
          <a:prstGeom prst="line">
            <a:avLst/>
          </a:prstGeom>
          <a:noFill/>
          <a:ln w="8255">
            <a:solidFill>
              <a:srgbClr val="BFBFBE"/>
            </a:solidFill>
            <a:prstDash val="solid"/>
          </a:ln>
        </p:spPr>
      </p:sp>
      <p:sp>
        <p:nvSpPr>
          <p:cNvPr id="79" name="Shape 77"/>
          <p:cNvSpPr/>
          <p:nvPr/>
        </p:nvSpPr>
        <p:spPr>
          <a:xfrm>
            <a:off x="7355691" y="2509719"/>
            <a:ext cx="139697" cy="139697"/>
          </a:xfrm>
          <a:prstGeom prst="ellipse">
            <a:avLst/>
          </a:prstGeom>
          <a:solidFill>
            <a:srgbClr val="FFFFFF"/>
          </a:solidFill>
          <a:ln w="13970">
            <a:solidFill>
              <a:srgbClr val="1F6F78"/>
            </a:solidFill>
            <a:prstDash val="solid"/>
          </a:ln>
        </p:spPr>
      </p:sp>
      <p:sp>
        <p:nvSpPr>
          <p:cNvPr id="80" name="Shape 78"/>
          <p:cNvSpPr/>
          <p:nvPr/>
        </p:nvSpPr>
        <p:spPr>
          <a:xfrm>
            <a:off x="7387440" y="2579568"/>
            <a:ext cx="76198" cy="0"/>
          </a:xfrm>
          <a:prstGeom prst="line">
            <a:avLst/>
          </a:prstGeom>
          <a:noFill/>
          <a:ln w="12700">
            <a:solidFill>
              <a:srgbClr val="1F6F78"/>
            </a:solidFill>
            <a:prstDash val="solid"/>
          </a:ln>
        </p:spPr>
      </p:sp>
      <p:sp>
        <p:nvSpPr>
          <p:cNvPr id="81" name="Shape 79"/>
          <p:cNvSpPr/>
          <p:nvPr/>
        </p:nvSpPr>
        <p:spPr>
          <a:xfrm>
            <a:off x="7425539" y="2541469"/>
            <a:ext cx="0" cy="76198"/>
          </a:xfrm>
          <a:prstGeom prst="line">
            <a:avLst/>
          </a:prstGeom>
          <a:noFill/>
          <a:ln w="12700">
            <a:solidFill>
              <a:srgbClr val="1F6F78"/>
            </a:solidFill>
            <a:prstDash val="solid"/>
          </a:ln>
        </p:spPr>
      </p:sp>
      <p:sp>
        <p:nvSpPr>
          <p:cNvPr id="82" name="Shape 80"/>
          <p:cNvSpPr/>
          <p:nvPr/>
        </p:nvSpPr>
        <p:spPr>
          <a:xfrm>
            <a:off x="7425539" y="2331924"/>
            <a:ext cx="0" cy="177796"/>
          </a:xfrm>
          <a:prstGeom prst="line">
            <a:avLst/>
          </a:prstGeom>
          <a:noFill/>
          <a:ln w="13970">
            <a:solidFill>
              <a:srgbClr val="1A1A16"/>
            </a:solidFill>
            <a:prstDash val="solid"/>
            <a:headEnd type="triangle"/>
          </a:ln>
        </p:spPr>
      </p:sp>
      <p:sp>
        <p:nvSpPr>
          <p:cNvPr id="83" name="Shape 81"/>
          <p:cNvSpPr/>
          <p:nvPr/>
        </p:nvSpPr>
        <p:spPr>
          <a:xfrm>
            <a:off x="8618337" y="1953655"/>
            <a:ext cx="139697" cy="139697"/>
          </a:xfrm>
          <a:prstGeom prst="ellipse">
            <a:avLst/>
          </a:prstGeom>
          <a:solidFill>
            <a:srgbClr val="FFFFFF"/>
          </a:solidFill>
          <a:ln w="13970">
            <a:solidFill>
              <a:srgbClr val="1F6F78"/>
            </a:solidFill>
            <a:prstDash val="solid"/>
          </a:ln>
        </p:spPr>
      </p:sp>
      <p:sp>
        <p:nvSpPr>
          <p:cNvPr id="84" name="Shape 82"/>
          <p:cNvSpPr/>
          <p:nvPr/>
        </p:nvSpPr>
        <p:spPr>
          <a:xfrm>
            <a:off x="8650086" y="2023504"/>
            <a:ext cx="76198" cy="0"/>
          </a:xfrm>
          <a:prstGeom prst="line">
            <a:avLst/>
          </a:prstGeom>
          <a:noFill/>
          <a:ln w="12700">
            <a:solidFill>
              <a:srgbClr val="1F6F78"/>
            </a:solidFill>
            <a:prstDash val="solid"/>
          </a:ln>
        </p:spPr>
      </p:sp>
      <p:sp>
        <p:nvSpPr>
          <p:cNvPr id="85" name="Shape 83"/>
          <p:cNvSpPr/>
          <p:nvPr/>
        </p:nvSpPr>
        <p:spPr>
          <a:xfrm>
            <a:off x="8688185" y="1985405"/>
            <a:ext cx="0" cy="76198"/>
          </a:xfrm>
          <a:prstGeom prst="line">
            <a:avLst/>
          </a:prstGeom>
          <a:noFill/>
          <a:ln w="12700">
            <a:solidFill>
              <a:srgbClr val="1F6F78"/>
            </a:solidFill>
            <a:prstDash val="solid"/>
          </a:ln>
        </p:spPr>
      </p:sp>
      <p:sp>
        <p:nvSpPr>
          <p:cNvPr id="86" name="Shape 84"/>
          <p:cNvSpPr/>
          <p:nvPr/>
        </p:nvSpPr>
        <p:spPr>
          <a:xfrm>
            <a:off x="8688185" y="1775860"/>
            <a:ext cx="0" cy="177796"/>
          </a:xfrm>
          <a:prstGeom prst="line">
            <a:avLst/>
          </a:prstGeom>
          <a:noFill/>
          <a:ln w="13970">
            <a:solidFill>
              <a:srgbClr val="1A1A16"/>
            </a:solidFill>
            <a:prstDash val="solid"/>
            <a:headEnd type="triangle"/>
          </a:ln>
        </p:spPr>
      </p:sp>
      <p:sp>
        <p:nvSpPr>
          <p:cNvPr id="87" name="Shape 85"/>
          <p:cNvSpPr/>
          <p:nvPr/>
        </p:nvSpPr>
        <p:spPr>
          <a:xfrm>
            <a:off x="8986232" y="3246598"/>
            <a:ext cx="139697" cy="139697"/>
          </a:xfrm>
          <a:prstGeom prst="ellipse">
            <a:avLst/>
          </a:prstGeom>
          <a:solidFill>
            <a:srgbClr val="FFFFFF"/>
          </a:solidFill>
          <a:ln w="13970">
            <a:solidFill>
              <a:srgbClr val="1F6F78"/>
            </a:solidFill>
            <a:prstDash val="solid"/>
          </a:ln>
        </p:spPr>
      </p:sp>
      <p:sp>
        <p:nvSpPr>
          <p:cNvPr id="88" name="Shape 86"/>
          <p:cNvSpPr/>
          <p:nvPr/>
        </p:nvSpPr>
        <p:spPr>
          <a:xfrm>
            <a:off x="9017981" y="3316446"/>
            <a:ext cx="76198" cy="0"/>
          </a:xfrm>
          <a:prstGeom prst="line">
            <a:avLst/>
          </a:prstGeom>
          <a:noFill/>
          <a:ln w="12700">
            <a:solidFill>
              <a:srgbClr val="1F6F78"/>
            </a:solidFill>
            <a:prstDash val="solid"/>
          </a:ln>
        </p:spPr>
      </p:sp>
      <p:sp>
        <p:nvSpPr>
          <p:cNvPr id="89" name="Shape 87"/>
          <p:cNvSpPr/>
          <p:nvPr/>
        </p:nvSpPr>
        <p:spPr>
          <a:xfrm>
            <a:off x="9056080" y="3278347"/>
            <a:ext cx="0" cy="76198"/>
          </a:xfrm>
          <a:prstGeom prst="line">
            <a:avLst/>
          </a:prstGeom>
          <a:noFill/>
          <a:ln w="12700">
            <a:solidFill>
              <a:srgbClr val="1F6F78"/>
            </a:solidFill>
            <a:prstDash val="solid"/>
          </a:ln>
        </p:spPr>
      </p:sp>
      <p:sp>
        <p:nvSpPr>
          <p:cNvPr id="90" name="Shape 88"/>
          <p:cNvSpPr/>
          <p:nvPr/>
        </p:nvSpPr>
        <p:spPr>
          <a:xfrm>
            <a:off x="9056080" y="3068802"/>
            <a:ext cx="0" cy="177796"/>
          </a:xfrm>
          <a:prstGeom prst="line">
            <a:avLst/>
          </a:prstGeom>
          <a:noFill/>
          <a:ln w="13970">
            <a:solidFill>
              <a:srgbClr val="1A1A16"/>
            </a:solidFill>
            <a:prstDash val="solid"/>
            <a:headEnd type="triangle"/>
          </a:ln>
        </p:spPr>
      </p:sp>
      <p:sp>
        <p:nvSpPr>
          <p:cNvPr id="91" name="Text 89"/>
          <p:cNvSpPr txBox="1"/>
          <p:nvPr/>
        </p:nvSpPr>
        <p:spPr>
          <a:xfrm>
            <a:off x="7111822" y="3809905"/>
            <a:ext cx="4825879" cy="237484"/>
          </a:xfrm>
          <a:prstGeom prst="rect">
            <a:avLst/>
          </a:prstGeom>
          <a:noFill/>
          <a:ln/>
        </p:spPr>
        <p:txBody>
          <a:bodyPr wrap="square" lIns="0" tIns="0" rIns="0" bIns="0" rtlCol="0" anchor="t"/>
          <a:lstStyle/>
          <a:p>
            <a:pPr algn="l" indent="0" marL="0">
              <a:buNone/>
            </a:pPr>
            <a:r>
              <a:rPr lang="en-US" sz="1100" dirty="0">
                <a:solidFill>
                  <a:srgbClr val="1F6F78"/>
                </a:solidFill>
                <a:latin typeface="Calibri" pitchFamily="34" charset="0"/>
                <a:ea typeface="Calibri" pitchFamily="34" charset="-122"/>
                <a:cs typeface="Calibri" pitchFamily="34" charset="-120"/>
              </a:rPr>
              <a:t>three new checks, not a hundred</a:t>
            </a:r>
            <a:endParaRPr lang="en-US" sz="1100" dirty="0"/>
          </a:p>
        </p:txBody>
      </p:sp>
      <p:sp>
        <p:nvSpPr>
          <p:cNvPr id="92" name="Text 90"/>
          <p:cNvSpPr txBox="1"/>
          <p:nvPr/>
        </p:nvSpPr>
        <p:spPr>
          <a:xfrm>
            <a:off x="475488" y="6291072"/>
            <a:ext cx="9326880" cy="292608"/>
          </a:xfrm>
          <a:prstGeom prst="rect">
            <a:avLst/>
          </a:prstGeom>
          <a:noFill/>
          <a:ln/>
        </p:spPr>
        <p:txBody>
          <a:bodyPr wrap="square" lIns="0" tIns="0" rIns="0" bIns="0" rtlCol="0" anchor="t"/>
          <a:lstStyle/>
          <a:p>
            <a:pPr indent="0" marL="0">
              <a:buNone/>
            </a:pPr>
            <a:r>
              <a:rPr lang="en-US" sz="1200" spc="140" kern="0" dirty="0">
                <a:solidFill>
                  <a:srgbClr val="1A1A16"/>
                </a:solidFill>
                <a:latin typeface="Calibri" pitchFamily="34" charset="0"/>
                <a:ea typeface="Calibri" pitchFamily="34" charset="-122"/>
                <a:cs typeface="Calibri" pitchFamily="34" charset="-120"/>
              </a:rPr>
              <a:t>WISH THREE · A NEW PAPER INHERITS WHAT IS ALREADY CHECKED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 paper to a checked chain</dc:title>
  <dc:subject>PptxGenJS Presentation</dc:subject>
  <dc:creator>Yingjian Liu</dc:creator>
  <cp:lastModifiedBy>Yingjian Liu</cp:lastModifiedBy>
  <cp:revision>1</cp:revision>
  <dcterms:created xsi:type="dcterms:W3CDTF">2026-09-21T17:41:51Z</dcterms:created>
  <dcterms:modified xsi:type="dcterms:W3CDTF">2026-09-21T17:41:51Z</dcterms:modified>
</cp:coreProperties>
</file>