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CLAIM, and it is a claim about the field rather than a measurement - the curves have no numbers on them and no numbers are implied.
The top curve is how fast results are produced. The bottom one is how fast a human being can check them. They are not growing at the same rate, and 2024 is roughly where most people in this room felt the gap open.
The line in the box is the whole talk in three words: READ is not CHECKED, and CHECKED is not REUSABLE. A paper you have read is not a paper you have verified; a paper you have verified is not a thing the next paper can build on without doing the verification again.
Four things to say out loud: researchers are drowning in "recent progress"; every open problem solved raises both the confidence in AGI and the anxiety about our own careers; later work still needs the exact imported claim, not the headline; and claims and semantic content are routinely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else, what the thing actually is. A language model is a function from a string to a string. That is the entire type signature, and it is worth writing down because almost every confusion about these systems comes from imagining something richer.
Source for the diagram: Zhang Y, Khan S A, Mahmud A, et al., npj Artificial Intelligence, 2025, 1(1):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signature and the mechanism appears. The string becomes tokens; the model maps the tokens to a probability distribution over what comes next; one token is drawn from it; the token is appended; and the whole thing runs again.
Nothing in there is reasoning in the sense a physicist means. It is a very good conditional distribution, sampled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part with consequences. At each step the model does not choose a token, it produces a distribution over all of them and something samples from it.
Run the same prompt twice and you get two different answers, both fluent. That is not a bug being fixed in the next version; it is the operation. Any system built on top has to be designed for an engine whose output is a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model does not return an answer. It returns a conditioned probability distribution, and then something takes a sample.
Hold onto that sentence. It is the reason the rest of this talk is about contracts rather than about prompts - you cannot make a sampler reliable by asking it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thing worth being concrete about: the model has no memory.
Every turn is a forward pass. No weight is updated. What looks like memory is the client re-sending the entire conversation each time - turn 2 contains all of turn 1, verbatim, as text.
Source: Tobias Osborne's 2026 talk at UCL, which is where I first saw this laid out properly for physicists.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means there is a budget. The system prompt, the whole conversation so far, and the new prompt all have to fit inside a fixed token capacity: the context window.
The system prompt is drawn filled because it is the one part you do not control from inside the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it does not fit, something has to go. The history gets compressed, truncated, or selected from.
This is worth a moment because it is invisible from the outside: the transcript looks the same whether the model saw the whole history or a summary of it. Any claim of the form "but I told it that earlier" has to survive this, and often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API, and the difference is the whole problem.
Call numpy and you get one answer, and the same answer every time. Call a model and you get a sample from a distribution, and a different one on the next call.
An agent is a system with a model at its core, executing high-level tasks: the model decides the next step. Which means the non-determinism is now inside the control flow, not just in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build the stack, one box at a time. Start with the engine: text in, a distribution over next tokens out. Stateless - nothing carries between calls and the weights never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in a loop, and that is an agent. The loop calls the model repeatedly, decides what to do next, and stops when it judges the work done. The model is the engine; the loop is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loop a task: a bounded work order - what to do, on which inputs, and what counts as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written procedure - a protocol loaded into the context when the task matches it.
Drawn dashed, because it is advice. The model can read it and not follow it, and nothing records that it did. This is the single most over-sold idea in the current ecosystem and the dashes are the honest way to draw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is the socket, not the tool. A published convention for exposing a tool so that any model can call it. It standardises the plug; it says nothing whatever about what comes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what actually act: a compiler, a database, a filesystem. The result returns to the loop, which calls the model again - and that return arrow is the whole reason the thing is called an agent rather than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meets a schema: a machine-checked contract. Which fields a valid record must have, which types, and - crucially - that no field nobody agreed to may be added.
The source deck paints this box in a blue accent. Here it is filled ink, like the task box, because in this deck colour already means two specific things and this is not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schema can say no. This is the only arrow on the diagram that rejects. A record that does not conform is not repaired, and not accepted with a warning - it is refused.
Say the closing line slowly, because the rest of the talk depends on it: the prompt, the skill and the tool call are all REQUESTS. They can be ignored, and the transcript looks exactly the same either way. Only the schema can make an answer impossible to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tool is actually used, in practice, by people in this room.
Backwards: here is a result I do not understand, take me back to what it rests on. That is most of what I do with it, and it is the mode the rest of this talk is about.
The source deck shows real sessions here; those are redrawn rather than pasted.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forwards: here is where I want to get to, work out what has to hold first.
In practice it is almost never one or the other. You go backwards until you hit something you believe, then forwards from there, and the useful question is what got recorded along the way - which is, as far as I can tell, usually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we actually want to trust, as theorists? Four different things, and they are genuinely different questions with genuinely different methods.
THE STORY - what did the paper actually state? MATHEMATICAL CORRECTNESS - does the conclusion follow from the stated assumptions? COMPUTATIONAL REPRODUCIBILITY - can the numerical result be reproduced? PHYSICAL-SEMANTIC ALIGNMENT - does the formal object represent the intended physics?
The references on the source slide: the Reverse Mathematics Zoo (Dzhafarov, 2019), and the Lean 4 theorem prover and programming language (de Moura and Ullrich,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being blunt about the scope.
Of those four, everything after this slide is about the second one - does the conclusion follow from the stated assumptions - plus a little of the first,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So the rest of the talk narrows hard: one paper, one theorem, and what it actually rests on. The next few slides are the honest version of the first curve on the opening slide - not the field's publication rate, which I cannot measure, but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CONCEDING THE RESULT. I am not here to tell you the machine is wrong. Take the diamond as given - it arrived, it is probably right, and arguing with it is not my talk.
Everything I am going to say is about the space underneath it, and about that grey line at the bottom, which is where it came from. When a result arrives with nothing between it and its sources, there is nothing for a reader to do except believe it or not. That is a new situation for us. It is not that the answer is suspect; it is that the answer is the only thing we were handed.
Hold that empty region in mind - the rest of the talk is an attempt to put something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INVERSION, and it is the most surprising thing I found in my own logs.
On the left: the one piece of Lean in this project that a model wrote and a kernel accepted. Six lines. One model call, 21.4 seconds. You will see that proof itself, with its own caveats attached, later in the deck - for now only its size matters.
On the right: 7,765 lines of Lean in formal/AgtXIvRootMath, written so that six citations in one paper could be used at all - definitions, bridges, the statements of things the paper simply cites.
The drawing is NOT to scale; the true ratio is about 1,300 to 1. One qualifier, because somebody will check: "written by hand" means authored rather than model-generated - 25 of the 32 recorded source adaptations later in this deck do touch files in this package, so it is not untouched, it is not autoformalized. Note what that means for concern one. The worry is usually "who will check the ten thousand lines the AI wrote". In this project the AI wrote six. The ten thousand lines are the theory-building that had to happen first - and that is the work nobody gets credit for, because it is not an answer to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measured - and measured on my own work rather than asserted about the field, because I cannot measure the field and neither can anyone who has tried.
Seventy-one minutes of model time produced this: 613 claim nodes and 213 support groups extracted from one paper. Every one of those 213 groups is a proposal that some set of claims, taken together, discharges another claim.
The number underneath is the point. accepted_support_edges: 0. all_judgements_unreviewed: true. Not one of them has been looked at by a person.
That is the shape of the whole problem in two numbers from one repository. Producing candidate structure is now minutes of machine time. Reviewing it is unchanged - it is a person reading, at the speed a person reads. Nothing in this project makes review faster, and I want to be honest that it does not: what it changes is that the unreviewed thing is now a small, enumerable, addressable list instead of a paragraph of prose.
Source: schema v0.3/runs/research-terra-continuation-20260920/summary.json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KERNEL-CHECKED YES ACTUALLY MEANS. This project has 64 kernel-checked declarations - 54 theorems, 9 definitions, 1 inductive - resting on exactly three axioms (propext, Classical.choice, Quot.sound) and no project-introduced axiom. That part is real, and it is machine-verified.
Now the honest part. The audit's own metric PREMISE_NONVACUITY_UNKNOWN is 46 of 54: forty-six of those theorems carry at least one Prop hypothesis whose inhabitation Lean does not establish. The kernel confirms the implication. It does not confirm that the premise can ever be met - and a vacuously true theorem looks identical to a useful one from the outside.
I want to be careful: this is not a flaw in Lean, and it is not fraud. It is what "verified" means, stated precisely. The eight unstubbed marks are gathered at the right only for legibility; the audit does not order them.
Source: schema v0.3/runs/lean-evidence-20260919/lean-audit.json, coverage[2].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ONE, IN ITS SHARPEST FORM. The largest single verification event in this project is the common-epoch migration: 82 modules, and all 82 compile under leanprover/lean4 v4.33.0. 74 declarations audited, 44 composition witnesses recorded.
And the same file records query_chain_complete = false and query_declaration = null. Eighty-two modules compile and compose into no answer. The empty box at the top is not a rhetorical device; it is a null in a JSON file.
That is what an isolated proof is. Not a wrong proof - a proof with no socket on either end. Getting those modules to compile also took 32 recorded source adaptations, each one a machine edit to somebody's proof, each stamped AGENT_NORMALIZED_UNREVIEWED.
Source: schema v0.3/epoch-migration/runs/20260919-full-case/full-case-audit.json.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TWO, AND I HAVE TO BE CAREFUL HERE, because this is the concern my own repository can say the least about.
What it does record: 74 model receipts, 7,591,305 input tokens, 97,677 output tokens, 4,280 seconds - 71 minutes of model time for the entire project, on an ordinary personal account quota. No cluster, no allocation, no scheduler.
What it refuses to record is the fourth box. Every one of 23,583 cost_microusd fields is null; 225 receipts carry cost_basis = CHATGPT_ACCOUNT_QUOTA_NOT_DOLLAR_METERED. I did not leave the price out to be coy - a token count stays true and a price does not, so the deck records the thing that will still be checkable in a year.
Say the caveat out loud: 71 minutes is an argument from smallness, not a measured comparison against anyone's large-compute baseline. I have no such comparison, and neither, as far as I can tell, does anybody else. "Theory will become a capital game" is itself an unmeasured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TWO AGAIN, and this is the one place where I think there is a real answer rather than a caveat.
The expensive object in this picture is not the model time. It is the checker: the Lean library the proofs are checked against - 87,659 objects, 8.6 gigabytes. That is the fixed capital of the whole enterprise.
And it is a DOWNLOAD. Not an allocation, not a quota, not a queue. Everybody who works this way gets the identical one, and a proof that the kernel accepts against it is accepted for everybody. Checking this project's entire audited chain took 136.68 seconds across four receipts on one laptop.
So: if the worry is that theoretical research becomes a competition in who can afford the compute, then the most useful property of a proof kernel is that it is cheap, shared, and the same for everyone. That is not a refutation of the worry - the generation side may well concentrate. It is the one counterexample in this repository that I can put a number on.
One caveat, because it is in the file: the audit records that the 8.6 GB figure comes from an inventory manifest whose hash it verified, and that it did not independently re-hash those library bytes. Source: schema v0.3/runs/proof-worker-normalization-attempt02-20260919/audit-proof-walk-attempt05.json, scope_notes[0].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CONCERN THREE, which I think is the one that actually matters.
Two routes to the same statement, drawn at the same height because they end in the same place. The lower one is what an answer looks like when it arrives alone. The upper one is the same result with the things it passed through still attached.
Concretely, from this project: the closure of one theorem is 29 claims, and 11 of them are definitions - more than a third of what the headline result rests on is not a result at all. It is vocabulary. That is the part that transfers to the next problem, and it is exactly the part a good answer throws away.
Then hand over: for the rest of the talk, the question is what would have to come back instead of a single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523962" y="4825879"/>
            <a:ext cx="5968851" cy="0"/>
          </a:xfrm>
          <a:prstGeom prst="line">
            <a:avLst/>
          </a:prstGeom>
          <a:noFill/>
          <a:ln w="11430">
            <a:solidFill>
              <a:srgbClr val="8A8A80"/>
            </a:solidFill>
            <a:prstDash val="solid"/>
            <a:tailEnd type="triangle"/>
          </a:ln>
        </p:spPr>
      </p:sp>
      <p:sp>
        <p:nvSpPr>
          <p:cNvPr id="3" name="Shape 1"/>
          <p:cNvSpPr/>
          <p:nvPr/>
        </p:nvSpPr>
        <p:spPr>
          <a:xfrm>
            <a:off x="1523962" y="1587460"/>
            <a:ext cx="0" cy="3238419"/>
          </a:xfrm>
          <a:prstGeom prst="line">
            <a:avLst/>
          </a:prstGeom>
          <a:noFill/>
          <a:ln w="11430">
            <a:solidFill>
              <a:srgbClr val="8A8A80"/>
            </a:solidFill>
            <a:prstDash val="solid"/>
            <a:headEnd type="triangle"/>
          </a:ln>
        </p:spPr>
      </p:sp>
      <p:sp>
        <p:nvSpPr>
          <p:cNvPr id="4" name="Text 2"/>
          <p:cNvSpPr txBox="1"/>
          <p:nvPr/>
        </p:nvSpPr>
        <p:spPr>
          <a:xfrm>
            <a:off x="952476" y="1523962"/>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scale</a:t>
            </a:r>
            <a:endParaRPr lang="en-US" sz="1100" dirty="0"/>
          </a:p>
        </p:txBody>
      </p:sp>
      <p:sp>
        <p:nvSpPr>
          <p:cNvPr id="5" name="Text 3"/>
          <p:cNvSpPr txBox="1"/>
          <p:nvPr/>
        </p:nvSpPr>
        <p:spPr>
          <a:xfrm>
            <a:off x="7365816" y="4965576"/>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time</a:t>
            </a:r>
            <a:endParaRPr lang="en-US" sz="1100" dirty="0"/>
          </a:p>
        </p:txBody>
      </p:sp>
      <p:sp>
        <p:nvSpPr>
          <p:cNvPr id="6" name="Shape 4"/>
          <p:cNvSpPr/>
          <p:nvPr/>
        </p:nvSpPr>
        <p:spPr>
          <a:xfrm>
            <a:off x="3555911" y="4775081"/>
            <a:ext cx="0" cy="101597"/>
          </a:xfrm>
          <a:prstGeom prst="line">
            <a:avLst/>
          </a:prstGeom>
          <a:noFill/>
          <a:ln w="10160">
            <a:solidFill>
              <a:srgbClr val="8A8A80"/>
            </a:solidFill>
            <a:prstDash val="solid"/>
          </a:ln>
        </p:spPr>
      </p:sp>
      <p:sp>
        <p:nvSpPr>
          <p:cNvPr id="7" name="Text 5"/>
          <p:cNvSpPr txBox="1"/>
          <p:nvPr/>
        </p:nvSpPr>
        <p:spPr>
          <a:xfrm>
            <a:off x="3276518" y="4965576"/>
            <a:ext cx="11429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2024</a:t>
            </a:r>
            <a:endParaRPr lang="en-US" sz="1100" dirty="0"/>
          </a:p>
        </p:txBody>
      </p:sp>
      <p:sp>
        <p:nvSpPr>
          <p:cNvPr id="8" name="Shape 6"/>
          <p:cNvSpPr/>
          <p:nvPr/>
        </p:nvSpPr>
        <p:spPr>
          <a:xfrm>
            <a:off x="3016175" y="4631574"/>
            <a:ext cx="-1492213" cy="129537"/>
          </a:xfrm>
          <a:prstGeom prst="line">
            <a:avLst/>
          </a:prstGeom>
          <a:noFill/>
          <a:ln w="21589">
            <a:solidFill>
              <a:srgbClr val="1A1A16"/>
            </a:solidFill>
            <a:prstDash val="solid"/>
          </a:ln>
        </p:spPr>
      </p:sp>
      <p:sp>
        <p:nvSpPr>
          <p:cNvPr id="9" name="Shape 7"/>
          <p:cNvSpPr/>
          <p:nvPr/>
        </p:nvSpPr>
        <p:spPr>
          <a:xfrm>
            <a:off x="4209945" y="4404885"/>
            <a:ext cx="-1193770" cy="226689"/>
          </a:xfrm>
          <a:prstGeom prst="line">
            <a:avLst/>
          </a:prstGeom>
          <a:noFill/>
          <a:ln w="21589">
            <a:solidFill>
              <a:srgbClr val="1A1A16"/>
            </a:solidFill>
            <a:prstDash val="solid"/>
          </a:ln>
        </p:spPr>
      </p:sp>
      <p:sp>
        <p:nvSpPr>
          <p:cNvPr id="10" name="Shape 8"/>
          <p:cNvSpPr/>
          <p:nvPr/>
        </p:nvSpPr>
        <p:spPr>
          <a:xfrm>
            <a:off x="5105272" y="4048659"/>
            <a:ext cx="-895328" cy="356226"/>
          </a:xfrm>
          <a:prstGeom prst="line">
            <a:avLst/>
          </a:prstGeom>
          <a:noFill/>
          <a:ln w="21589">
            <a:solidFill>
              <a:srgbClr val="1A1A16"/>
            </a:solidFill>
            <a:prstDash val="solid"/>
          </a:ln>
        </p:spPr>
      </p:sp>
      <p:sp>
        <p:nvSpPr>
          <p:cNvPr id="11" name="Shape 9"/>
          <p:cNvSpPr/>
          <p:nvPr/>
        </p:nvSpPr>
        <p:spPr>
          <a:xfrm>
            <a:off x="5821534" y="3530512"/>
            <a:ext cx="-716262" cy="518147"/>
          </a:xfrm>
          <a:prstGeom prst="line">
            <a:avLst/>
          </a:prstGeom>
          <a:noFill/>
          <a:ln w="21589">
            <a:solidFill>
              <a:srgbClr val="1A1A16"/>
            </a:solidFill>
            <a:prstDash val="solid"/>
          </a:ln>
        </p:spPr>
      </p:sp>
      <p:sp>
        <p:nvSpPr>
          <p:cNvPr id="12" name="Shape 10"/>
          <p:cNvSpPr/>
          <p:nvPr/>
        </p:nvSpPr>
        <p:spPr>
          <a:xfrm>
            <a:off x="6418420" y="2947596"/>
            <a:ext cx="-596885" cy="582915"/>
          </a:xfrm>
          <a:prstGeom prst="line">
            <a:avLst/>
          </a:prstGeom>
          <a:noFill/>
          <a:ln w="21589">
            <a:solidFill>
              <a:srgbClr val="1A1A16"/>
            </a:solidFill>
            <a:prstDash val="solid"/>
          </a:ln>
        </p:spPr>
      </p:sp>
      <p:sp>
        <p:nvSpPr>
          <p:cNvPr id="13" name="Shape 11"/>
          <p:cNvSpPr/>
          <p:nvPr/>
        </p:nvSpPr>
        <p:spPr>
          <a:xfrm>
            <a:off x="6895928" y="2397065"/>
            <a:ext cx="-477508" cy="550531"/>
          </a:xfrm>
          <a:prstGeom prst="line">
            <a:avLst/>
          </a:prstGeom>
          <a:noFill/>
          <a:ln w="21589">
            <a:solidFill>
              <a:srgbClr val="1A1A16"/>
            </a:solidFill>
            <a:prstDash val="solid"/>
          </a:ln>
        </p:spPr>
      </p:sp>
      <p:sp>
        <p:nvSpPr>
          <p:cNvPr id="14" name="Shape 12"/>
          <p:cNvSpPr/>
          <p:nvPr/>
        </p:nvSpPr>
        <p:spPr>
          <a:xfrm>
            <a:off x="7492813" y="1749381"/>
            <a:ext cx="-596885" cy="647684"/>
          </a:xfrm>
          <a:prstGeom prst="line">
            <a:avLst/>
          </a:prstGeom>
          <a:noFill/>
          <a:ln w="21589">
            <a:solidFill>
              <a:srgbClr val="1A1A16"/>
            </a:solidFill>
            <a:prstDash val="solid"/>
          </a:ln>
        </p:spPr>
      </p:sp>
      <p:sp>
        <p:nvSpPr>
          <p:cNvPr id="15" name="Shape 13"/>
          <p:cNvSpPr/>
          <p:nvPr/>
        </p:nvSpPr>
        <p:spPr>
          <a:xfrm>
            <a:off x="3314617" y="4647766"/>
            <a:ext cx="-1790655" cy="80960"/>
          </a:xfrm>
          <a:prstGeom prst="line">
            <a:avLst/>
          </a:prstGeom>
          <a:noFill/>
          <a:ln w="21589">
            <a:solidFill>
              <a:srgbClr val="8A8A80"/>
            </a:solidFill>
            <a:prstDash val="solid"/>
          </a:ln>
        </p:spPr>
      </p:sp>
      <p:sp>
        <p:nvSpPr>
          <p:cNvPr id="16" name="Shape 14"/>
          <p:cNvSpPr/>
          <p:nvPr/>
        </p:nvSpPr>
        <p:spPr>
          <a:xfrm>
            <a:off x="5105272" y="4566806"/>
            <a:ext cx="-1790655" cy="80960"/>
          </a:xfrm>
          <a:prstGeom prst="line">
            <a:avLst/>
          </a:prstGeom>
          <a:noFill/>
          <a:ln w="21589">
            <a:solidFill>
              <a:srgbClr val="8A8A80"/>
            </a:solidFill>
            <a:prstDash val="solid"/>
          </a:ln>
        </p:spPr>
      </p:sp>
      <p:sp>
        <p:nvSpPr>
          <p:cNvPr id="17" name="Shape 15"/>
          <p:cNvSpPr/>
          <p:nvPr/>
        </p:nvSpPr>
        <p:spPr>
          <a:xfrm>
            <a:off x="6299043" y="4502037"/>
            <a:ext cx="-1193770" cy="64768"/>
          </a:xfrm>
          <a:prstGeom prst="line">
            <a:avLst/>
          </a:prstGeom>
          <a:noFill/>
          <a:ln w="21589">
            <a:solidFill>
              <a:srgbClr val="8A8A80"/>
            </a:solidFill>
            <a:prstDash val="solid"/>
          </a:ln>
        </p:spPr>
      </p:sp>
      <p:sp>
        <p:nvSpPr>
          <p:cNvPr id="18" name="Shape 16"/>
          <p:cNvSpPr/>
          <p:nvPr/>
        </p:nvSpPr>
        <p:spPr>
          <a:xfrm>
            <a:off x="7492813" y="4437269"/>
            <a:ext cx="-1193770" cy="64768"/>
          </a:xfrm>
          <a:prstGeom prst="line">
            <a:avLst/>
          </a:prstGeom>
          <a:noFill/>
          <a:ln w="21589">
            <a:solidFill>
              <a:srgbClr val="8A8A80"/>
            </a:solidFill>
            <a:prstDash val="solid"/>
          </a:ln>
        </p:spPr>
      </p:sp>
      <p:sp>
        <p:nvSpPr>
          <p:cNvPr id="19" name="Text 17"/>
          <p:cNvSpPr txBox="1"/>
          <p:nvPr/>
        </p:nvSpPr>
        <p:spPr>
          <a:xfrm>
            <a:off x="6349841" y="1485863"/>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scientific publications</a:t>
            </a:r>
            <a:endParaRPr lang="en-US" sz="1100" dirty="0"/>
          </a:p>
        </p:txBody>
      </p:sp>
      <p:sp>
        <p:nvSpPr>
          <p:cNvPr id="20" name="Text 18"/>
          <p:cNvSpPr txBox="1"/>
          <p:nvPr/>
        </p:nvSpPr>
        <p:spPr>
          <a:xfrm>
            <a:off x="6349841" y="4076598"/>
            <a:ext cx="393690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human verification bandwidth</a:t>
            </a:r>
            <a:endParaRPr lang="en-US" sz="1100" dirty="0"/>
          </a:p>
        </p:txBody>
      </p:sp>
      <p:sp>
        <p:nvSpPr>
          <p:cNvPr id="21" name="Shape 19"/>
          <p:cNvSpPr/>
          <p:nvPr/>
        </p:nvSpPr>
        <p:spPr>
          <a:xfrm>
            <a:off x="1523962" y="5321167"/>
            <a:ext cx="4444889" cy="584185"/>
          </a:xfrm>
          <a:prstGeom prst="rect">
            <a:avLst/>
          </a:prstGeom>
          <a:ln w="16510">
            <a:solidFill>
              <a:srgbClr val="1A1A16"/>
            </a:solidFill>
            <a:prstDash val="solid"/>
          </a:ln>
        </p:spPr>
      </p:sp>
      <p:sp>
        <p:nvSpPr>
          <p:cNvPr id="22" name="Text 20"/>
          <p:cNvSpPr txBox="1"/>
          <p:nvPr/>
        </p:nvSpPr>
        <p:spPr>
          <a:xfrm>
            <a:off x="1727157" y="5511662"/>
            <a:ext cx="406389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read  ≠  checked  ≠  reusable</a:t>
            </a:r>
            <a:endParaRPr lang="en-US" sz="1300" dirty="0"/>
          </a:p>
        </p:txBody>
      </p:sp>
      <p:sp>
        <p:nvSpPr>
          <p:cNvPr id="23" name="Text 21"/>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AI crisis in theoretical research</a:t>
            </a:r>
            <a:endParaRPr lang="en-US" sz="1700" dirty="0"/>
          </a:p>
        </p:txBody>
      </p:sp>
      <p:sp>
        <p:nvSpPr>
          <p:cNvPr id="24" name="Text 2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TWO CURVES · PUBLISHING AND CHECKING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Text 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MODEL IS A FUNCTION FROM STRING TO STRING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 BY WAY OF TOKENS AND A DISTRIBUTION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Shape 6"/>
          <p:cNvSpPr/>
          <p:nvPr/>
        </p:nvSpPr>
        <p:spPr>
          <a:xfrm>
            <a:off x="4063898" y="4254394"/>
            <a:ext cx="419090" cy="190495"/>
          </a:xfrm>
          <a:prstGeom prst="rect">
            <a:avLst/>
          </a:prstGeom>
          <a:ln w="12700">
            <a:solidFill>
              <a:srgbClr val="1A1A16"/>
            </a:solidFill>
            <a:prstDash val="solid"/>
          </a:ln>
        </p:spPr>
      </p:sp>
      <p:sp>
        <p:nvSpPr>
          <p:cNvPr id="9" name="Text 7"/>
          <p:cNvSpPr txBox="1"/>
          <p:nvPr/>
        </p:nvSpPr>
        <p:spPr>
          <a:xfrm>
            <a:off x="4063898"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a:t>
            </a:r>
            <a:endParaRPr lang="en-US" sz="1100" dirty="0"/>
          </a:p>
        </p:txBody>
      </p:sp>
      <p:sp>
        <p:nvSpPr>
          <p:cNvPr id="10" name="Shape 8"/>
          <p:cNvSpPr/>
          <p:nvPr/>
        </p:nvSpPr>
        <p:spPr>
          <a:xfrm>
            <a:off x="4800480" y="3835304"/>
            <a:ext cx="419090" cy="609585"/>
          </a:xfrm>
          <a:prstGeom prst="rect">
            <a:avLst/>
          </a:prstGeom>
          <a:solidFill>
            <a:srgbClr val="1A1A16"/>
          </a:solidFill>
          <a:ln w="12700">
            <a:solidFill>
              <a:srgbClr val="1A1A16"/>
            </a:solidFill>
            <a:prstDash val="solid"/>
          </a:ln>
        </p:spPr>
      </p:sp>
      <p:sp>
        <p:nvSpPr>
          <p:cNvPr id="11" name="Text 9"/>
          <p:cNvSpPr txBox="1"/>
          <p:nvPr/>
        </p:nvSpPr>
        <p:spPr>
          <a:xfrm>
            <a:off x="4800480"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cat</a:t>
            </a:r>
            <a:endParaRPr lang="en-US" sz="1100" dirty="0"/>
          </a:p>
        </p:txBody>
      </p:sp>
      <p:sp>
        <p:nvSpPr>
          <p:cNvPr id="12" name="Shape 10"/>
          <p:cNvSpPr/>
          <p:nvPr/>
        </p:nvSpPr>
        <p:spPr>
          <a:xfrm>
            <a:off x="5537062" y="4101997"/>
            <a:ext cx="419090" cy="342891"/>
          </a:xfrm>
          <a:prstGeom prst="rect">
            <a:avLst/>
          </a:prstGeom>
          <a:ln w="12700">
            <a:solidFill>
              <a:srgbClr val="1A1A16"/>
            </a:solidFill>
            <a:prstDash val="solid"/>
          </a:ln>
        </p:spPr>
      </p:sp>
      <p:sp>
        <p:nvSpPr>
          <p:cNvPr id="13" name="Text 11"/>
          <p:cNvSpPr txBox="1"/>
          <p:nvPr/>
        </p:nvSpPr>
        <p:spPr>
          <a:xfrm>
            <a:off x="5537062"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dog</a:t>
            </a:r>
            <a:endParaRPr lang="en-US" sz="1100" dirty="0"/>
          </a:p>
        </p:txBody>
      </p:sp>
      <p:sp>
        <p:nvSpPr>
          <p:cNvPr id="14" name="Shape 12"/>
          <p:cNvSpPr/>
          <p:nvPr/>
        </p:nvSpPr>
        <p:spPr>
          <a:xfrm>
            <a:off x="6273643" y="4330592"/>
            <a:ext cx="419090" cy="114297"/>
          </a:xfrm>
          <a:prstGeom prst="rect">
            <a:avLst/>
          </a:prstGeom>
          <a:ln w="12700">
            <a:solidFill>
              <a:srgbClr val="1A1A16"/>
            </a:solidFill>
            <a:prstDash val="solid"/>
          </a:ln>
        </p:spPr>
      </p:sp>
      <p:sp>
        <p:nvSpPr>
          <p:cNvPr id="15" name="Text 13"/>
          <p:cNvSpPr txBox="1"/>
          <p:nvPr/>
        </p:nvSpPr>
        <p:spPr>
          <a:xfrm>
            <a:off x="6273643"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sat</a:t>
            </a:r>
            <a:endParaRPr lang="en-US" sz="1100" dirty="0"/>
          </a:p>
        </p:txBody>
      </p:sp>
      <p:sp>
        <p:nvSpPr>
          <p:cNvPr id="16" name="Shape 14"/>
          <p:cNvSpPr/>
          <p:nvPr/>
        </p:nvSpPr>
        <p:spPr>
          <a:xfrm>
            <a:off x="7010225" y="4381390"/>
            <a:ext cx="419090" cy="63498"/>
          </a:xfrm>
          <a:prstGeom prst="rect">
            <a:avLst/>
          </a:prstGeom>
          <a:ln w="12700">
            <a:solidFill>
              <a:srgbClr val="1A1A16"/>
            </a:solidFill>
            <a:prstDash val="solid"/>
          </a:ln>
        </p:spPr>
      </p:sp>
      <p:sp>
        <p:nvSpPr>
          <p:cNvPr id="17" name="Text 15"/>
          <p:cNvSpPr txBox="1"/>
          <p:nvPr/>
        </p:nvSpPr>
        <p:spPr>
          <a:xfrm>
            <a:off x="7010225"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t>
            </a:r>
            <a:endParaRPr lang="en-US" sz="1100" dirty="0"/>
          </a:p>
        </p:txBody>
      </p:sp>
      <p:sp>
        <p:nvSpPr>
          <p:cNvPr id="18" name="Text 16"/>
          <p:cNvSpPr txBox="1"/>
          <p:nvPr/>
        </p:nvSpPr>
        <p:spPr>
          <a:xfrm>
            <a:off x="3555911" y="3467013"/>
            <a:ext cx="768330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over the next token, then one is sampled</a:t>
            </a:r>
            <a:endParaRPr lang="en-US" sz="1100" dirty="0"/>
          </a:p>
        </p:txBody>
      </p:sp>
      <p:sp>
        <p:nvSpPr>
          <p:cNvPr id="19" name="Text 1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IT RETURNS A DISTRIBUTION · THEN SAMPLES 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is inside the black box of LLM reasoning</a:t>
            </a:r>
            <a:endParaRPr lang="en-US" sz="1700" dirty="0"/>
          </a:p>
        </p:txBody>
      </p:sp>
      <p:sp>
        <p:nvSpPr>
          <p:cNvPr id="3" name="Shape 1"/>
          <p:cNvSpPr/>
          <p:nvPr/>
        </p:nvSpPr>
        <p:spPr>
          <a:xfrm>
            <a:off x="952476" y="1904952"/>
            <a:ext cx="1904952" cy="1904952"/>
          </a:xfrm>
          <a:prstGeom prst="rect">
            <a:avLst/>
          </a:prstGeom>
          <a:solidFill>
            <a:srgbClr val="1A1A16"/>
          </a:solidFill>
          <a:ln w="12700">
            <a:solidFill>
              <a:srgbClr val="1A1A16"/>
            </a:solidFill>
            <a:prstDash val="solid"/>
          </a:ln>
        </p:spPr>
      </p:sp>
      <p:sp>
        <p:nvSpPr>
          <p:cNvPr id="4" name="Shape 2"/>
          <p:cNvSpPr/>
          <p:nvPr/>
        </p:nvSpPr>
        <p:spPr>
          <a:xfrm>
            <a:off x="3555911" y="1904952"/>
            <a:ext cx="7683308" cy="469888"/>
          </a:xfrm>
          <a:prstGeom prst="rect">
            <a:avLst/>
          </a:prstGeom>
          <a:ln w="12700">
            <a:solidFill>
              <a:srgbClr val="1A1A16"/>
            </a:solidFill>
            <a:prstDash val="solid"/>
          </a:ln>
        </p:spPr>
      </p:sp>
      <p:sp>
        <p:nvSpPr>
          <p:cNvPr id="5" name="Text 3"/>
          <p:cNvSpPr txBox="1"/>
          <p:nvPr/>
        </p:nvSpPr>
        <p:spPr>
          <a:xfrm>
            <a:off x="3721007" y="2044649"/>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String</a:t>
            </a:r>
            <a:endParaRPr lang="en-US" sz="1300" dirty="0"/>
          </a:p>
        </p:txBody>
      </p:sp>
      <p:sp>
        <p:nvSpPr>
          <p:cNvPr id="6" name="Shape 4"/>
          <p:cNvSpPr/>
          <p:nvPr/>
        </p:nvSpPr>
        <p:spPr>
          <a:xfrm>
            <a:off x="3555911" y="2565336"/>
            <a:ext cx="7683308" cy="469888"/>
          </a:xfrm>
          <a:prstGeom prst="rect">
            <a:avLst/>
          </a:prstGeom>
          <a:ln w="12700">
            <a:solidFill>
              <a:srgbClr val="1A1A16"/>
            </a:solidFill>
            <a:prstDash val="solid"/>
          </a:ln>
        </p:spPr>
      </p:sp>
      <p:sp>
        <p:nvSpPr>
          <p:cNvPr id="7" name="Text 5"/>
          <p:cNvSpPr txBox="1"/>
          <p:nvPr/>
        </p:nvSpPr>
        <p:spPr>
          <a:xfrm>
            <a:off x="3721007" y="2705032"/>
            <a:ext cx="7365816"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  :  String → token → prob. distribution → (next) token → String</a:t>
            </a:r>
            <a:endParaRPr lang="en-US" sz="1300" dirty="0"/>
          </a:p>
        </p:txBody>
      </p:sp>
      <p:sp>
        <p:nvSpPr>
          <p:cNvPr id="8" name="Shape 6"/>
          <p:cNvSpPr/>
          <p:nvPr/>
        </p:nvSpPr>
        <p:spPr>
          <a:xfrm>
            <a:off x="4063898" y="4254394"/>
            <a:ext cx="419090" cy="190495"/>
          </a:xfrm>
          <a:prstGeom prst="rect">
            <a:avLst/>
          </a:prstGeom>
          <a:ln w="12700">
            <a:solidFill>
              <a:srgbClr val="1A1A16"/>
            </a:solidFill>
            <a:prstDash val="solid"/>
          </a:ln>
        </p:spPr>
      </p:sp>
      <p:sp>
        <p:nvSpPr>
          <p:cNvPr id="9" name="Text 7"/>
          <p:cNvSpPr txBox="1"/>
          <p:nvPr/>
        </p:nvSpPr>
        <p:spPr>
          <a:xfrm>
            <a:off x="4063898"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a:t>
            </a:r>
            <a:endParaRPr lang="en-US" sz="1100" dirty="0"/>
          </a:p>
        </p:txBody>
      </p:sp>
      <p:sp>
        <p:nvSpPr>
          <p:cNvPr id="10" name="Shape 8"/>
          <p:cNvSpPr/>
          <p:nvPr/>
        </p:nvSpPr>
        <p:spPr>
          <a:xfrm>
            <a:off x="4800480" y="3835304"/>
            <a:ext cx="419090" cy="609585"/>
          </a:xfrm>
          <a:prstGeom prst="rect">
            <a:avLst/>
          </a:prstGeom>
          <a:solidFill>
            <a:srgbClr val="1A1A16"/>
          </a:solidFill>
          <a:ln w="12700">
            <a:solidFill>
              <a:srgbClr val="1A1A16"/>
            </a:solidFill>
            <a:prstDash val="solid"/>
          </a:ln>
        </p:spPr>
      </p:sp>
      <p:sp>
        <p:nvSpPr>
          <p:cNvPr id="11" name="Text 9"/>
          <p:cNvSpPr txBox="1"/>
          <p:nvPr/>
        </p:nvSpPr>
        <p:spPr>
          <a:xfrm>
            <a:off x="4800480"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cat</a:t>
            </a:r>
            <a:endParaRPr lang="en-US" sz="1100" dirty="0"/>
          </a:p>
        </p:txBody>
      </p:sp>
      <p:sp>
        <p:nvSpPr>
          <p:cNvPr id="12" name="Shape 10"/>
          <p:cNvSpPr/>
          <p:nvPr/>
        </p:nvSpPr>
        <p:spPr>
          <a:xfrm>
            <a:off x="5537062" y="4101997"/>
            <a:ext cx="419090" cy="342891"/>
          </a:xfrm>
          <a:prstGeom prst="rect">
            <a:avLst/>
          </a:prstGeom>
          <a:ln w="12700">
            <a:solidFill>
              <a:srgbClr val="1A1A16"/>
            </a:solidFill>
            <a:prstDash val="solid"/>
          </a:ln>
        </p:spPr>
      </p:sp>
      <p:sp>
        <p:nvSpPr>
          <p:cNvPr id="13" name="Text 11"/>
          <p:cNvSpPr txBox="1"/>
          <p:nvPr/>
        </p:nvSpPr>
        <p:spPr>
          <a:xfrm>
            <a:off x="5537062"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dog</a:t>
            </a:r>
            <a:endParaRPr lang="en-US" sz="1100" dirty="0"/>
          </a:p>
        </p:txBody>
      </p:sp>
      <p:sp>
        <p:nvSpPr>
          <p:cNvPr id="14" name="Shape 12"/>
          <p:cNvSpPr/>
          <p:nvPr/>
        </p:nvSpPr>
        <p:spPr>
          <a:xfrm>
            <a:off x="6273643" y="4330592"/>
            <a:ext cx="419090" cy="114297"/>
          </a:xfrm>
          <a:prstGeom prst="rect">
            <a:avLst/>
          </a:prstGeom>
          <a:ln w="12700">
            <a:solidFill>
              <a:srgbClr val="1A1A16"/>
            </a:solidFill>
            <a:prstDash val="solid"/>
          </a:ln>
        </p:spPr>
      </p:sp>
      <p:sp>
        <p:nvSpPr>
          <p:cNvPr id="15" name="Text 13"/>
          <p:cNvSpPr txBox="1"/>
          <p:nvPr/>
        </p:nvSpPr>
        <p:spPr>
          <a:xfrm>
            <a:off x="6273643"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sat</a:t>
            </a:r>
            <a:endParaRPr lang="en-US" sz="1100" dirty="0"/>
          </a:p>
        </p:txBody>
      </p:sp>
      <p:sp>
        <p:nvSpPr>
          <p:cNvPr id="16" name="Shape 14"/>
          <p:cNvSpPr/>
          <p:nvPr/>
        </p:nvSpPr>
        <p:spPr>
          <a:xfrm>
            <a:off x="7010225" y="4381390"/>
            <a:ext cx="419090" cy="63498"/>
          </a:xfrm>
          <a:prstGeom prst="rect">
            <a:avLst/>
          </a:prstGeom>
          <a:ln w="12700">
            <a:solidFill>
              <a:srgbClr val="1A1A16"/>
            </a:solidFill>
            <a:prstDash val="solid"/>
          </a:ln>
        </p:spPr>
      </p:sp>
      <p:sp>
        <p:nvSpPr>
          <p:cNvPr id="17" name="Text 15"/>
          <p:cNvSpPr txBox="1"/>
          <p:nvPr/>
        </p:nvSpPr>
        <p:spPr>
          <a:xfrm>
            <a:off x="7010225" y="4546486"/>
            <a:ext cx="76198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t>
            </a:r>
            <a:endParaRPr lang="en-US" sz="1100" dirty="0"/>
          </a:p>
        </p:txBody>
      </p:sp>
      <p:sp>
        <p:nvSpPr>
          <p:cNvPr id="18" name="Text 16"/>
          <p:cNvSpPr txBox="1"/>
          <p:nvPr/>
        </p:nvSpPr>
        <p:spPr>
          <a:xfrm>
            <a:off x="3555911" y="3467013"/>
            <a:ext cx="768330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over the next token, then one is sampled</a:t>
            </a:r>
            <a:endParaRPr lang="en-US" sz="1100" dirty="0"/>
          </a:p>
        </p:txBody>
      </p:sp>
      <p:sp>
        <p:nvSpPr>
          <p:cNvPr id="19" name="Text 17"/>
          <p:cNvSpPr txBox="1"/>
          <p:nvPr/>
        </p:nvSpPr>
        <p:spPr>
          <a:xfrm>
            <a:off x="952476" y="5346566"/>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the model returns a conditioned probability distribution — not an answer</a:t>
            </a:r>
            <a:endParaRPr lang="en-US" sz="1300" dirty="0"/>
          </a:p>
        </p:txBody>
      </p:sp>
      <p:sp>
        <p:nvSpPr>
          <p:cNvPr id="20" name="Text 1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NOT AN ANSWER · A CONDITIONED DISTRIBUTION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Text 1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NO WEIGHTS CHANGE · THE HISTORY IS RE-SENT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Shape 12"/>
          <p:cNvSpPr/>
          <p:nvPr/>
        </p:nvSpPr>
        <p:spPr>
          <a:xfrm>
            <a:off x="6286343" y="2412940"/>
            <a:ext cx="1460463" cy="698483"/>
          </a:xfrm>
          <a:prstGeom prst="rect">
            <a:avLst/>
          </a:prstGeom>
          <a:solidFill>
            <a:srgbClr val="1A1A16"/>
          </a:solidFill>
          <a:ln w="15240">
            <a:solidFill>
              <a:srgbClr val="1A1A16"/>
            </a:solidFill>
            <a:prstDash val="solid"/>
          </a:ln>
        </p:spPr>
      </p:sp>
      <p:sp>
        <p:nvSpPr>
          <p:cNvPr id="15" name="Text 13"/>
          <p:cNvSpPr txBox="1"/>
          <p:nvPr/>
        </p:nvSpPr>
        <p:spPr>
          <a:xfrm>
            <a:off x="6387940" y="2628834"/>
            <a:ext cx="1257269" cy="237484"/>
          </a:xfrm>
          <a:prstGeom prst="rect">
            <a:avLst/>
          </a:prstGeom>
          <a:noFill/>
          <a:ln/>
        </p:spPr>
        <p:txBody>
          <a:bodyPr wrap="square" lIns="0" tIns="0" rIns="0" bIns="0" rtlCol="0" anchor="t"/>
          <a:lstStyle/>
          <a:p>
            <a:pPr algn="l" indent="0" marL="0">
              <a:buNone/>
            </a:pPr>
            <a:r>
              <a:rPr lang="en-US" sz="1100" dirty="0">
                <a:solidFill>
                  <a:srgbClr val="FFFFFF"/>
                </a:solidFill>
                <a:latin typeface="Calibri" pitchFamily="34" charset="0"/>
                <a:ea typeface="Calibri" pitchFamily="34" charset="-122"/>
                <a:cs typeface="Calibri" pitchFamily="34" charset="-120"/>
              </a:rPr>
              <a:t>system prompt</a:t>
            </a:r>
            <a:endParaRPr lang="en-US" sz="1100" dirty="0"/>
          </a:p>
        </p:txBody>
      </p:sp>
      <p:sp>
        <p:nvSpPr>
          <p:cNvPr id="16" name="Shape 14"/>
          <p:cNvSpPr/>
          <p:nvPr/>
        </p:nvSpPr>
        <p:spPr>
          <a:xfrm>
            <a:off x="7746806" y="2412940"/>
            <a:ext cx="2603435" cy="698483"/>
          </a:xfrm>
          <a:prstGeom prst="rect">
            <a:avLst/>
          </a:prstGeom>
          <a:ln w="15240">
            <a:solidFill>
              <a:srgbClr val="1A1A16"/>
            </a:solidFill>
            <a:prstDash val="solid"/>
          </a:ln>
        </p:spPr>
      </p:sp>
      <p:sp>
        <p:nvSpPr>
          <p:cNvPr id="17" name="Text 15"/>
          <p:cNvSpPr txBox="1"/>
          <p:nvPr/>
        </p:nvSpPr>
        <p:spPr>
          <a:xfrm>
            <a:off x="7848404" y="2628834"/>
            <a:ext cx="240024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conversation history</a:t>
            </a:r>
            <a:endParaRPr lang="en-US" sz="1100" dirty="0"/>
          </a:p>
        </p:txBody>
      </p:sp>
      <p:sp>
        <p:nvSpPr>
          <p:cNvPr id="18" name="Shape 16"/>
          <p:cNvSpPr/>
          <p:nvPr/>
        </p:nvSpPr>
        <p:spPr>
          <a:xfrm>
            <a:off x="10350241" y="2412940"/>
            <a:ext cx="1206470" cy="698483"/>
          </a:xfrm>
          <a:prstGeom prst="rect">
            <a:avLst/>
          </a:prstGeom>
          <a:ln w="15240">
            <a:solidFill>
              <a:srgbClr val="1A1A16"/>
            </a:solidFill>
            <a:prstDash val="solid"/>
          </a:ln>
        </p:spPr>
      </p:sp>
      <p:sp>
        <p:nvSpPr>
          <p:cNvPr id="19" name="Text 17"/>
          <p:cNvSpPr txBox="1"/>
          <p:nvPr/>
        </p:nvSpPr>
        <p:spPr>
          <a:xfrm>
            <a:off x="10451839" y="2628834"/>
            <a:ext cx="10032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new prompt</a:t>
            </a:r>
            <a:endParaRPr lang="en-US" sz="1100" dirty="0"/>
          </a:p>
        </p:txBody>
      </p:sp>
      <p:sp>
        <p:nvSpPr>
          <p:cNvPr id="20" name="Shape 18"/>
          <p:cNvSpPr/>
          <p:nvPr/>
        </p:nvSpPr>
        <p:spPr>
          <a:xfrm>
            <a:off x="6286343" y="3378116"/>
            <a:ext cx="5270368" cy="0"/>
          </a:xfrm>
          <a:prstGeom prst="line">
            <a:avLst/>
          </a:prstGeom>
          <a:noFill/>
          <a:ln w="10160">
            <a:solidFill>
              <a:srgbClr val="8A8A80"/>
            </a:solidFill>
            <a:prstDash val="solid"/>
          </a:ln>
        </p:spPr>
      </p:sp>
      <p:sp>
        <p:nvSpPr>
          <p:cNvPr id="21" name="Shape 19"/>
          <p:cNvSpPr/>
          <p:nvPr/>
        </p:nvSpPr>
        <p:spPr>
          <a:xfrm>
            <a:off x="6286343" y="3289218"/>
            <a:ext cx="0" cy="177796"/>
          </a:xfrm>
          <a:prstGeom prst="line">
            <a:avLst/>
          </a:prstGeom>
          <a:noFill/>
          <a:ln w="10160">
            <a:solidFill>
              <a:srgbClr val="8A8A80"/>
            </a:solidFill>
            <a:prstDash val="solid"/>
          </a:ln>
        </p:spPr>
      </p:sp>
      <p:sp>
        <p:nvSpPr>
          <p:cNvPr id="22" name="Shape 20"/>
          <p:cNvSpPr/>
          <p:nvPr/>
        </p:nvSpPr>
        <p:spPr>
          <a:xfrm>
            <a:off x="11556711" y="3289218"/>
            <a:ext cx="0" cy="177796"/>
          </a:xfrm>
          <a:prstGeom prst="line">
            <a:avLst/>
          </a:prstGeom>
          <a:noFill/>
          <a:ln w="10160">
            <a:solidFill>
              <a:srgbClr val="8A8A80"/>
            </a:solidFill>
            <a:prstDash val="solid"/>
          </a:ln>
        </p:spPr>
      </p:sp>
      <p:sp>
        <p:nvSpPr>
          <p:cNvPr id="23" name="Text 21"/>
          <p:cNvSpPr txBox="1"/>
          <p:nvPr/>
        </p:nvSpPr>
        <p:spPr>
          <a:xfrm>
            <a:off x="6286343" y="3543211"/>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context window  —  a fixed token capacity</a:t>
            </a:r>
            <a:endParaRPr lang="en-US" sz="1100" dirty="0"/>
          </a:p>
        </p:txBody>
      </p:sp>
      <p:sp>
        <p:nvSpPr>
          <p:cNvPr id="24" name="Text 2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CONTEXT WINDOW · A FIXED TOKEN CAPACITY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Model memory</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conversation is a forward pass. It does not update any weight.</a:t>
            </a:r>
            <a:endParaRPr lang="en-US" sz="1100" dirty="0"/>
          </a:p>
        </p:txBody>
      </p:sp>
      <p:sp>
        <p:nvSpPr>
          <p:cNvPr id="4" name="Shape 2"/>
          <p:cNvSpPr/>
          <p:nvPr/>
        </p:nvSpPr>
        <p:spPr>
          <a:xfrm>
            <a:off x="952476" y="1650959"/>
            <a:ext cx="4825879" cy="2730432"/>
          </a:xfrm>
          <a:prstGeom prst="rect">
            <a:avLst/>
          </a:prstGeom>
          <a:ln w="12700">
            <a:solidFill>
              <a:srgbClr val="1A1A16"/>
            </a:solidFill>
            <a:prstDash val="solid"/>
          </a:ln>
        </p:spPr>
      </p:sp>
      <p:sp>
        <p:nvSpPr>
          <p:cNvPr id="5" name="Text 3"/>
          <p:cNvSpPr txBox="1"/>
          <p:nvPr/>
        </p:nvSpPr>
        <p:spPr>
          <a:xfrm>
            <a:off x="1181070" y="1854154"/>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1</a:t>
            </a:r>
            <a:endParaRPr lang="en-US" sz="1100" dirty="0"/>
          </a:p>
        </p:txBody>
      </p:sp>
      <p:sp>
        <p:nvSpPr>
          <p:cNvPr id="6" name="Text 4"/>
          <p:cNvSpPr txBox="1"/>
          <p:nvPr/>
        </p:nvSpPr>
        <p:spPr>
          <a:xfrm>
            <a:off x="1181070" y="212084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7" name="Text 5"/>
          <p:cNvSpPr txBox="1"/>
          <p:nvPr/>
        </p:nvSpPr>
        <p:spPr>
          <a:xfrm>
            <a:off x="1181070" y="238754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Understood.]</a:t>
            </a:r>
            <a:endParaRPr lang="en-US" sz="1100" dirty="0"/>
          </a:p>
        </p:txBody>
      </p:sp>
      <p:sp>
        <p:nvSpPr>
          <p:cNvPr id="8" name="Text 6"/>
          <p:cNvSpPr txBox="1"/>
          <p:nvPr/>
        </p:nvSpPr>
        <p:spPr>
          <a:xfrm>
            <a:off x="1181070" y="2920927"/>
            <a:ext cx="444488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Turn 2</a:t>
            </a:r>
            <a:endParaRPr lang="en-US" sz="1100" dirty="0"/>
          </a:p>
        </p:txBody>
      </p:sp>
      <p:sp>
        <p:nvSpPr>
          <p:cNvPr id="9" name="Text 7"/>
          <p:cNvSpPr txBox="1"/>
          <p:nvPr/>
        </p:nvSpPr>
        <p:spPr>
          <a:xfrm>
            <a:off x="1181070" y="318762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I am a physicist.]</a:t>
            </a:r>
            <a:endParaRPr lang="en-US" sz="1100" dirty="0"/>
          </a:p>
        </p:txBody>
      </p:sp>
      <p:sp>
        <p:nvSpPr>
          <p:cNvPr id="10" name="Text 8"/>
          <p:cNvSpPr txBox="1"/>
          <p:nvPr/>
        </p:nvSpPr>
        <p:spPr>
          <a:xfrm>
            <a:off x="1181070" y="3454314"/>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[Response: Understood.]</a:t>
            </a:r>
            <a:endParaRPr lang="en-US" sz="1100" dirty="0"/>
          </a:p>
        </p:txBody>
      </p:sp>
      <p:sp>
        <p:nvSpPr>
          <p:cNvPr id="11" name="Text 9"/>
          <p:cNvSpPr txBox="1"/>
          <p:nvPr/>
        </p:nvSpPr>
        <p:spPr>
          <a:xfrm>
            <a:off x="1181070" y="3721007"/>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[User: Explain entropy at my level.]</a:t>
            </a:r>
            <a:endParaRPr lang="en-US" sz="1100" dirty="0"/>
          </a:p>
        </p:txBody>
      </p:sp>
      <p:sp>
        <p:nvSpPr>
          <p:cNvPr id="12" name="Text 10"/>
          <p:cNvSpPr txBox="1"/>
          <p:nvPr/>
        </p:nvSpPr>
        <p:spPr>
          <a:xfrm>
            <a:off x="1181070" y="398770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 LLM → [Response: …]</a:t>
            </a:r>
            <a:endParaRPr lang="en-US" sz="1100" dirty="0"/>
          </a:p>
        </p:txBody>
      </p:sp>
      <p:sp>
        <p:nvSpPr>
          <p:cNvPr id="13" name="Text 11"/>
          <p:cNvSpPr txBox="1"/>
          <p:nvPr/>
        </p:nvSpPr>
        <p:spPr>
          <a:xfrm>
            <a:off x="952476" y="4521087"/>
            <a:ext cx="546086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whole history is re-sent every single time</a:t>
            </a:r>
            <a:endParaRPr lang="en-US" sz="1100" dirty="0"/>
          </a:p>
        </p:txBody>
      </p:sp>
      <p:sp>
        <p:nvSpPr>
          <p:cNvPr id="14" name="Shape 12"/>
          <p:cNvSpPr/>
          <p:nvPr/>
        </p:nvSpPr>
        <p:spPr>
          <a:xfrm>
            <a:off x="6286343" y="2412940"/>
            <a:ext cx="1460463" cy="698483"/>
          </a:xfrm>
          <a:prstGeom prst="rect">
            <a:avLst/>
          </a:prstGeom>
          <a:solidFill>
            <a:srgbClr val="1A1A16"/>
          </a:solidFill>
          <a:ln w="15240">
            <a:solidFill>
              <a:srgbClr val="1A1A16"/>
            </a:solidFill>
            <a:prstDash val="solid"/>
          </a:ln>
        </p:spPr>
      </p:sp>
      <p:sp>
        <p:nvSpPr>
          <p:cNvPr id="15" name="Text 13"/>
          <p:cNvSpPr txBox="1"/>
          <p:nvPr/>
        </p:nvSpPr>
        <p:spPr>
          <a:xfrm>
            <a:off x="6387940" y="2628834"/>
            <a:ext cx="1257269" cy="237484"/>
          </a:xfrm>
          <a:prstGeom prst="rect">
            <a:avLst/>
          </a:prstGeom>
          <a:noFill/>
          <a:ln/>
        </p:spPr>
        <p:txBody>
          <a:bodyPr wrap="square" lIns="0" tIns="0" rIns="0" bIns="0" rtlCol="0" anchor="t"/>
          <a:lstStyle/>
          <a:p>
            <a:pPr algn="l" indent="0" marL="0">
              <a:buNone/>
            </a:pPr>
            <a:r>
              <a:rPr lang="en-US" sz="1100" dirty="0">
                <a:solidFill>
                  <a:srgbClr val="FFFFFF"/>
                </a:solidFill>
                <a:latin typeface="Calibri" pitchFamily="34" charset="0"/>
                <a:ea typeface="Calibri" pitchFamily="34" charset="-122"/>
                <a:cs typeface="Calibri" pitchFamily="34" charset="-120"/>
              </a:rPr>
              <a:t>system prompt</a:t>
            </a:r>
            <a:endParaRPr lang="en-US" sz="1100" dirty="0"/>
          </a:p>
        </p:txBody>
      </p:sp>
      <p:sp>
        <p:nvSpPr>
          <p:cNvPr id="16" name="Shape 14"/>
          <p:cNvSpPr/>
          <p:nvPr/>
        </p:nvSpPr>
        <p:spPr>
          <a:xfrm>
            <a:off x="7746806" y="2412940"/>
            <a:ext cx="2603435" cy="698483"/>
          </a:xfrm>
          <a:prstGeom prst="rect">
            <a:avLst/>
          </a:prstGeom>
          <a:ln w="15240">
            <a:solidFill>
              <a:srgbClr val="1A1A16"/>
            </a:solidFill>
            <a:prstDash val="solid"/>
          </a:ln>
        </p:spPr>
      </p:sp>
      <p:sp>
        <p:nvSpPr>
          <p:cNvPr id="17" name="Text 15"/>
          <p:cNvSpPr txBox="1"/>
          <p:nvPr/>
        </p:nvSpPr>
        <p:spPr>
          <a:xfrm>
            <a:off x="7848404" y="2628834"/>
            <a:ext cx="240024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conversation history</a:t>
            </a:r>
            <a:endParaRPr lang="en-US" sz="1100" dirty="0"/>
          </a:p>
        </p:txBody>
      </p:sp>
      <p:sp>
        <p:nvSpPr>
          <p:cNvPr id="18" name="Shape 16"/>
          <p:cNvSpPr/>
          <p:nvPr/>
        </p:nvSpPr>
        <p:spPr>
          <a:xfrm>
            <a:off x="10350241" y="2412940"/>
            <a:ext cx="1206470" cy="698483"/>
          </a:xfrm>
          <a:prstGeom prst="rect">
            <a:avLst/>
          </a:prstGeom>
          <a:ln w="15240">
            <a:solidFill>
              <a:srgbClr val="1A1A16"/>
            </a:solidFill>
            <a:prstDash val="solid"/>
          </a:ln>
        </p:spPr>
      </p:sp>
      <p:sp>
        <p:nvSpPr>
          <p:cNvPr id="19" name="Text 17"/>
          <p:cNvSpPr txBox="1"/>
          <p:nvPr/>
        </p:nvSpPr>
        <p:spPr>
          <a:xfrm>
            <a:off x="10451839" y="2628834"/>
            <a:ext cx="10032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new prompt</a:t>
            </a:r>
            <a:endParaRPr lang="en-US" sz="1100" dirty="0"/>
          </a:p>
        </p:txBody>
      </p:sp>
      <p:sp>
        <p:nvSpPr>
          <p:cNvPr id="20" name="Shape 18"/>
          <p:cNvSpPr/>
          <p:nvPr/>
        </p:nvSpPr>
        <p:spPr>
          <a:xfrm>
            <a:off x="6286343" y="3378116"/>
            <a:ext cx="5270368" cy="0"/>
          </a:xfrm>
          <a:prstGeom prst="line">
            <a:avLst/>
          </a:prstGeom>
          <a:noFill/>
          <a:ln w="10160">
            <a:solidFill>
              <a:srgbClr val="8A8A80"/>
            </a:solidFill>
            <a:prstDash val="solid"/>
          </a:ln>
        </p:spPr>
      </p:sp>
      <p:sp>
        <p:nvSpPr>
          <p:cNvPr id="21" name="Shape 19"/>
          <p:cNvSpPr/>
          <p:nvPr/>
        </p:nvSpPr>
        <p:spPr>
          <a:xfrm>
            <a:off x="6286343" y="3289218"/>
            <a:ext cx="0" cy="177796"/>
          </a:xfrm>
          <a:prstGeom prst="line">
            <a:avLst/>
          </a:prstGeom>
          <a:noFill/>
          <a:ln w="10160">
            <a:solidFill>
              <a:srgbClr val="8A8A80"/>
            </a:solidFill>
            <a:prstDash val="solid"/>
          </a:ln>
        </p:spPr>
      </p:sp>
      <p:sp>
        <p:nvSpPr>
          <p:cNvPr id="22" name="Shape 20"/>
          <p:cNvSpPr/>
          <p:nvPr/>
        </p:nvSpPr>
        <p:spPr>
          <a:xfrm>
            <a:off x="11556711" y="3289218"/>
            <a:ext cx="0" cy="177796"/>
          </a:xfrm>
          <a:prstGeom prst="line">
            <a:avLst/>
          </a:prstGeom>
          <a:noFill/>
          <a:ln w="10160">
            <a:solidFill>
              <a:srgbClr val="8A8A80"/>
            </a:solidFill>
            <a:prstDash val="solid"/>
          </a:ln>
        </p:spPr>
      </p:sp>
      <p:sp>
        <p:nvSpPr>
          <p:cNvPr id="23" name="Text 21"/>
          <p:cNvSpPr txBox="1"/>
          <p:nvPr/>
        </p:nvSpPr>
        <p:spPr>
          <a:xfrm>
            <a:off x="6286343" y="3543211"/>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context window  —  a fixed token capacity</a:t>
            </a:r>
            <a:endParaRPr lang="en-US" sz="1100" dirty="0"/>
          </a:p>
        </p:txBody>
      </p:sp>
      <p:sp>
        <p:nvSpPr>
          <p:cNvPr id="24" name="Text 22"/>
          <p:cNvSpPr txBox="1"/>
          <p:nvPr/>
        </p:nvSpPr>
        <p:spPr>
          <a:xfrm>
            <a:off x="6349841" y="4140096"/>
            <a:ext cx="5206870"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exceed it and something must be</a:t>
            </a:r>
            <a:endParaRPr lang="en-US" sz="1300" dirty="0"/>
          </a:p>
        </p:txBody>
      </p:sp>
      <p:sp>
        <p:nvSpPr>
          <p:cNvPr id="25" name="Text 23"/>
          <p:cNvSpPr txBox="1"/>
          <p:nvPr/>
        </p:nvSpPr>
        <p:spPr>
          <a:xfrm>
            <a:off x="6349841" y="4394090"/>
            <a:ext cx="5206870"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compressed, truncated or dropped</a:t>
            </a:r>
            <a:endParaRPr lang="en-US" sz="1300" dirty="0"/>
          </a:p>
        </p:txBody>
      </p:sp>
      <p:sp>
        <p:nvSpPr>
          <p:cNvPr id="26" name="Text 2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EXCEED IT AND SOMETHING MUST BE DROPPED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API / Agent / MCP / schema / skills</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prompt sorcery from the LLM era</a:t>
            </a:r>
            <a:endParaRPr lang="en-US" sz="1100" dirty="0"/>
          </a:p>
        </p:txBody>
      </p:sp>
      <p:sp>
        <p:nvSpPr>
          <p:cNvPr id="4" name="Shape 2"/>
          <p:cNvSpPr/>
          <p:nvPr/>
        </p:nvSpPr>
        <p:spPr>
          <a:xfrm>
            <a:off x="952476" y="1904952"/>
            <a:ext cx="4698883" cy="1904952"/>
          </a:xfrm>
          <a:prstGeom prst="rect">
            <a:avLst/>
          </a:prstGeom>
          <a:ln w="12700">
            <a:solidFill>
              <a:srgbClr val="1A1A16"/>
            </a:solidFill>
            <a:prstDash val="solid"/>
          </a:ln>
        </p:spPr>
      </p:sp>
      <p:sp>
        <p:nvSpPr>
          <p:cNvPr id="5" name="Text 3"/>
          <p:cNvSpPr txBox="1"/>
          <p:nvPr/>
        </p:nvSpPr>
        <p:spPr>
          <a:xfrm>
            <a:off x="1181070" y="2095448"/>
            <a:ext cx="4317892"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numpy API</a:t>
            </a:r>
            <a:endParaRPr lang="en-US" sz="1300" dirty="0"/>
          </a:p>
        </p:txBody>
      </p:sp>
      <p:sp>
        <p:nvSpPr>
          <p:cNvPr id="6" name="Text 4"/>
          <p:cNvSpPr txBox="1"/>
          <p:nvPr/>
        </p:nvSpPr>
        <p:spPr>
          <a:xfrm>
            <a:off x="1181070" y="2565336"/>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import numpy as np</a:t>
            </a:r>
            <a:endParaRPr lang="en-US" sz="1100" dirty="0"/>
          </a:p>
        </p:txBody>
      </p:sp>
      <p:sp>
        <p:nvSpPr>
          <p:cNvPr id="7" name="Text 5"/>
          <p:cNvSpPr txBox="1"/>
          <p:nvPr/>
        </p:nvSpPr>
        <p:spPr>
          <a:xfrm>
            <a:off x="1181070" y="2806630"/>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 np.mean([1, 2, 3])</a:t>
            </a:r>
            <a:endParaRPr lang="en-US" sz="1100" dirty="0"/>
          </a:p>
        </p:txBody>
      </p:sp>
      <p:sp>
        <p:nvSpPr>
          <p:cNvPr id="8" name="Text 6"/>
          <p:cNvSpPr txBox="1"/>
          <p:nvPr/>
        </p:nvSpPr>
        <p:spPr>
          <a:xfrm>
            <a:off x="1181070" y="3263818"/>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one answer, and the same one every time</a:t>
            </a:r>
            <a:endParaRPr lang="en-US" sz="1100" dirty="0"/>
          </a:p>
        </p:txBody>
      </p:sp>
      <p:sp>
        <p:nvSpPr>
          <p:cNvPr id="9" name="Shape 7"/>
          <p:cNvSpPr/>
          <p:nvPr/>
        </p:nvSpPr>
        <p:spPr>
          <a:xfrm>
            <a:off x="6540336" y="1904952"/>
            <a:ext cx="4698883" cy="1904952"/>
          </a:xfrm>
          <a:prstGeom prst="rect">
            <a:avLst/>
          </a:prstGeom>
          <a:ln w="12700">
            <a:solidFill>
              <a:srgbClr val="1A1A16"/>
            </a:solidFill>
            <a:prstDash val="solid"/>
          </a:ln>
        </p:spPr>
      </p:sp>
      <p:sp>
        <p:nvSpPr>
          <p:cNvPr id="10" name="Text 8"/>
          <p:cNvSpPr txBox="1"/>
          <p:nvPr/>
        </p:nvSpPr>
        <p:spPr>
          <a:xfrm>
            <a:off x="6768931" y="2095448"/>
            <a:ext cx="4317892"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an LLM API</a:t>
            </a:r>
            <a:endParaRPr lang="en-US" sz="1300" dirty="0"/>
          </a:p>
        </p:txBody>
      </p:sp>
      <p:sp>
        <p:nvSpPr>
          <p:cNvPr id="11" name="Shape 9"/>
          <p:cNvSpPr/>
          <p:nvPr/>
        </p:nvSpPr>
        <p:spPr>
          <a:xfrm>
            <a:off x="6768931" y="2489138"/>
            <a:ext cx="1269968" cy="444489"/>
          </a:xfrm>
          <a:prstGeom prst="rect">
            <a:avLst/>
          </a:prstGeom>
          <a:ln w="12700">
            <a:solidFill>
              <a:srgbClr val="1A1A16"/>
            </a:solidFill>
            <a:prstDash val="solid"/>
          </a:ln>
        </p:spPr>
      </p:sp>
      <p:sp>
        <p:nvSpPr>
          <p:cNvPr id="12" name="Text 10"/>
          <p:cNvSpPr txBox="1"/>
          <p:nvPr/>
        </p:nvSpPr>
        <p:spPr>
          <a:xfrm>
            <a:off x="6921327" y="2628834"/>
            <a:ext cx="10159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client</a:t>
            </a:r>
            <a:endParaRPr lang="en-US" sz="1100" dirty="0"/>
          </a:p>
        </p:txBody>
      </p:sp>
      <p:sp>
        <p:nvSpPr>
          <p:cNvPr id="13" name="Shape 11"/>
          <p:cNvSpPr/>
          <p:nvPr/>
        </p:nvSpPr>
        <p:spPr>
          <a:xfrm>
            <a:off x="9562861" y="2489138"/>
            <a:ext cx="1269968" cy="444489"/>
          </a:xfrm>
          <a:prstGeom prst="rect">
            <a:avLst/>
          </a:prstGeom>
          <a:ln w="12700">
            <a:solidFill>
              <a:srgbClr val="1A1A16"/>
            </a:solidFill>
            <a:prstDash val="solid"/>
          </a:ln>
        </p:spPr>
      </p:sp>
      <p:sp>
        <p:nvSpPr>
          <p:cNvPr id="14" name="Text 12"/>
          <p:cNvSpPr txBox="1"/>
          <p:nvPr/>
        </p:nvSpPr>
        <p:spPr>
          <a:xfrm>
            <a:off x="9715257" y="2628834"/>
            <a:ext cx="101597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model</a:t>
            </a:r>
            <a:endParaRPr lang="en-US" sz="1100" dirty="0"/>
          </a:p>
        </p:txBody>
      </p:sp>
      <p:sp>
        <p:nvSpPr>
          <p:cNvPr id="15" name="Shape 13"/>
          <p:cNvSpPr/>
          <p:nvPr/>
        </p:nvSpPr>
        <p:spPr>
          <a:xfrm>
            <a:off x="8038899" y="2628834"/>
            <a:ext cx="1523962" cy="0"/>
          </a:xfrm>
          <a:prstGeom prst="line">
            <a:avLst/>
          </a:prstGeom>
          <a:noFill/>
          <a:ln w="12700">
            <a:solidFill>
              <a:srgbClr val="1A1A16"/>
            </a:solidFill>
            <a:prstDash val="solid"/>
            <a:tailEnd type="triangle"/>
          </a:ln>
        </p:spPr>
      </p:sp>
      <p:sp>
        <p:nvSpPr>
          <p:cNvPr id="16" name="Text 14"/>
          <p:cNvSpPr txBox="1"/>
          <p:nvPr/>
        </p:nvSpPr>
        <p:spPr>
          <a:xfrm>
            <a:off x="8254794" y="2425639"/>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prompt</a:t>
            </a:r>
            <a:endParaRPr lang="en-US" sz="1100" dirty="0"/>
          </a:p>
        </p:txBody>
      </p:sp>
      <p:sp>
        <p:nvSpPr>
          <p:cNvPr id="17" name="Shape 15"/>
          <p:cNvSpPr/>
          <p:nvPr/>
        </p:nvSpPr>
        <p:spPr>
          <a:xfrm>
            <a:off x="8038899" y="2832029"/>
            <a:ext cx="1523962" cy="0"/>
          </a:xfrm>
          <a:prstGeom prst="line">
            <a:avLst/>
          </a:prstGeom>
          <a:noFill/>
          <a:ln w="12700">
            <a:solidFill>
              <a:srgbClr val="1A1A16"/>
            </a:solidFill>
            <a:prstDash val="solid"/>
            <a:headEnd type="triangle"/>
          </a:ln>
        </p:spPr>
      </p:sp>
      <p:sp>
        <p:nvSpPr>
          <p:cNvPr id="18" name="Text 16"/>
          <p:cNvSpPr txBox="1"/>
          <p:nvPr/>
        </p:nvSpPr>
        <p:spPr>
          <a:xfrm>
            <a:off x="8254794" y="2870128"/>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response</a:t>
            </a:r>
            <a:endParaRPr lang="en-US" sz="1100" dirty="0"/>
          </a:p>
        </p:txBody>
      </p:sp>
      <p:sp>
        <p:nvSpPr>
          <p:cNvPr id="19" name="Text 17"/>
          <p:cNvSpPr txBox="1"/>
          <p:nvPr/>
        </p:nvSpPr>
        <p:spPr>
          <a:xfrm>
            <a:off x="6768931" y="3263818"/>
            <a:ext cx="431789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distribution, and a different sample each time</a:t>
            </a:r>
            <a:endParaRPr lang="en-US" sz="1100" dirty="0"/>
          </a:p>
        </p:txBody>
      </p:sp>
      <p:sp>
        <p:nvSpPr>
          <p:cNvPr id="20" name="Text 18"/>
          <p:cNvSpPr txBox="1"/>
          <p:nvPr/>
        </p:nvSpPr>
        <p:spPr>
          <a:xfrm>
            <a:off x="952476" y="4317892"/>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an agent is a system with a model at its core: the model decides the next step</a:t>
            </a:r>
            <a:endParaRPr lang="en-US" sz="1300" dirty="0"/>
          </a:p>
        </p:txBody>
      </p:sp>
      <p:sp>
        <p:nvSpPr>
          <p:cNvPr id="21" name="Text 1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TWO KINDS OF API · ONE ANSWERS, ONE SAMPLES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language model, by itself</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text in, a distribution over next tokens out</a:t>
            </a:r>
            <a:endParaRPr lang="en-US" sz="1100" dirty="0"/>
          </a:p>
        </p:txBody>
      </p:sp>
      <p:sp>
        <p:nvSpPr>
          <p:cNvPr id="4" name="Shape 2"/>
          <p:cNvSpPr/>
          <p:nvPr/>
        </p:nvSpPr>
        <p:spPr>
          <a:xfrm>
            <a:off x="2558986" y="3130472"/>
            <a:ext cx="2787580" cy="622284"/>
          </a:xfrm>
          <a:prstGeom prst="rect">
            <a:avLst/>
          </a:prstGeom>
          <a:ln w="16510">
            <a:solidFill>
              <a:srgbClr val="1A1A16"/>
            </a:solidFill>
            <a:prstDash val="solid"/>
          </a:ln>
        </p:spPr>
      </p:sp>
      <p:sp>
        <p:nvSpPr>
          <p:cNvPr id="5" name="Text 3"/>
          <p:cNvSpPr txBox="1"/>
          <p:nvPr/>
        </p:nvSpPr>
        <p:spPr>
          <a:xfrm>
            <a:off x="2685983" y="3289218"/>
            <a:ext cx="2533587" cy="453379"/>
          </a:xfrm>
          <a:prstGeom prst="rect">
            <a:avLst/>
          </a:prstGeom>
          <a:noFill/>
          <a:ln/>
        </p:spPr>
        <p:txBody>
          <a:bodyPr wrap="square" lIns="0" tIns="0" rIns="0" bIns="0" rtlCol="0" anchor="t"/>
          <a:lstStyle/>
          <a:p>
            <a:pPr algn="l" indent="0" marL="0">
              <a:buNone/>
            </a:pPr>
            <a:r>
              <a:rPr lang="en-US" sz="2100" dirty="0">
                <a:solidFill>
                  <a:srgbClr val="1A1A16"/>
                </a:solidFill>
                <a:latin typeface="Calibri" pitchFamily="34" charset="0"/>
                <a:ea typeface="Calibri" pitchFamily="34" charset="-122"/>
                <a:cs typeface="Calibri" pitchFamily="34" charset="-120"/>
              </a:rPr>
              <a:t>LLM</a:t>
            </a:r>
            <a:endParaRPr lang="en-US" sz="2100" dirty="0"/>
          </a:p>
        </p:txBody>
      </p:sp>
      <p:sp>
        <p:nvSpPr>
          <p:cNvPr id="6" name="Text 4"/>
          <p:cNvSpPr txBox="1"/>
          <p:nvPr/>
        </p:nvSpPr>
        <p:spPr>
          <a:xfrm>
            <a:off x="2558986" y="386705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LANGUAGE MODEL, BY ITSELF</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Put it in a loop — that is an agent</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model is the engine; the loop is the agent</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PUT IT IN A LOOP · THAT IS AN AGENT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Give the loop a task</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to do, on what, and what counts as finished</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Text 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GIVE THE LOOP A TASK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skill is a written procedure</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protocol loaded into context — drawn dashed, because it is advice</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Shape 9"/>
          <p:cNvSpPr/>
          <p:nvPr/>
        </p:nvSpPr>
        <p:spPr>
          <a:xfrm>
            <a:off x="2241494" y="1593810"/>
            <a:ext cx="3428914" cy="622284"/>
          </a:xfrm>
          <a:prstGeom prst="rect">
            <a:avLst/>
          </a:prstGeom>
          <a:ln w="12700">
            <a:solidFill>
              <a:srgbClr val="8A8A80"/>
            </a:solidFill>
            <a:prstDash val="dash"/>
          </a:ln>
        </p:spPr>
      </p:sp>
      <p:sp>
        <p:nvSpPr>
          <p:cNvPr id="12" name="Text 10"/>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3" name="Shape 11"/>
          <p:cNvSpPr/>
          <p:nvPr/>
        </p:nvSpPr>
        <p:spPr>
          <a:xfrm>
            <a:off x="3955951" y="2216095"/>
            <a:ext cx="0" cy="704832"/>
          </a:xfrm>
          <a:prstGeom prst="line">
            <a:avLst/>
          </a:prstGeom>
          <a:noFill/>
          <a:ln w="12700">
            <a:solidFill>
              <a:srgbClr val="8A8A80"/>
            </a:solidFill>
            <a:prstDash val="dash"/>
            <a:tailEnd type="triangle"/>
          </a:ln>
        </p:spPr>
      </p:sp>
      <p:sp>
        <p:nvSpPr>
          <p:cNvPr id="14" name="Text 12"/>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5" name="Text 1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SKILL IS ADVICE · DRAWN DASHED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MCP is the socket, not the tool</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published convention for exposing a tool</a:t>
            </a:r>
            <a:endParaRPr lang="en-US" sz="1100" dirty="0"/>
          </a:p>
        </p:txBody>
      </p:sp>
      <p:sp>
        <p:nvSpPr>
          <p:cNvPr id="4" name="Shape 2"/>
          <p:cNvSpPr/>
          <p:nvPr/>
        </p:nvSpPr>
        <p:spPr>
          <a:xfrm>
            <a:off x="2558986" y="3130472"/>
            <a:ext cx="2787580" cy="622284"/>
          </a:xfrm>
          <a:prstGeom prst="rect">
            <a:avLst/>
          </a:prstGeom>
          <a:ln w="11430">
            <a:solidFill>
              <a:srgbClr val="1A1A16"/>
            </a:solidFill>
            <a:prstDash val="solid"/>
          </a:ln>
        </p:spPr>
      </p:sp>
      <p:sp>
        <p:nvSpPr>
          <p:cNvPr id="5" name="Text 3"/>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6" name="Shape 4"/>
          <p:cNvSpPr/>
          <p:nvPr/>
        </p:nvSpPr>
        <p:spPr>
          <a:xfrm>
            <a:off x="2241494" y="2920927"/>
            <a:ext cx="3428914" cy="1054074"/>
          </a:xfrm>
          <a:prstGeom prst="rect">
            <a:avLst/>
          </a:prstGeom>
          <a:ln w="16510">
            <a:solidFill>
              <a:srgbClr val="1A1A16"/>
            </a:solidFill>
            <a:prstDash val="solid"/>
          </a:ln>
        </p:spPr>
      </p:sp>
      <p:sp>
        <p:nvSpPr>
          <p:cNvPr id="7" name="Text 5"/>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8" name="Shape 6"/>
          <p:cNvSpPr/>
          <p:nvPr/>
        </p:nvSpPr>
        <p:spPr>
          <a:xfrm>
            <a:off x="501637" y="2920927"/>
            <a:ext cx="1327117" cy="1054074"/>
          </a:xfrm>
          <a:prstGeom prst="rect">
            <a:avLst/>
          </a:prstGeom>
          <a:solidFill>
            <a:srgbClr val="1A1A16"/>
          </a:solidFill>
          <a:ln w="12700">
            <a:solidFill>
              <a:srgbClr val="1A1A16"/>
            </a:solidFill>
            <a:prstDash val="solid"/>
          </a:ln>
        </p:spPr>
      </p:sp>
      <p:sp>
        <p:nvSpPr>
          <p:cNvPr id="9" name="Text 7"/>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0" name="Shape 8"/>
          <p:cNvSpPr/>
          <p:nvPr/>
        </p:nvSpPr>
        <p:spPr>
          <a:xfrm>
            <a:off x="1828754" y="3447964"/>
            <a:ext cx="412740" cy="0"/>
          </a:xfrm>
          <a:prstGeom prst="line">
            <a:avLst/>
          </a:prstGeom>
          <a:noFill/>
          <a:ln w="13970">
            <a:solidFill>
              <a:srgbClr val="1A1A16"/>
            </a:solidFill>
            <a:prstDash val="solid"/>
            <a:tailEnd type="triangle"/>
          </a:ln>
        </p:spPr>
      </p:sp>
      <p:sp>
        <p:nvSpPr>
          <p:cNvPr id="11" name="Shape 9"/>
          <p:cNvSpPr/>
          <p:nvPr/>
        </p:nvSpPr>
        <p:spPr>
          <a:xfrm>
            <a:off x="2241494" y="1593810"/>
            <a:ext cx="3428914" cy="622284"/>
          </a:xfrm>
          <a:prstGeom prst="rect">
            <a:avLst/>
          </a:prstGeom>
          <a:ln w="12700">
            <a:solidFill>
              <a:srgbClr val="8A8A80"/>
            </a:solidFill>
            <a:prstDash val="dash"/>
          </a:ln>
        </p:spPr>
      </p:sp>
      <p:sp>
        <p:nvSpPr>
          <p:cNvPr id="12" name="Text 10"/>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3" name="Shape 11"/>
          <p:cNvSpPr/>
          <p:nvPr/>
        </p:nvSpPr>
        <p:spPr>
          <a:xfrm>
            <a:off x="3955951" y="2216095"/>
            <a:ext cx="0" cy="704832"/>
          </a:xfrm>
          <a:prstGeom prst="line">
            <a:avLst/>
          </a:prstGeom>
          <a:noFill/>
          <a:ln w="12700">
            <a:solidFill>
              <a:srgbClr val="8A8A80"/>
            </a:solidFill>
            <a:prstDash val="dash"/>
            <a:tailEnd type="triangle"/>
          </a:ln>
        </p:spPr>
      </p:sp>
      <p:sp>
        <p:nvSpPr>
          <p:cNvPr id="14" name="Text 12"/>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5" name="Shape 13"/>
          <p:cNvSpPr/>
          <p:nvPr/>
        </p:nvSpPr>
        <p:spPr>
          <a:xfrm>
            <a:off x="2470088" y="4794130"/>
            <a:ext cx="1416015" cy="622284"/>
          </a:xfrm>
          <a:prstGeom prst="rect">
            <a:avLst/>
          </a:prstGeom>
          <a:ln w="11430">
            <a:solidFill>
              <a:srgbClr val="1A1A16"/>
            </a:solidFill>
            <a:prstDash val="solid"/>
          </a:ln>
        </p:spPr>
      </p:sp>
      <p:sp>
        <p:nvSpPr>
          <p:cNvPr id="16" name="Text 14"/>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7" name="Shape 15"/>
          <p:cNvSpPr/>
          <p:nvPr/>
        </p:nvSpPr>
        <p:spPr>
          <a:xfrm>
            <a:off x="3178096" y="3975001"/>
            <a:ext cx="0" cy="819130"/>
          </a:xfrm>
          <a:prstGeom prst="line">
            <a:avLst/>
          </a:prstGeom>
          <a:noFill/>
          <a:ln w="12700">
            <a:solidFill>
              <a:srgbClr val="1A1A16"/>
            </a:solidFill>
            <a:prstDash val="solid"/>
            <a:tailEnd type="triangle"/>
          </a:ln>
        </p:spPr>
      </p:sp>
      <p:sp>
        <p:nvSpPr>
          <p:cNvPr id="18" name="Text 16"/>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19" name="Text 1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MCP IS THE SOCKET, NOT THE TOOL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Tools are what actually act</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a database, a filesystem</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Text 2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TOOLS ARE WHAT ACTUALLY ACT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output meets a schema</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Shape 23"/>
          <p:cNvSpPr/>
          <p:nvPr/>
        </p:nvSpPr>
        <p:spPr>
          <a:xfrm>
            <a:off x="5670408" y="3447964"/>
            <a:ext cx="1231869" cy="0"/>
          </a:xfrm>
          <a:prstGeom prst="line">
            <a:avLst/>
          </a:prstGeom>
          <a:noFill/>
          <a:ln w="13970">
            <a:solidFill>
              <a:srgbClr val="1A1A16"/>
            </a:solidFill>
            <a:prstDash val="solid"/>
            <a:tailEnd type="triangle"/>
          </a:ln>
        </p:spPr>
      </p:sp>
      <p:sp>
        <p:nvSpPr>
          <p:cNvPr id="26" name="Text 24"/>
          <p:cNvSpPr txBox="1"/>
          <p:nvPr/>
        </p:nvSpPr>
        <p:spPr>
          <a:xfrm>
            <a:off x="5810105" y="3174921"/>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output</a:t>
            </a:r>
            <a:endParaRPr lang="en-US" sz="1100" dirty="0"/>
          </a:p>
        </p:txBody>
      </p:sp>
      <p:sp>
        <p:nvSpPr>
          <p:cNvPr id="27" name="Shape 25"/>
          <p:cNvSpPr/>
          <p:nvPr/>
        </p:nvSpPr>
        <p:spPr>
          <a:xfrm>
            <a:off x="6902277" y="2920927"/>
            <a:ext cx="2470088" cy="1054074"/>
          </a:xfrm>
          <a:prstGeom prst="rect">
            <a:avLst/>
          </a:prstGeom>
          <a:solidFill>
            <a:srgbClr val="1A1A16"/>
          </a:solidFill>
          <a:ln w="12700">
            <a:solidFill>
              <a:srgbClr val="1A1A16"/>
            </a:solidFill>
            <a:prstDash val="solid"/>
          </a:ln>
        </p:spPr>
      </p:sp>
      <p:sp>
        <p:nvSpPr>
          <p:cNvPr id="28" name="Text 26"/>
          <p:cNvSpPr txBox="1"/>
          <p:nvPr/>
        </p:nvSpPr>
        <p:spPr>
          <a:xfrm>
            <a:off x="7054674" y="3289218"/>
            <a:ext cx="2165296"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SCHEMA</a:t>
            </a:r>
            <a:endParaRPr lang="en-US" sz="1300" dirty="0"/>
          </a:p>
        </p:txBody>
      </p:sp>
      <p:sp>
        <p:nvSpPr>
          <p:cNvPr id="29" name="Text 27"/>
          <p:cNvSpPr txBox="1"/>
          <p:nvPr/>
        </p:nvSpPr>
        <p:spPr>
          <a:xfrm>
            <a:off x="6902277" y="4089298"/>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30" name="Text 2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OUTPUT MEETS A SCHEMA</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And the schema can say no</a:t>
            </a:r>
            <a:endParaRPr lang="en-US" sz="1700" dirty="0"/>
          </a:p>
        </p:txBody>
      </p:sp>
      <p:sp>
        <p:nvSpPr>
          <p:cNvPr id="3" name="Text 1"/>
          <p:cNvSpPr txBox="1"/>
          <p:nvPr/>
        </p:nvSpPr>
        <p:spPr>
          <a:xfrm>
            <a:off x="761981" y="1066773"/>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only arrow on the diagram that rejects</a:t>
            </a:r>
            <a:endParaRPr lang="en-US" sz="1100" dirty="0"/>
          </a:p>
        </p:txBody>
      </p:sp>
      <p:sp>
        <p:nvSpPr>
          <p:cNvPr id="4" name="Shape 2"/>
          <p:cNvSpPr/>
          <p:nvPr/>
        </p:nvSpPr>
        <p:spPr>
          <a:xfrm>
            <a:off x="5464038" y="3975001"/>
            <a:ext cx="0" cy="819130"/>
          </a:xfrm>
          <a:prstGeom prst="line">
            <a:avLst/>
          </a:prstGeom>
          <a:noFill/>
          <a:ln w="12700">
            <a:solidFill>
              <a:srgbClr val="8A8A80"/>
            </a:solidFill>
            <a:prstDash val="solid"/>
            <a:headEnd type="triangle"/>
          </a:ln>
        </p:spPr>
      </p:sp>
      <p:sp>
        <p:nvSpPr>
          <p:cNvPr id="5" name="Text 3"/>
          <p:cNvSpPr txBox="1"/>
          <p:nvPr/>
        </p:nvSpPr>
        <p:spPr>
          <a:xfrm>
            <a:off x="5552936" y="4216295"/>
            <a:ext cx="203194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result returns</a:t>
            </a:r>
            <a:endParaRPr lang="en-US" sz="1100" dirty="0"/>
          </a:p>
        </p:txBody>
      </p:sp>
      <p:sp>
        <p:nvSpPr>
          <p:cNvPr id="6" name="Shape 4"/>
          <p:cNvSpPr/>
          <p:nvPr/>
        </p:nvSpPr>
        <p:spPr>
          <a:xfrm>
            <a:off x="2558986" y="3130472"/>
            <a:ext cx="2787580" cy="622284"/>
          </a:xfrm>
          <a:prstGeom prst="rect">
            <a:avLst/>
          </a:prstGeom>
          <a:ln w="11430">
            <a:solidFill>
              <a:srgbClr val="1A1A16"/>
            </a:solidFill>
            <a:prstDash val="solid"/>
          </a:ln>
        </p:spPr>
      </p:sp>
      <p:sp>
        <p:nvSpPr>
          <p:cNvPr id="7" name="Text 5"/>
          <p:cNvSpPr txBox="1"/>
          <p:nvPr/>
        </p:nvSpPr>
        <p:spPr>
          <a:xfrm>
            <a:off x="2685983" y="3289218"/>
            <a:ext cx="2533587"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LLM</a:t>
            </a:r>
            <a:endParaRPr lang="en-US" sz="1300" dirty="0"/>
          </a:p>
        </p:txBody>
      </p:sp>
      <p:sp>
        <p:nvSpPr>
          <p:cNvPr id="8" name="Shape 6"/>
          <p:cNvSpPr/>
          <p:nvPr/>
        </p:nvSpPr>
        <p:spPr>
          <a:xfrm>
            <a:off x="2241494" y="2920927"/>
            <a:ext cx="3428914" cy="1054074"/>
          </a:xfrm>
          <a:prstGeom prst="rect">
            <a:avLst/>
          </a:prstGeom>
          <a:ln w="16510">
            <a:solidFill>
              <a:srgbClr val="1A1A16"/>
            </a:solidFill>
            <a:prstDash val="solid"/>
          </a:ln>
        </p:spPr>
      </p:sp>
      <p:sp>
        <p:nvSpPr>
          <p:cNvPr id="9" name="Text 7"/>
          <p:cNvSpPr txBox="1"/>
          <p:nvPr/>
        </p:nvSpPr>
        <p:spPr>
          <a:xfrm>
            <a:off x="2241494" y="2666933"/>
            <a:ext cx="279393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AGENT · the loop</a:t>
            </a:r>
            <a:endParaRPr lang="en-US" sz="1100" dirty="0"/>
          </a:p>
        </p:txBody>
      </p:sp>
      <p:sp>
        <p:nvSpPr>
          <p:cNvPr id="10" name="Shape 8"/>
          <p:cNvSpPr/>
          <p:nvPr/>
        </p:nvSpPr>
        <p:spPr>
          <a:xfrm>
            <a:off x="501637" y="2920927"/>
            <a:ext cx="1327117" cy="1054074"/>
          </a:xfrm>
          <a:prstGeom prst="rect">
            <a:avLst/>
          </a:prstGeom>
          <a:solidFill>
            <a:srgbClr val="1A1A16"/>
          </a:solidFill>
          <a:ln w="12700">
            <a:solidFill>
              <a:srgbClr val="1A1A16"/>
            </a:solidFill>
            <a:prstDash val="solid"/>
          </a:ln>
        </p:spPr>
      </p:sp>
      <p:sp>
        <p:nvSpPr>
          <p:cNvPr id="11" name="Text 9"/>
          <p:cNvSpPr txBox="1"/>
          <p:nvPr/>
        </p:nvSpPr>
        <p:spPr>
          <a:xfrm>
            <a:off x="641334" y="3314617"/>
            <a:ext cx="1047724"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TASK</a:t>
            </a:r>
            <a:endParaRPr lang="en-US" sz="1300" dirty="0"/>
          </a:p>
        </p:txBody>
      </p:sp>
      <p:sp>
        <p:nvSpPr>
          <p:cNvPr id="12" name="Shape 10"/>
          <p:cNvSpPr/>
          <p:nvPr/>
        </p:nvSpPr>
        <p:spPr>
          <a:xfrm>
            <a:off x="1828754" y="3447964"/>
            <a:ext cx="412740" cy="0"/>
          </a:xfrm>
          <a:prstGeom prst="line">
            <a:avLst/>
          </a:prstGeom>
          <a:noFill/>
          <a:ln w="13970">
            <a:solidFill>
              <a:srgbClr val="1A1A16"/>
            </a:solidFill>
            <a:prstDash val="solid"/>
            <a:tailEnd type="triangle"/>
          </a:ln>
        </p:spPr>
      </p:sp>
      <p:sp>
        <p:nvSpPr>
          <p:cNvPr id="13" name="Shape 11"/>
          <p:cNvSpPr/>
          <p:nvPr/>
        </p:nvSpPr>
        <p:spPr>
          <a:xfrm>
            <a:off x="2241494" y="1593810"/>
            <a:ext cx="3428914" cy="622284"/>
          </a:xfrm>
          <a:prstGeom prst="rect">
            <a:avLst/>
          </a:prstGeom>
          <a:ln w="12700">
            <a:solidFill>
              <a:srgbClr val="8A8A80"/>
            </a:solidFill>
            <a:prstDash val="dash"/>
          </a:ln>
        </p:spPr>
      </p:sp>
      <p:sp>
        <p:nvSpPr>
          <p:cNvPr id="14" name="Text 12"/>
          <p:cNvSpPr txBox="1"/>
          <p:nvPr/>
        </p:nvSpPr>
        <p:spPr>
          <a:xfrm>
            <a:off x="2368491" y="1809705"/>
            <a:ext cx="317492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SKILL · a written procedure</a:t>
            </a:r>
            <a:endParaRPr lang="en-US" sz="1100" dirty="0"/>
          </a:p>
        </p:txBody>
      </p:sp>
      <p:sp>
        <p:nvSpPr>
          <p:cNvPr id="15" name="Shape 13"/>
          <p:cNvSpPr/>
          <p:nvPr/>
        </p:nvSpPr>
        <p:spPr>
          <a:xfrm>
            <a:off x="3955951" y="2216095"/>
            <a:ext cx="0" cy="704832"/>
          </a:xfrm>
          <a:prstGeom prst="line">
            <a:avLst/>
          </a:prstGeom>
          <a:noFill/>
          <a:ln w="12700">
            <a:solidFill>
              <a:srgbClr val="8A8A80"/>
            </a:solidFill>
            <a:prstDash val="dash"/>
            <a:tailEnd type="triangle"/>
          </a:ln>
        </p:spPr>
      </p:sp>
      <p:sp>
        <p:nvSpPr>
          <p:cNvPr id="16" name="Text 14"/>
          <p:cNvSpPr txBox="1"/>
          <p:nvPr/>
        </p:nvSpPr>
        <p:spPr>
          <a:xfrm>
            <a:off x="4044849" y="2438339"/>
            <a:ext cx="26669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loaded into context — advice</a:t>
            </a:r>
            <a:endParaRPr lang="en-US" sz="1100" dirty="0"/>
          </a:p>
        </p:txBody>
      </p:sp>
      <p:sp>
        <p:nvSpPr>
          <p:cNvPr id="17" name="Shape 15"/>
          <p:cNvSpPr/>
          <p:nvPr/>
        </p:nvSpPr>
        <p:spPr>
          <a:xfrm>
            <a:off x="2470088" y="4794130"/>
            <a:ext cx="1416015" cy="622284"/>
          </a:xfrm>
          <a:prstGeom prst="rect">
            <a:avLst/>
          </a:prstGeom>
          <a:ln w="11430">
            <a:solidFill>
              <a:srgbClr val="1A1A16"/>
            </a:solidFill>
            <a:prstDash val="solid"/>
          </a:ln>
        </p:spPr>
      </p:sp>
      <p:sp>
        <p:nvSpPr>
          <p:cNvPr id="18" name="Text 16"/>
          <p:cNvSpPr txBox="1"/>
          <p:nvPr/>
        </p:nvSpPr>
        <p:spPr>
          <a:xfrm>
            <a:off x="2597085" y="5010025"/>
            <a:ext cx="116202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MCP</a:t>
            </a:r>
            <a:endParaRPr lang="en-US" sz="1100" dirty="0"/>
          </a:p>
        </p:txBody>
      </p:sp>
      <p:sp>
        <p:nvSpPr>
          <p:cNvPr id="19" name="Shape 17"/>
          <p:cNvSpPr/>
          <p:nvPr/>
        </p:nvSpPr>
        <p:spPr>
          <a:xfrm>
            <a:off x="3178096" y="3975001"/>
            <a:ext cx="0" cy="819130"/>
          </a:xfrm>
          <a:prstGeom prst="line">
            <a:avLst/>
          </a:prstGeom>
          <a:noFill/>
          <a:ln w="12700">
            <a:solidFill>
              <a:srgbClr val="1A1A16"/>
            </a:solidFill>
            <a:prstDash val="solid"/>
            <a:tailEnd type="triangle"/>
          </a:ln>
        </p:spPr>
      </p:sp>
      <p:sp>
        <p:nvSpPr>
          <p:cNvPr id="20" name="Text 18"/>
          <p:cNvSpPr txBox="1"/>
          <p:nvPr/>
        </p:nvSpPr>
        <p:spPr>
          <a:xfrm>
            <a:off x="3266993" y="4216295"/>
            <a:ext cx="165095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tool call</a:t>
            </a:r>
            <a:endParaRPr lang="en-US" sz="1100" dirty="0"/>
          </a:p>
        </p:txBody>
      </p:sp>
      <p:sp>
        <p:nvSpPr>
          <p:cNvPr id="21" name="Shape 19"/>
          <p:cNvSpPr/>
          <p:nvPr/>
        </p:nvSpPr>
        <p:spPr>
          <a:xfrm>
            <a:off x="4343291" y="4794130"/>
            <a:ext cx="2241494" cy="622284"/>
          </a:xfrm>
          <a:prstGeom prst="rect">
            <a:avLst/>
          </a:prstGeom>
          <a:ln w="11430">
            <a:solidFill>
              <a:srgbClr val="1A1A16"/>
            </a:solidFill>
            <a:prstDash val="solid"/>
          </a:ln>
        </p:spPr>
      </p:sp>
      <p:sp>
        <p:nvSpPr>
          <p:cNvPr id="22" name="Text 20"/>
          <p:cNvSpPr txBox="1"/>
          <p:nvPr/>
        </p:nvSpPr>
        <p:spPr>
          <a:xfrm>
            <a:off x="4470288" y="5010025"/>
            <a:ext cx="1987500"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TOOLS</a:t>
            </a:r>
            <a:endParaRPr lang="en-US" sz="1100" dirty="0"/>
          </a:p>
        </p:txBody>
      </p:sp>
      <p:sp>
        <p:nvSpPr>
          <p:cNvPr id="23" name="Text 21"/>
          <p:cNvSpPr txBox="1"/>
          <p:nvPr/>
        </p:nvSpPr>
        <p:spPr>
          <a:xfrm>
            <a:off x="4343291" y="5505312"/>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compiler · a database · a filesystem</a:t>
            </a:r>
            <a:endParaRPr lang="en-US" sz="1100" dirty="0"/>
          </a:p>
        </p:txBody>
      </p:sp>
      <p:sp>
        <p:nvSpPr>
          <p:cNvPr id="24" name="Shape 22"/>
          <p:cNvSpPr/>
          <p:nvPr/>
        </p:nvSpPr>
        <p:spPr>
          <a:xfrm>
            <a:off x="3886103" y="5105272"/>
            <a:ext cx="457189" cy="0"/>
          </a:xfrm>
          <a:prstGeom prst="line">
            <a:avLst/>
          </a:prstGeom>
          <a:noFill/>
          <a:ln w="12700">
            <a:solidFill>
              <a:srgbClr val="1A1A16"/>
            </a:solidFill>
            <a:prstDash val="solid"/>
            <a:tailEnd type="triangle"/>
          </a:ln>
        </p:spPr>
      </p:sp>
      <p:sp>
        <p:nvSpPr>
          <p:cNvPr id="25" name="Shape 23"/>
          <p:cNvSpPr/>
          <p:nvPr/>
        </p:nvSpPr>
        <p:spPr>
          <a:xfrm>
            <a:off x="5670408" y="3447964"/>
            <a:ext cx="1231869" cy="0"/>
          </a:xfrm>
          <a:prstGeom prst="line">
            <a:avLst/>
          </a:prstGeom>
          <a:noFill/>
          <a:ln w="13970">
            <a:solidFill>
              <a:srgbClr val="1A1A16"/>
            </a:solidFill>
            <a:prstDash val="solid"/>
            <a:tailEnd type="triangle"/>
          </a:ln>
        </p:spPr>
      </p:sp>
      <p:sp>
        <p:nvSpPr>
          <p:cNvPr id="26" name="Text 24"/>
          <p:cNvSpPr txBox="1"/>
          <p:nvPr/>
        </p:nvSpPr>
        <p:spPr>
          <a:xfrm>
            <a:off x="5810105" y="3174921"/>
            <a:ext cx="126996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output</a:t>
            </a:r>
            <a:endParaRPr lang="en-US" sz="1100" dirty="0"/>
          </a:p>
        </p:txBody>
      </p:sp>
      <p:sp>
        <p:nvSpPr>
          <p:cNvPr id="27" name="Shape 25"/>
          <p:cNvSpPr/>
          <p:nvPr/>
        </p:nvSpPr>
        <p:spPr>
          <a:xfrm>
            <a:off x="6902277" y="2920927"/>
            <a:ext cx="2470088" cy="1054074"/>
          </a:xfrm>
          <a:prstGeom prst="rect">
            <a:avLst/>
          </a:prstGeom>
          <a:solidFill>
            <a:srgbClr val="1A1A16"/>
          </a:solidFill>
          <a:ln w="12700">
            <a:solidFill>
              <a:srgbClr val="1A1A16"/>
            </a:solidFill>
            <a:prstDash val="solid"/>
          </a:ln>
        </p:spPr>
      </p:sp>
      <p:sp>
        <p:nvSpPr>
          <p:cNvPr id="28" name="Text 26"/>
          <p:cNvSpPr txBox="1"/>
          <p:nvPr/>
        </p:nvSpPr>
        <p:spPr>
          <a:xfrm>
            <a:off x="7054674" y="3289218"/>
            <a:ext cx="2165296" cy="280663"/>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SCHEMA</a:t>
            </a:r>
            <a:endParaRPr lang="en-US" sz="1300" dirty="0"/>
          </a:p>
        </p:txBody>
      </p:sp>
      <p:sp>
        <p:nvSpPr>
          <p:cNvPr id="29" name="Text 27"/>
          <p:cNvSpPr txBox="1"/>
          <p:nvPr/>
        </p:nvSpPr>
        <p:spPr>
          <a:xfrm>
            <a:off x="6902277" y="4089298"/>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machine-checked contract</a:t>
            </a:r>
            <a:endParaRPr lang="en-US" sz="1100" dirty="0"/>
          </a:p>
        </p:txBody>
      </p:sp>
      <p:sp>
        <p:nvSpPr>
          <p:cNvPr id="30" name="Shape 28"/>
          <p:cNvSpPr/>
          <p:nvPr/>
        </p:nvSpPr>
        <p:spPr>
          <a:xfrm>
            <a:off x="9874003" y="3016175"/>
            <a:ext cx="-501637" cy="431789"/>
          </a:xfrm>
          <a:prstGeom prst="line">
            <a:avLst/>
          </a:prstGeom>
          <a:noFill/>
          <a:ln w="12700">
            <a:solidFill>
              <a:srgbClr val="1A1A16"/>
            </a:solidFill>
            <a:prstDash val="solid"/>
            <a:headEnd type="triangle"/>
          </a:ln>
        </p:spPr>
      </p:sp>
      <p:sp>
        <p:nvSpPr>
          <p:cNvPr id="31" name="Shape 29"/>
          <p:cNvSpPr/>
          <p:nvPr/>
        </p:nvSpPr>
        <p:spPr>
          <a:xfrm>
            <a:off x="9372366" y="3447964"/>
            <a:ext cx="501637" cy="285743"/>
          </a:xfrm>
          <a:prstGeom prst="line">
            <a:avLst/>
          </a:prstGeom>
          <a:noFill/>
          <a:ln w="16510">
            <a:solidFill>
              <a:srgbClr val="1A1A16"/>
            </a:solidFill>
            <a:prstDash val="solid"/>
            <a:tailEnd type="triangle"/>
          </a:ln>
        </p:spPr>
      </p:sp>
      <p:sp>
        <p:nvSpPr>
          <p:cNvPr id="32" name="Shape 30"/>
          <p:cNvSpPr/>
          <p:nvPr/>
        </p:nvSpPr>
        <p:spPr>
          <a:xfrm>
            <a:off x="9874003" y="2781230"/>
            <a:ext cx="1784305" cy="476238"/>
          </a:xfrm>
          <a:prstGeom prst="rect">
            <a:avLst/>
          </a:prstGeom>
          <a:ln w="11430">
            <a:solidFill>
              <a:srgbClr val="1A1A16"/>
            </a:solidFill>
            <a:prstDash val="solid"/>
          </a:ln>
        </p:spPr>
      </p:sp>
      <p:sp>
        <p:nvSpPr>
          <p:cNvPr id="33" name="Text 31"/>
          <p:cNvSpPr txBox="1"/>
          <p:nvPr/>
        </p:nvSpPr>
        <p:spPr>
          <a:xfrm>
            <a:off x="9988300" y="2933627"/>
            <a:ext cx="1555711"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4003" y="3498763"/>
            <a:ext cx="1784305" cy="476238"/>
          </a:xfrm>
          <a:prstGeom prst="rect">
            <a:avLst/>
          </a:prstGeom>
          <a:ln w="22859">
            <a:solidFill>
              <a:srgbClr val="1A1A16"/>
            </a:solidFill>
            <a:prstDash val="solid"/>
          </a:ln>
        </p:spPr>
      </p:sp>
      <p:sp>
        <p:nvSpPr>
          <p:cNvPr id="35" name="Text 33"/>
          <p:cNvSpPr txBox="1"/>
          <p:nvPr/>
        </p:nvSpPr>
        <p:spPr>
          <a:xfrm>
            <a:off x="9988300" y="3651159"/>
            <a:ext cx="1555711" cy="237484"/>
          </a:xfrm>
          <a:prstGeom prst="rect">
            <a:avLst/>
          </a:prstGeom>
          <a:noFill/>
          <a:ln/>
        </p:spPr>
        <p:txBody>
          <a:bodyPr wrap="square" lIns="0" tIns="0" rIns="0" bIns="0" rtlCol="0" anchor="t"/>
          <a:lstStyle/>
          <a:p>
            <a:pPr algn="l" indent="0" marL="0">
              <a:buNone/>
            </a:pPr>
            <a:r>
              <a:rPr lang="en-US" sz="1100" b="1" dirty="0">
                <a:solidFill>
                  <a:srgbClr val="1A1A16"/>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AND THE SCHEMA CAN SAY NO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“Please help me …”</a:t>
            </a:r>
            <a:endParaRPr lang="en-US" sz="1700" dirty="0"/>
          </a:p>
        </p:txBody>
      </p:sp>
      <p:sp>
        <p:nvSpPr>
          <p:cNvPr id="3" name="Shape 1"/>
          <p:cNvSpPr/>
          <p:nvPr/>
        </p:nvSpPr>
        <p:spPr>
          <a:xfrm>
            <a:off x="952476" y="1904952"/>
            <a:ext cx="4825879" cy="1650959"/>
          </a:xfrm>
          <a:prstGeom prst="rect">
            <a:avLst/>
          </a:prstGeom>
          <a:ln w="12700">
            <a:solidFill>
              <a:srgbClr val="1A1A16"/>
            </a:solidFill>
            <a:prstDash val="solid"/>
          </a:ln>
        </p:spPr>
      </p:sp>
      <p:sp>
        <p:nvSpPr>
          <p:cNvPr id="4" name="Text 2"/>
          <p:cNvSpPr txBox="1"/>
          <p:nvPr/>
        </p:nvSpPr>
        <p:spPr>
          <a:xfrm>
            <a:off x="1181070"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learn backwards</a:t>
            </a:r>
            <a:endParaRPr lang="en-US" sz="1300" dirty="0"/>
          </a:p>
        </p:txBody>
      </p:sp>
      <p:sp>
        <p:nvSpPr>
          <p:cNvPr id="5" name="Text 3"/>
          <p:cNvSpPr txBox="1"/>
          <p:nvPr/>
        </p:nvSpPr>
        <p:spPr>
          <a:xfrm>
            <a:off x="1181070"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a result I do not understand.</a:t>
            </a:r>
            <a:endParaRPr lang="en-US" sz="1100" dirty="0"/>
          </a:p>
        </p:txBody>
      </p:sp>
      <p:sp>
        <p:nvSpPr>
          <p:cNvPr id="6" name="Text 4"/>
          <p:cNvSpPr txBox="1"/>
          <p:nvPr/>
        </p:nvSpPr>
        <p:spPr>
          <a:xfrm>
            <a:off x="1181070"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me back to what it rests on.</a:t>
            </a:r>
            <a:endParaRPr lang="en-US" sz="1100" dirty="0"/>
          </a:p>
        </p:txBody>
      </p:sp>
      <p:sp>
        <p:nvSpPr>
          <p:cNvPr id="7" name="Shape 5"/>
          <p:cNvSpPr/>
          <p:nvPr/>
        </p:nvSpPr>
        <p:spPr>
          <a:xfrm>
            <a:off x="1460463" y="3238419"/>
            <a:ext cx="3809905" cy="0"/>
          </a:xfrm>
          <a:prstGeom prst="line">
            <a:avLst/>
          </a:prstGeom>
          <a:noFill/>
          <a:ln w="15240">
            <a:solidFill>
              <a:srgbClr val="1A1A16"/>
            </a:solidFill>
            <a:prstDash val="solid"/>
            <a:headEnd type="triangle"/>
          </a:ln>
        </p:spPr>
      </p:sp>
      <p:sp>
        <p:nvSpPr>
          <p:cNvPr id="8" name="Text 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LEARN BACKWARDS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“Please help me …”</a:t>
            </a:r>
            <a:endParaRPr lang="en-US" sz="1700" dirty="0"/>
          </a:p>
        </p:txBody>
      </p:sp>
      <p:sp>
        <p:nvSpPr>
          <p:cNvPr id="3" name="Shape 1"/>
          <p:cNvSpPr/>
          <p:nvPr/>
        </p:nvSpPr>
        <p:spPr>
          <a:xfrm>
            <a:off x="952476" y="1904952"/>
            <a:ext cx="4825879" cy="1650959"/>
          </a:xfrm>
          <a:prstGeom prst="rect">
            <a:avLst/>
          </a:prstGeom>
          <a:ln w="12700">
            <a:solidFill>
              <a:srgbClr val="1A1A16"/>
            </a:solidFill>
            <a:prstDash val="solid"/>
          </a:ln>
        </p:spPr>
      </p:sp>
      <p:sp>
        <p:nvSpPr>
          <p:cNvPr id="4" name="Text 2"/>
          <p:cNvSpPr txBox="1"/>
          <p:nvPr/>
        </p:nvSpPr>
        <p:spPr>
          <a:xfrm>
            <a:off x="1181070"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learn backwards</a:t>
            </a:r>
            <a:endParaRPr lang="en-US" sz="1300" dirty="0"/>
          </a:p>
        </p:txBody>
      </p:sp>
      <p:sp>
        <p:nvSpPr>
          <p:cNvPr id="5" name="Text 3"/>
          <p:cNvSpPr txBox="1"/>
          <p:nvPr/>
        </p:nvSpPr>
        <p:spPr>
          <a:xfrm>
            <a:off x="1181070"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a result I do not understand.</a:t>
            </a:r>
            <a:endParaRPr lang="en-US" sz="1100" dirty="0"/>
          </a:p>
        </p:txBody>
      </p:sp>
      <p:sp>
        <p:nvSpPr>
          <p:cNvPr id="6" name="Text 4"/>
          <p:cNvSpPr txBox="1"/>
          <p:nvPr/>
        </p:nvSpPr>
        <p:spPr>
          <a:xfrm>
            <a:off x="1181070"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me back to what it rests on.</a:t>
            </a:r>
            <a:endParaRPr lang="en-US" sz="1100" dirty="0"/>
          </a:p>
        </p:txBody>
      </p:sp>
      <p:sp>
        <p:nvSpPr>
          <p:cNvPr id="7" name="Shape 5"/>
          <p:cNvSpPr/>
          <p:nvPr/>
        </p:nvSpPr>
        <p:spPr>
          <a:xfrm>
            <a:off x="1460463" y="3238419"/>
            <a:ext cx="3809905" cy="0"/>
          </a:xfrm>
          <a:prstGeom prst="line">
            <a:avLst/>
          </a:prstGeom>
          <a:noFill/>
          <a:ln w="15240">
            <a:solidFill>
              <a:srgbClr val="1A1A16"/>
            </a:solidFill>
            <a:prstDash val="solid"/>
            <a:headEnd type="triangle"/>
          </a:ln>
        </p:spPr>
      </p:sp>
      <p:sp>
        <p:nvSpPr>
          <p:cNvPr id="8" name="Shape 6"/>
          <p:cNvSpPr/>
          <p:nvPr/>
        </p:nvSpPr>
        <p:spPr>
          <a:xfrm>
            <a:off x="6413340" y="1904952"/>
            <a:ext cx="4825879" cy="1650959"/>
          </a:xfrm>
          <a:prstGeom prst="rect">
            <a:avLst/>
          </a:prstGeom>
          <a:ln w="12700">
            <a:solidFill>
              <a:srgbClr val="1A1A16"/>
            </a:solidFill>
            <a:prstDash val="solid"/>
          </a:ln>
        </p:spPr>
      </p:sp>
      <p:sp>
        <p:nvSpPr>
          <p:cNvPr id="9" name="Text 7"/>
          <p:cNvSpPr txBox="1"/>
          <p:nvPr/>
        </p:nvSpPr>
        <p:spPr>
          <a:xfrm>
            <a:off x="6641934" y="2133547"/>
            <a:ext cx="444488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reason forwards</a:t>
            </a:r>
            <a:endParaRPr lang="en-US" sz="1300" dirty="0"/>
          </a:p>
        </p:txBody>
      </p:sp>
      <p:sp>
        <p:nvSpPr>
          <p:cNvPr id="10" name="Text 8"/>
          <p:cNvSpPr txBox="1"/>
          <p:nvPr/>
        </p:nvSpPr>
        <p:spPr>
          <a:xfrm>
            <a:off x="6641934" y="256533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here is where I want to get to.</a:t>
            </a:r>
            <a:endParaRPr lang="en-US" sz="1100" dirty="0"/>
          </a:p>
        </p:txBody>
      </p:sp>
      <p:sp>
        <p:nvSpPr>
          <p:cNvPr id="11" name="Text 9"/>
          <p:cNvSpPr txBox="1"/>
          <p:nvPr/>
        </p:nvSpPr>
        <p:spPr>
          <a:xfrm>
            <a:off x="6641934" y="2781230"/>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work out what has to hold first.</a:t>
            </a:r>
            <a:endParaRPr lang="en-US" sz="1100" dirty="0"/>
          </a:p>
        </p:txBody>
      </p:sp>
      <p:sp>
        <p:nvSpPr>
          <p:cNvPr id="12" name="Shape 10"/>
          <p:cNvSpPr/>
          <p:nvPr/>
        </p:nvSpPr>
        <p:spPr>
          <a:xfrm>
            <a:off x="6921327" y="3238419"/>
            <a:ext cx="3809905" cy="0"/>
          </a:xfrm>
          <a:prstGeom prst="line">
            <a:avLst/>
          </a:prstGeom>
          <a:noFill/>
          <a:ln w="15240">
            <a:solidFill>
              <a:srgbClr val="1A1A16"/>
            </a:solidFill>
            <a:prstDash val="solid"/>
            <a:tailEnd type="triangle"/>
          </a:ln>
        </p:spPr>
      </p:sp>
      <p:sp>
        <p:nvSpPr>
          <p:cNvPr id="13" name="Text 11"/>
          <p:cNvSpPr txBox="1"/>
          <p:nvPr/>
        </p:nvSpPr>
        <p:spPr>
          <a:xfrm>
            <a:off x="952476" y="4063898"/>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 and, more often than either, both at once</a:t>
            </a:r>
            <a:endParaRPr lang="en-US" sz="1300" dirty="0"/>
          </a:p>
        </p:txBody>
      </p:sp>
      <p:sp>
        <p:nvSpPr>
          <p:cNvPr id="14" name="Text 1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REASON FORWARDS · AND USUALLY BOTH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we actually care about — and what can we trust?</a:t>
            </a:r>
            <a:endParaRPr lang="en-US" sz="1700" dirty="0"/>
          </a:p>
        </p:txBody>
      </p:sp>
      <p:sp>
        <p:nvSpPr>
          <p:cNvPr id="3" name="Shape 1"/>
          <p:cNvSpPr/>
          <p:nvPr/>
        </p:nvSpPr>
        <p:spPr>
          <a:xfrm>
            <a:off x="952476" y="1904952"/>
            <a:ext cx="4825879" cy="1206470"/>
          </a:xfrm>
          <a:prstGeom prst="rect">
            <a:avLst/>
          </a:prstGeom>
          <a:ln w="12700">
            <a:solidFill>
              <a:srgbClr val="1A1A16"/>
            </a:solidFill>
            <a:prstDash val="solid"/>
          </a:ln>
        </p:spPr>
      </p:sp>
      <p:sp>
        <p:nvSpPr>
          <p:cNvPr id="4" name="Text 2"/>
          <p:cNvSpPr txBox="1"/>
          <p:nvPr/>
        </p:nvSpPr>
        <p:spPr>
          <a:xfrm>
            <a:off x="1117572"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The story</a:t>
            </a:r>
            <a:endParaRPr lang="en-US" sz="1300" dirty="0"/>
          </a:p>
        </p:txBody>
      </p:sp>
      <p:sp>
        <p:nvSpPr>
          <p:cNvPr id="5" name="Text 3"/>
          <p:cNvSpPr txBox="1"/>
          <p:nvPr/>
        </p:nvSpPr>
        <p:spPr>
          <a:xfrm>
            <a:off x="1117572"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6" name="Shape 4"/>
          <p:cNvSpPr/>
          <p:nvPr/>
        </p:nvSpPr>
        <p:spPr>
          <a:xfrm>
            <a:off x="6222844" y="1904952"/>
            <a:ext cx="4825879" cy="1206470"/>
          </a:xfrm>
          <a:prstGeom prst="rect">
            <a:avLst/>
          </a:prstGeom>
          <a:ln w="12700">
            <a:solidFill>
              <a:srgbClr val="1A1A16"/>
            </a:solidFill>
            <a:prstDash val="solid"/>
          </a:ln>
        </p:spPr>
      </p:sp>
      <p:sp>
        <p:nvSpPr>
          <p:cNvPr id="7" name="Text 5"/>
          <p:cNvSpPr txBox="1"/>
          <p:nvPr/>
        </p:nvSpPr>
        <p:spPr>
          <a:xfrm>
            <a:off x="6387940"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8" name="Text 6"/>
          <p:cNvSpPr txBox="1"/>
          <p:nvPr/>
        </p:nvSpPr>
        <p:spPr>
          <a:xfrm>
            <a:off x="6387940"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the stated assumptions?</a:t>
            </a:r>
            <a:endParaRPr lang="en-US" sz="1100" dirty="0"/>
          </a:p>
        </p:txBody>
      </p:sp>
      <p:sp>
        <p:nvSpPr>
          <p:cNvPr id="9" name="Shape 7"/>
          <p:cNvSpPr/>
          <p:nvPr/>
        </p:nvSpPr>
        <p:spPr>
          <a:xfrm>
            <a:off x="952476" y="3492413"/>
            <a:ext cx="4825879" cy="1206470"/>
          </a:xfrm>
          <a:prstGeom prst="rect">
            <a:avLst/>
          </a:prstGeom>
          <a:ln w="12700">
            <a:solidFill>
              <a:srgbClr val="1A1A16"/>
            </a:solidFill>
            <a:prstDash val="solid"/>
          </a:ln>
        </p:spPr>
      </p:sp>
      <p:sp>
        <p:nvSpPr>
          <p:cNvPr id="10" name="Text 8"/>
          <p:cNvSpPr txBox="1"/>
          <p:nvPr/>
        </p:nvSpPr>
        <p:spPr>
          <a:xfrm>
            <a:off x="1117572" y="370830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Computational reproducibility</a:t>
            </a:r>
            <a:endParaRPr lang="en-US" sz="1300" dirty="0"/>
          </a:p>
        </p:txBody>
      </p:sp>
      <p:sp>
        <p:nvSpPr>
          <p:cNvPr id="11" name="Text 9"/>
          <p:cNvSpPr txBox="1"/>
          <p:nvPr/>
        </p:nvSpPr>
        <p:spPr>
          <a:xfrm>
            <a:off x="1117572"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2" name="Shape 10"/>
          <p:cNvSpPr/>
          <p:nvPr/>
        </p:nvSpPr>
        <p:spPr>
          <a:xfrm>
            <a:off x="6222844" y="3492413"/>
            <a:ext cx="4825879" cy="1206470"/>
          </a:xfrm>
          <a:prstGeom prst="rect">
            <a:avLst/>
          </a:prstGeom>
          <a:ln w="12700">
            <a:solidFill>
              <a:srgbClr val="1A1A16"/>
            </a:solidFill>
            <a:prstDash val="solid"/>
          </a:ln>
        </p:spPr>
      </p:sp>
      <p:sp>
        <p:nvSpPr>
          <p:cNvPr id="13" name="Text 11"/>
          <p:cNvSpPr txBox="1"/>
          <p:nvPr/>
        </p:nvSpPr>
        <p:spPr>
          <a:xfrm>
            <a:off x="6387940" y="370830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Physical-semantic alignment</a:t>
            </a:r>
            <a:endParaRPr lang="en-US" sz="1300" dirty="0"/>
          </a:p>
        </p:txBody>
      </p:sp>
      <p:sp>
        <p:nvSpPr>
          <p:cNvPr id="14" name="Text 12"/>
          <p:cNvSpPr txBox="1"/>
          <p:nvPr/>
        </p:nvSpPr>
        <p:spPr>
          <a:xfrm>
            <a:off x="6387940"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5" name="Text 1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FOUR THINGS A THEORIST MIGHT WANT TO TRUST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1981" y="761981"/>
            <a:ext cx="106677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What we actually care about — and what can we trust?</a:t>
            </a:r>
            <a:endParaRPr lang="en-US" sz="1700" dirty="0"/>
          </a:p>
        </p:txBody>
      </p:sp>
      <p:sp>
        <p:nvSpPr>
          <p:cNvPr id="3" name="Shape 1"/>
          <p:cNvSpPr/>
          <p:nvPr/>
        </p:nvSpPr>
        <p:spPr>
          <a:xfrm>
            <a:off x="952476" y="1904952"/>
            <a:ext cx="4825879" cy="1206470"/>
          </a:xfrm>
          <a:prstGeom prst="rect">
            <a:avLst/>
          </a:prstGeom>
          <a:ln w="12700">
            <a:solidFill>
              <a:srgbClr val="8A8A80"/>
            </a:solidFill>
            <a:prstDash val="solid"/>
          </a:ln>
        </p:spPr>
      </p:sp>
      <p:sp>
        <p:nvSpPr>
          <p:cNvPr id="4" name="Text 2"/>
          <p:cNvSpPr txBox="1"/>
          <p:nvPr/>
        </p:nvSpPr>
        <p:spPr>
          <a:xfrm>
            <a:off x="1117572" y="212084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5" name="Text 3"/>
          <p:cNvSpPr txBox="1"/>
          <p:nvPr/>
        </p:nvSpPr>
        <p:spPr>
          <a:xfrm>
            <a:off x="1117572"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6" name="Shape 4"/>
          <p:cNvSpPr/>
          <p:nvPr/>
        </p:nvSpPr>
        <p:spPr>
          <a:xfrm>
            <a:off x="6222844" y="1904952"/>
            <a:ext cx="4825879" cy="1206470"/>
          </a:xfrm>
          <a:prstGeom prst="rect">
            <a:avLst/>
          </a:prstGeom>
          <a:ln w="21589">
            <a:solidFill>
              <a:srgbClr val="1A1A16"/>
            </a:solidFill>
            <a:prstDash val="solid"/>
          </a:ln>
        </p:spPr>
      </p:sp>
      <p:sp>
        <p:nvSpPr>
          <p:cNvPr id="7" name="Text 5"/>
          <p:cNvSpPr txBox="1"/>
          <p:nvPr/>
        </p:nvSpPr>
        <p:spPr>
          <a:xfrm>
            <a:off x="6387940" y="2120847"/>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8" name="Text 6"/>
          <p:cNvSpPr txBox="1"/>
          <p:nvPr/>
        </p:nvSpPr>
        <p:spPr>
          <a:xfrm>
            <a:off x="6387940" y="251453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the stated assumptions?</a:t>
            </a:r>
            <a:endParaRPr lang="en-US" sz="1100" dirty="0"/>
          </a:p>
        </p:txBody>
      </p:sp>
      <p:sp>
        <p:nvSpPr>
          <p:cNvPr id="9" name="Shape 7"/>
          <p:cNvSpPr/>
          <p:nvPr/>
        </p:nvSpPr>
        <p:spPr>
          <a:xfrm>
            <a:off x="952476" y="3492413"/>
            <a:ext cx="4825879" cy="1206470"/>
          </a:xfrm>
          <a:prstGeom prst="rect">
            <a:avLst/>
          </a:prstGeom>
          <a:ln w="12700">
            <a:solidFill>
              <a:srgbClr val="8A8A80"/>
            </a:solidFill>
            <a:prstDash val="solid"/>
          </a:ln>
        </p:spPr>
      </p:sp>
      <p:sp>
        <p:nvSpPr>
          <p:cNvPr id="10" name="Text 8"/>
          <p:cNvSpPr txBox="1"/>
          <p:nvPr/>
        </p:nvSpPr>
        <p:spPr>
          <a:xfrm>
            <a:off x="1117572" y="370830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1" name="Text 9"/>
          <p:cNvSpPr txBox="1"/>
          <p:nvPr/>
        </p:nvSpPr>
        <p:spPr>
          <a:xfrm>
            <a:off x="1117572"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2" name="Shape 10"/>
          <p:cNvSpPr/>
          <p:nvPr/>
        </p:nvSpPr>
        <p:spPr>
          <a:xfrm>
            <a:off x="6222844" y="3492413"/>
            <a:ext cx="4825879" cy="1206470"/>
          </a:xfrm>
          <a:prstGeom prst="rect">
            <a:avLst/>
          </a:prstGeom>
          <a:ln w="12700">
            <a:solidFill>
              <a:srgbClr val="8A8A80"/>
            </a:solidFill>
            <a:prstDash val="solid"/>
          </a:ln>
        </p:spPr>
      </p:sp>
      <p:sp>
        <p:nvSpPr>
          <p:cNvPr id="13" name="Text 11"/>
          <p:cNvSpPr txBox="1"/>
          <p:nvPr/>
        </p:nvSpPr>
        <p:spPr>
          <a:xfrm>
            <a:off x="6387940" y="3708307"/>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4" name="Text 12"/>
          <p:cNvSpPr txBox="1"/>
          <p:nvPr/>
        </p:nvSpPr>
        <p:spPr>
          <a:xfrm>
            <a:off x="6387940" y="4101997"/>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5" name="Text 13"/>
          <p:cNvSpPr txBox="1"/>
          <p:nvPr/>
        </p:nvSpPr>
        <p:spPr>
          <a:xfrm>
            <a:off x="952476" y="5206870"/>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everything after this slide is about the second box</a:t>
            </a:r>
            <a:endParaRPr lang="en-US" sz="1300" dirty="0"/>
          </a:p>
        </p:txBody>
      </p:sp>
      <p:sp>
        <p:nvSpPr>
          <p:cNvPr id="16" name="Text 14"/>
          <p:cNvSpPr txBox="1"/>
          <p:nvPr/>
        </p:nvSpPr>
        <p:spPr>
          <a:xfrm>
            <a:off x="952476" y="5537062"/>
            <a:ext cx="1028674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about one paper, one theorem, and what it actually rests on</a:t>
            </a:r>
            <a:endParaRPr lang="en-US" sz="1100" dirty="0"/>
          </a:p>
        </p:txBody>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OF THE FOUR, THIS TALK IS ABOUT THE SECOND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31962" y="1141066"/>
            <a:ext cx="1527772" cy="1527772"/>
          </a:xfrm>
          <a:prstGeom prst="diamond">
            <a:avLst/>
          </a:prstGeom>
          <a:solidFill>
            <a:srgbClr val="FFFFFF"/>
          </a:solidFill>
          <a:ln w="21589">
            <a:solidFill>
              <a:srgbClr val="1A1A16"/>
            </a:solidFill>
            <a:prstDash val="solid"/>
          </a:ln>
        </p:spPr>
      </p:sp>
      <p:sp>
        <p:nvSpPr>
          <p:cNvPr id="3" name="Shape 1"/>
          <p:cNvSpPr/>
          <p:nvPr/>
        </p:nvSpPr>
        <p:spPr>
          <a:xfrm>
            <a:off x="952476" y="5587860"/>
            <a:ext cx="10286743" cy="0"/>
          </a:xfrm>
          <a:prstGeom prst="line">
            <a:avLst/>
          </a:prstGeom>
          <a:noFill/>
          <a:ln w="8890">
            <a:solidFill>
              <a:srgbClr val="8A8A80"/>
            </a:solidFill>
            <a:prstDash val="solid"/>
          </a:ln>
        </p:spPr>
      </p:sp>
      <p:sp>
        <p:nvSpPr>
          <p:cNvPr id="4" name="Text 2"/>
          <p:cNvSpPr txBox="1"/>
          <p:nvPr/>
        </p:nvSpPr>
        <p:spPr>
          <a:xfrm>
            <a:off x="952476" y="5321167"/>
            <a:ext cx="33019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where it came from</a:t>
            </a:r>
            <a:endParaRPr lang="en-US" sz="1100" dirty="0"/>
          </a:p>
        </p:txBody>
      </p:sp>
      <p:sp>
        <p:nvSpPr>
          <p:cNvPr id="5" name="Text 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RESULT · AND THE SPACE UNDERNEATH IT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2285943"/>
            <a:ext cx="2984425" cy="1904952"/>
          </a:xfrm>
          <a:prstGeom prst="rect">
            <a:avLst/>
          </a:prstGeom>
          <a:ln w="12700">
            <a:solidFill>
              <a:srgbClr val="1A1A16"/>
            </a:solidFill>
            <a:prstDash val="solid"/>
          </a:ln>
        </p:spPr>
      </p:sp>
      <p:sp>
        <p:nvSpPr>
          <p:cNvPr id="3" name="Text 1"/>
          <p:cNvSpPr txBox="1"/>
          <p:nvPr/>
        </p:nvSpPr>
        <p:spPr>
          <a:xfrm>
            <a:off x="1181070" y="2565336"/>
            <a:ext cx="252723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6 lines</a:t>
            </a:r>
            <a:endParaRPr lang="en-US" sz="2300" dirty="0"/>
          </a:p>
        </p:txBody>
      </p:sp>
      <p:sp>
        <p:nvSpPr>
          <p:cNvPr id="4" name="Text 2"/>
          <p:cNvSpPr txBox="1"/>
          <p:nvPr/>
        </p:nvSpPr>
        <p:spPr>
          <a:xfrm>
            <a:off x="1181070" y="2984425"/>
            <a:ext cx="25272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one model call</a:t>
            </a:r>
            <a:endParaRPr lang="en-US" sz="1100" dirty="0"/>
          </a:p>
        </p:txBody>
      </p:sp>
      <p:sp>
        <p:nvSpPr>
          <p:cNvPr id="5" name="Text 3"/>
          <p:cNvSpPr txBox="1"/>
          <p:nvPr/>
        </p:nvSpPr>
        <p:spPr>
          <a:xfrm>
            <a:off x="1181070" y="3174921"/>
            <a:ext cx="25272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21 seconds</a:t>
            </a:r>
            <a:endParaRPr lang="en-US" sz="1100" dirty="0"/>
          </a:p>
        </p:txBody>
      </p:sp>
      <p:sp>
        <p:nvSpPr>
          <p:cNvPr id="6" name="Shape 4"/>
          <p:cNvSpPr/>
          <p:nvPr/>
        </p:nvSpPr>
        <p:spPr>
          <a:xfrm>
            <a:off x="1181070" y="3543211"/>
            <a:ext cx="952476" cy="0"/>
          </a:xfrm>
          <a:prstGeom prst="line">
            <a:avLst/>
          </a:prstGeom>
          <a:noFill/>
          <a:ln w="13970">
            <a:solidFill>
              <a:srgbClr val="8A8A80"/>
            </a:solidFill>
            <a:prstDash val="solid"/>
          </a:ln>
        </p:spPr>
      </p:sp>
      <p:sp>
        <p:nvSpPr>
          <p:cNvPr id="7" name="Shape 5"/>
          <p:cNvSpPr/>
          <p:nvPr/>
        </p:nvSpPr>
        <p:spPr>
          <a:xfrm>
            <a:off x="1181070" y="3657509"/>
            <a:ext cx="1320767" cy="0"/>
          </a:xfrm>
          <a:prstGeom prst="line">
            <a:avLst/>
          </a:prstGeom>
          <a:noFill/>
          <a:ln w="13970">
            <a:solidFill>
              <a:srgbClr val="8A8A80"/>
            </a:solidFill>
            <a:prstDash val="solid"/>
          </a:ln>
        </p:spPr>
      </p:sp>
      <p:sp>
        <p:nvSpPr>
          <p:cNvPr id="8" name="Shape 6"/>
          <p:cNvSpPr/>
          <p:nvPr/>
        </p:nvSpPr>
        <p:spPr>
          <a:xfrm>
            <a:off x="1181070" y="3771806"/>
            <a:ext cx="1689058" cy="0"/>
          </a:xfrm>
          <a:prstGeom prst="line">
            <a:avLst/>
          </a:prstGeom>
          <a:noFill/>
          <a:ln w="13970">
            <a:solidFill>
              <a:srgbClr val="8A8A80"/>
            </a:solidFill>
            <a:prstDash val="solid"/>
          </a:ln>
        </p:spPr>
      </p:sp>
      <p:sp>
        <p:nvSpPr>
          <p:cNvPr id="9" name="Shape 7"/>
          <p:cNvSpPr/>
          <p:nvPr/>
        </p:nvSpPr>
        <p:spPr>
          <a:xfrm>
            <a:off x="1181070" y="3886103"/>
            <a:ext cx="952476" cy="0"/>
          </a:xfrm>
          <a:prstGeom prst="line">
            <a:avLst/>
          </a:prstGeom>
          <a:noFill/>
          <a:ln w="13970">
            <a:solidFill>
              <a:srgbClr val="8A8A80"/>
            </a:solidFill>
            <a:prstDash val="solid"/>
          </a:ln>
        </p:spPr>
      </p:sp>
      <p:sp>
        <p:nvSpPr>
          <p:cNvPr id="10" name="Shape 8"/>
          <p:cNvSpPr/>
          <p:nvPr/>
        </p:nvSpPr>
        <p:spPr>
          <a:xfrm>
            <a:off x="1181070" y="4000400"/>
            <a:ext cx="1320767" cy="0"/>
          </a:xfrm>
          <a:prstGeom prst="line">
            <a:avLst/>
          </a:prstGeom>
          <a:noFill/>
          <a:ln w="13970">
            <a:solidFill>
              <a:srgbClr val="8A8A80"/>
            </a:solidFill>
            <a:prstDash val="solid"/>
          </a:ln>
        </p:spPr>
      </p:sp>
      <p:sp>
        <p:nvSpPr>
          <p:cNvPr id="11" name="Shape 9"/>
          <p:cNvSpPr/>
          <p:nvPr/>
        </p:nvSpPr>
        <p:spPr>
          <a:xfrm>
            <a:off x="1181070" y="4114697"/>
            <a:ext cx="1689058" cy="0"/>
          </a:xfrm>
          <a:prstGeom prst="line">
            <a:avLst/>
          </a:prstGeom>
          <a:noFill/>
          <a:ln w="13970">
            <a:solidFill>
              <a:srgbClr val="8A8A80"/>
            </a:solidFill>
            <a:prstDash val="solid"/>
          </a:ln>
        </p:spPr>
      </p:sp>
      <p:sp>
        <p:nvSpPr>
          <p:cNvPr id="12" name="Shape 10"/>
          <p:cNvSpPr/>
          <p:nvPr/>
        </p:nvSpPr>
        <p:spPr>
          <a:xfrm>
            <a:off x="4444889" y="2285943"/>
            <a:ext cx="6794330" cy="1904952"/>
          </a:xfrm>
          <a:prstGeom prst="rect">
            <a:avLst/>
          </a:prstGeom>
          <a:ln w="12700">
            <a:solidFill>
              <a:srgbClr val="1A1A16"/>
            </a:solidFill>
            <a:prstDash val="solid"/>
          </a:ln>
        </p:spPr>
      </p:sp>
      <p:sp>
        <p:nvSpPr>
          <p:cNvPr id="13" name="Text 11"/>
          <p:cNvSpPr txBox="1"/>
          <p:nvPr/>
        </p:nvSpPr>
        <p:spPr>
          <a:xfrm>
            <a:off x="4698883" y="2565336"/>
            <a:ext cx="6337142"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7,765 lines</a:t>
            </a:r>
            <a:endParaRPr lang="en-US" sz="2300" dirty="0"/>
          </a:p>
        </p:txBody>
      </p:sp>
      <p:sp>
        <p:nvSpPr>
          <p:cNvPr id="14" name="Text 12"/>
          <p:cNvSpPr txBox="1"/>
          <p:nvPr/>
        </p:nvSpPr>
        <p:spPr>
          <a:xfrm>
            <a:off x="4698883" y="2984425"/>
            <a:ext cx="633714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written by hand, so that</a:t>
            </a:r>
            <a:endParaRPr lang="en-US" sz="1100" dirty="0"/>
          </a:p>
        </p:txBody>
      </p:sp>
      <p:sp>
        <p:nvSpPr>
          <p:cNvPr id="15" name="Text 13"/>
          <p:cNvSpPr txBox="1"/>
          <p:nvPr/>
        </p:nvSpPr>
        <p:spPr>
          <a:xfrm>
            <a:off x="4698883" y="3174921"/>
            <a:ext cx="6337142"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six citations could be used</a:t>
            </a:r>
            <a:endParaRPr lang="en-US" sz="1100" dirty="0"/>
          </a:p>
        </p:txBody>
      </p:sp>
      <p:sp>
        <p:nvSpPr>
          <p:cNvPr id="16" name="Shape 14"/>
          <p:cNvSpPr/>
          <p:nvPr/>
        </p:nvSpPr>
        <p:spPr>
          <a:xfrm>
            <a:off x="4698883" y="3543211"/>
            <a:ext cx="6286343" cy="507987"/>
          </a:xfrm>
          <a:prstGeom prst="rect">
            <a:avLst/>
          </a:prstGeom>
          <a:solidFill>
            <a:srgbClr val="1A1A16"/>
          </a:solidFill>
          <a:ln w="12700">
            <a:solidFill>
              <a:srgbClr val="1A1A16"/>
            </a:solidFill>
            <a:prstDash val="solid"/>
          </a:ln>
        </p:spPr>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6 LINES OF ANSWER · 7,765 LINES OF GROUND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06470" y="3136822"/>
            <a:ext cx="0" cy="330192"/>
          </a:xfrm>
          <a:prstGeom prst="line">
            <a:avLst/>
          </a:prstGeom>
          <a:noFill/>
          <a:ln w="8255">
            <a:solidFill>
              <a:srgbClr val="8A8A80"/>
            </a:solidFill>
            <a:prstDash val="solid"/>
          </a:ln>
        </p:spPr>
      </p:sp>
      <p:sp>
        <p:nvSpPr>
          <p:cNvPr id="3" name="Shape 1"/>
          <p:cNvSpPr/>
          <p:nvPr/>
        </p:nvSpPr>
        <p:spPr>
          <a:xfrm>
            <a:off x="1252596" y="3136822"/>
            <a:ext cx="0" cy="330192"/>
          </a:xfrm>
          <a:prstGeom prst="line">
            <a:avLst/>
          </a:prstGeom>
          <a:noFill/>
          <a:ln w="8255">
            <a:solidFill>
              <a:srgbClr val="8A8A80"/>
            </a:solidFill>
            <a:prstDash val="solid"/>
          </a:ln>
        </p:spPr>
      </p:sp>
      <p:sp>
        <p:nvSpPr>
          <p:cNvPr id="4" name="Shape 2"/>
          <p:cNvSpPr/>
          <p:nvPr/>
        </p:nvSpPr>
        <p:spPr>
          <a:xfrm>
            <a:off x="1298722" y="3136822"/>
            <a:ext cx="0" cy="330192"/>
          </a:xfrm>
          <a:prstGeom prst="line">
            <a:avLst/>
          </a:prstGeom>
          <a:noFill/>
          <a:ln w="8255">
            <a:solidFill>
              <a:srgbClr val="8A8A80"/>
            </a:solidFill>
            <a:prstDash val="solid"/>
          </a:ln>
        </p:spPr>
      </p:sp>
      <p:sp>
        <p:nvSpPr>
          <p:cNvPr id="5" name="Shape 3"/>
          <p:cNvSpPr/>
          <p:nvPr/>
        </p:nvSpPr>
        <p:spPr>
          <a:xfrm>
            <a:off x="1344848" y="3136822"/>
            <a:ext cx="0" cy="330192"/>
          </a:xfrm>
          <a:prstGeom prst="line">
            <a:avLst/>
          </a:prstGeom>
          <a:noFill/>
          <a:ln w="8255">
            <a:solidFill>
              <a:srgbClr val="8A8A80"/>
            </a:solidFill>
            <a:prstDash val="solid"/>
          </a:ln>
        </p:spPr>
      </p:sp>
      <p:sp>
        <p:nvSpPr>
          <p:cNvPr id="6" name="Shape 4"/>
          <p:cNvSpPr/>
          <p:nvPr/>
        </p:nvSpPr>
        <p:spPr>
          <a:xfrm>
            <a:off x="1390975" y="3136822"/>
            <a:ext cx="0" cy="330192"/>
          </a:xfrm>
          <a:prstGeom prst="line">
            <a:avLst/>
          </a:prstGeom>
          <a:noFill/>
          <a:ln w="8255">
            <a:solidFill>
              <a:srgbClr val="8A8A80"/>
            </a:solidFill>
            <a:prstDash val="solid"/>
          </a:ln>
        </p:spPr>
      </p:sp>
      <p:sp>
        <p:nvSpPr>
          <p:cNvPr id="7" name="Shape 5"/>
          <p:cNvSpPr/>
          <p:nvPr/>
        </p:nvSpPr>
        <p:spPr>
          <a:xfrm>
            <a:off x="1437101" y="3136822"/>
            <a:ext cx="0" cy="330192"/>
          </a:xfrm>
          <a:prstGeom prst="line">
            <a:avLst/>
          </a:prstGeom>
          <a:noFill/>
          <a:ln w="8255">
            <a:solidFill>
              <a:srgbClr val="8A8A80"/>
            </a:solidFill>
            <a:prstDash val="solid"/>
          </a:ln>
        </p:spPr>
      </p:sp>
      <p:sp>
        <p:nvSpPr>
          <p:cNvPr id="8" name="Shape 6"/>
          <p:cNvSpPr/>
          <p:nvPr/>
        </p:nvSpPr>
        <p:spPr>
          <a:xfrm>
            <a:off x="1483227" y="3136822"/>
            <a:ext cx="0" cy="330192"/>
          </a:xfrm>
          <a:prstGeom prst="line">
            <a:avLst/>
          </a:prstGeom>
          <a:noFill/>
          <a:ln w="8255">
            <a:solidFill>
              <a:srgbClr val="8A8A80"/>
            </a:solidFill>
            <a:prstDash val="solid"/>
          </a:ln>
        </p:spPr>
      </p:sp>
      <p:sp>
        <p:nvSpPr>
          <p:cNvPr id="9" name="Shape 7"/>
          <p:cNvSpPr/>
          <p:nvPr/>
        </p:nvSpPr>
        <p:spPr>
          <a:xfrm>
            <a:off x="1529353" y="3136822"/>
            <a:ext cx="0" cy="330192"/>
          </a:xfrm>
          <a:prstGeom prst="line">
            <a:avLst/>
          </a:prstGeom>
          <a:noFill/>
          <a:ln w="8255">
            <a:solidFill>
              <a:srgbClr val="8A8A80"/>
            </a:solidFill>
            <a:prstDash val="solid"/>
          </a:ln>
        </p:spPr>
      </p:sp>
      <p:sp>
        <p:nvSpPr>
          <p:cNvPr id="10" name="Shape 8"/>
          <p:cNvSpPr/>
          <p:nvPr/>
        </p:nvSpPr>
        <p:spPr>
          <a:xfrm>
            <a:off x="1575479" y="3136822"/>
            <a:ext cx="0" cy="330192"/>
          </a:xfrm>
          <a:prstGeom prst="line">
            <a:avLst/>
          </a:prstGeom>
          <a:noFill/>
          <a:ln w="8255">
            <a:solidFill>
              <a:srgbClr val="8A8A80"/>
            </a:solidFill>
            <a:prstDash val="solid"/>
          </a:ln>
        </p:spPr>
      </p:sp>
      <p:sp>
        <p:nvSpPr>
          <p:cNvPr id="11" name="Shape 9"/>
          <p:cNvSpPr/>
          <p:nvPr/>
        </p:nvSpPr>
        <p:spPr>
          <a:xfrm>
            <a:off x="1621606" y="3136822"/>
            <a:ext cx="0" cy="330192"/>
          </a:xfrm>
          <a:prstGeom prst="line">
            <a:avLst/>
          </a:prstGeom>
          <a:noFill/>
          <a:ln w="8255">
            <a:solidFill>
              <a:srgbClr val="8A8A80"/>
            </a:solidFill>
            <a:prstDash val="solid"/>
          </a:ln>
        </p:spPr>
      </p:sp>
      <p:sp>
        <p:nvSpPr>
          <p:cNvPr id="12" name="Shape 10"/>
          <p:cNvSpPr/>
          <p:nvPr/>
        </p:nvSpPr>
        <p:spPr>
          <a:xfrm>
            <a:off x="1667732" y="3136822"/>
            <a:ext cx="0" cy="330192"/>
          </a:xfrm>
          <a:prstGeom prst="line">
            <a:avLst/>
          </a:prstGeom>
          <a:noFill/>
          <a:ln w="8255">
            <a:solidFill>
              <a:srgbClr val="8A8A80"/>
            </a:solidFill>
            <a:prstDash val="solid"/>
          </a:ln>
        </p:spPr>
      </p:sp>
      <p:sp>
        <p:nvSpPr>
          <p:cNvPr id="13" name="Shape 11"/>
          <p:cNvSpPr/>
          <p:nvPr/>
        </p:nvSpPr>
        <p:spPr>
          <a:xfrm>
            <a:off x="1713858" y="3136822"/>
            <a:ext cx="0" cy="330192"/>
          </a:xfrm>
          <a:prstGeom prst="line">
            <a:avLst/>
          </a:prstGeom>
          <a:noFill/>
          <a:ln w="8255">
            <a:solidFill>
              <a:srgbClr val="8A8A80"/>
            </a:solidFill>
            <a:prstDash val="solid"/>
          </a:ln>
        </p:spPr>
      </p:sp>
      <p:sp>
        <p:nvSpPr>
          <p:cNvPr id="14" name="Shape 12"/>
          <p:cNvSpPr/>
          <p:nvPr/>
        </p:nvSpPr>
        <p:spPr>
          <a:xfrm>
            <a:off x="1759984" y="3136822"/>
            <a:ext cx="0" cy="330192"/>
          </a:xfrm>
          <a:prstGeom prst="line">
            <a:avLst/>
          </a:prstGeom>
          <a:noFill/>
          <a:ln w="8255">
            <a:solidFill>
              <a:srgbClr val="8A8A80"/>
            </a:solidFill>
            <a:prstDash val="solid"/>
          </a:ln>
        </p:spPr>
      </p:sp>
      <p:sp>
        <p:nvSpPr>
          <p:cNvPr id="15" name="Shape 13"/>
          <p:cNvSpPr/>
          <p:nvPr/>
        </p:nvSpPr>
        <p:spPr>
          <a:xfrm>
            <a:off x="1806111" y="3136822"/>
            <a:ext cx="0" cy="330192"/>
          </a:xfrm>
          <a:prstGeom prst="line">
            <a:avLst/>
          </a:prstGeom>
          <a:noFill/>
          <a:ln w="8255">
            <a:solidFill>
              <a:srgbClr val="8A8A80"/>
            </a:solidFill>
            <a:prstDash val="solid"/>
          </a:ln>
        </p:spPr>
      </p:sp>
      <p:sp>
        <p:nvSpPr>
          <p:cNvPr id="16" name="Shape 14"/>
          <p:cNvSpPr/>
          <p:nvPr/>
        </p:nvSpPr>
        <p:spPr>
          <a:xfrm>
            <a:off x="1852237" y="3136822"/>
            <a:ext cx="0" cy="330192"/>
          </a:xfrm>
          <a:prstGeom prst="line">
            <a:avLst/>
          </a:prstGeom>
          <a:noFill/>
          <a:ln w="8255">
            <a:solidFill>
              <a:srgbClr val="8A8A80"/>
            </a:solidFill>
            <a:prstDash val="solid"/>
          </a:ln>
        </p:spPr>
      </p:sp>
      <p:sp>
        <p:nvSpPr>
          <p:cNvPr id="17" name="Shape 15"/>
          <p:cNvSpPr/>
          <p:nvPr/>
        </p:nvSpPr>
        <p:spPr>
          <a:xfrm>
            <a:off x="1898363" y="3136822"/>
            <a:ext cx="0" cy="330192"/>
          </a:xfrm>
          <a:prstGeom prst="line">
            <a:avLst/>
          </a:prstGeom>
          <a:noFill/>
          <a:ln w="8255">
            <a:solidFill>
              <a:srgbClr val="8A8A80"/>
            </a:solidFill>
            <a:prstDash val="solid"/>
          </a:ln>
        </p:spPr>
      </p:sp>
      <p:sp>
        <p:nvSpPr>
          <p:cNvPr id="18" name="Shape 16"/>
          <p:cNvSpPr/>
          <p:nvPr/>
        </p:nvSpPr>
        <p:spPr>
          <a:xfrm>
            <a:off x="1944489" y="3136822"/>
            <a:ext cx="0" cy="330192"/>
          </a:xfrm>
          <a:prstGeom prst="line">
            <a:avLst/>
          </a:prstGeom>
          <a:noFill/>
          <a:ln w="8255">
            <a:solidFill>
              <a:srgbClr val="8A8A80"/>
            </a:solidFill>
            <a:prstDash val="solid"/>
          </a:ln>
        </p:spPr>
      </p:sp>
      <p:sp>
        <p:nvSpPr>
          <p:cNvPr id="19" name="Shape 17"/>
          <p:cNvSpPr/>
          <p:nvPr/>
        </p:nvSpPr>
        <p:spPr>
          <a:xfrm>
            <a:off x="1990615" y="3136822"/>
            <a:ext cx="0" cy="330192"/>
          </a:xfrm>
          <a:prstGeom prst="line">
            <a:avLst/>
          </a:prstGeom>
          <a:noFill/>
          <a:ln w="8255">
            <a:solidFill>
              <a:srgbClr val="8A8A80"/>
            </a:solidFill>
            <a:prstDash val="solid"/>
          </a:ln>
        </p:spPr>
      </p:sp>
      <p:sp>
        <p:nvSpPr>
          <p:cNvPr id="20" name="Shape 18"/>
          <p:cNvSpPr/>
          <p:nvPr/>
        </p:nvSpPr>
        <p:spPr>
          <a:xfrm>
            <a:off x="2036742" y="3136822"/>
            <a:ext cx="0" cy="330192"/>
          </a:xfrm>
          <a:prstGeom prst="line">
            <a:avLst/>
          </a:prstGeom>
          <a:noFill/>
          <a:ln w="8255">
            <a:solidFill>
              <a:srgbClr val="8A8A80"/>
            </a:solidFill>
            <a:prstDash val="solid"/>
          </a:ln>
        </p:spPr>
      </p:sp>
      <p:sp>
        <p:nvSpPr>
          <p:cNvPr id="21" name="Shape 19"/>
          <p:cNvSpPr/>
          <p:nvPr/>
        </p:nvSpPr>
        <p:spPr>
          <a:xfrm>
            <a:off x="2082868" y="3136822"/>
            <a:ext cx="0" cy="330192"/>
          </a:xfrm>
          <a:prstGeom prst="line">
            <a:avLst/>
          </a:prstGeom>
          <a:noFill/>
          <a:ln w="8255">
            <a:solidFill>
              <a:srgbClr val="8A8A80"/>
            </a:solidFill>
            <a:prstDash val="solid"/>
          </a:ln>
        </p:spPr>
      </p:sp>
      <p:sp>
        <p:nvSpPr>
          <p:cNvPr id="22" name="Shape 20"/>
          <p:cNvSpPr/>
          <p:nvPr/>
        </p:nvSpPr>
        <p:spPr>
          <a:xfrm>
            <a:off x="2128994" y="3136822"/>
            <a:ext cx="0" cy="330192"/>
          </a:xfrm>
          <a:prstGeom prst="line">
            <a:avLst/>
          </a:prstGeom>
          <a:noFill/>
          <a:ln w="8255">
            <a:solidFill>
              <a:srgbClr val="8A8A80"/>
            </a:solidFill>
            <a:prstDash val="solid"/>
          </a:ln>
        </p:spPr>
      </p:sp>
      <p:sp>
        <p:nvSpPr>
          <p:cNvPr id="23" name="Shape 21"/>
          <p:cNvSpPr/>
          <p:nvPr/>
        </p:nvSpPr>
        <p:spPr>
          <a:xfrm>
            <a:off x="2175120" y="3136822"/>
            <a:ext cx="0" cy="330192"/>
          </a:xfrm>
          <a:prstGeom prst="line">
            <a:avLst/>
          </a:prstGeom>
          <a:noFill/>
          <a:ln w="8255">
            <a:solidFill>
              <a:srgbClr val="8A8A80"/>
            </a:solidFill>
            <a:prstDash val="solid"/>
          </a:ln>
        </p:spPr>
      </p:sp>
      <p:sp>
        <p:nvSpPr>
          <p:cNvPr id="24" name="Shape 22"/>
          <p:cNvSpPr/>
          <p:nvPr/>
        </p:nvSpPr>
        <p:spPr>
          <a:xfrm>
            <a:off x="2221246" y="3136822"/>
            <a:ext cx="0" cy="330192"/>
          </a:xfrm>
          <a:prstGeom prst="line">
            <a:avLst/>
          </a:prstGeom>
          <a:noFill/>
          <a:ln w="8255">
            <a:solidFill>
              <a:srgbClr val="8A8A80"/>
            </a:solidFill>
            <a:prstDash val="solid"/>
          </a:ln>
        </p:spPr>
      </p:sp>
      <p:sp>
        <p:nvSpPr>
          <p:cNvPr id="25" name="Shape 23"/>
          <p:cNvSpPr/>
          <p:nvPr/>
        </p:nvSpPr>
        <p:spPr>
          <a:xfrm>
            <a:off x="2267373" y="3136822"/>
            <a:ext cx="0" cy="330192"/>
          </a:xfrm>
          <a:prstGeom prst="line">
            <a:avLst/>
          </a:prstGeom>
          <a:noFill/>
          <a:ln w="8255">
            <a:solidFill>
              <a:srgbClr val="8A8A80"/>
            </a:solidFill>
            <a:prstDash val="solid"/>
          </a:ln>
        </p:spPr>
      </p:sp>
      <p:sp>
        <p:nvSpPr>
          <p:cNvPr id="26" name="Shape 24"/>
          <p:cNvSpPr/>
          <p:nvPr/>
        </p:nvSpPr>
        <p:spPr>
          <a:xfrm>
            <a:off x="2313499" y="3136822"/>
            <a:ext cx="0" cy="330192"/>
          </a:xfrm>
          <a:prstGeom prst="line">
            <a:avLst/>
          </a:prstGeom>
          <a:noFill/>
          <a:ln w="8255">
            <a:solidFill>
              <a:srgbClr val="8A8A80"/>
            </a:solidFill>
            <a:prstDash val="solid"/>
          </a:ln>
        </p:spPr>
      </p:sp>
      <p:sp>
        <p:nvSpPr>
          <p:cNvPr id="27" name="Shape 25"/>
          <p:cNvSpPr/>
          <p:nvPr/>
        </p:nvSpPr>
        <p:spPr>
          <a:xfrm>
            <a:off x="2359625" y="3136822"/>
            <a:ext cx="0" cy="330192"/>
          </a:xfrm>
          <a:prstGeom prst="line">
            <a:avLst/>
          </a:prstGeom>
          <a:noFill/>
          <a:ln w="8255">
            <a:solidFill>
              <a:srgbClr val="8A8A80"/>
            </a:solidFill>
            <a:prstDash val="solid"/>
          </a:ln>
        </p:spPr>
      </p:sp>
      <p:sp>
        <p:nvSpPr>
          <p:cNvPr id="28" name="Shape 26"/>
          <p:cNvSpPr/>
          <p:nvPr/>
        </p:nvSpPr>
        <p:spPr>
          <a:xfrm>
            <a:off x="2405751" y="3136822"/>
            <a:ext cx="0" cy="330192"/>
          </a:xfrm>
          <a:prstGeom prst="line">
            <a:avLst/>
          </a:prstGeom>
          <a:noFill/>
          <a:ln w="8255">
            <a:solidFill>
              <a:srgbClr val="8A8A80"/>
            </a:solidFill>
            <a:prstDash val="solid"/>
          </a:ln>
        </p:spPr>
      </p:sp>
      <p:sp>
        <p:nvSpPr>
          <p:cNvPr id="29" name="Shape 27"/>
          <p:cNvSpPr/>
          <p:nvPr/>
        </p:nvSpPr>
        <p:spPr>
          <a:xfrm>
            <a:off x="2451877" y="3136822"/>
            <a:ext cx="0" cy="330192"/>
          </a:xfrm>
          <a:prstGeom prst="line">
            <a:avLst/>
          </a:prstGeom>
          <a:noFill/>
          <a:ln w="8255">
            <a:solidFill>
              <a:srgbClr val="8A8A80"/>
            </a:solidFill>
            <a:prstDash val="solid"/>
          </a:ln>
        </p:spPr>
      </p:sp>
      <p:sp>
        <p:nvSpPr>
          <p:cNvPr id="30" name="Shape 28"/>
          <p:cNvSpPr/>
          <p:nvPr/>
        </p:nvSpPr>
        <p:spPr>
          <a:xfrm>
            <a:off x="2498004" y="3136822"/>
            <a:ext cx="0" cy="330192"/>
          </a:xfrm>
          <a:prstGeom prst="line">
            <a:avLst/>
          </a:prstGeom>
          <a:noFill/>
          <a:ln w="8255">
            <a:solidFill>
              <a:srgbClr val="8A8A80"/>
            </a:solidFill>
            <a:prstDash val="solid"/>
          </a:ln>
        </p:spPr>
      </p:sp>
      <p:sp>
        <p:nvSpPr>
          <p:cNvPr id="31" name="Shape 29"/>
          <p:cNvSpPr/>
          <p:nvPr/>
        </p:nvSpPr>
        <p:spPr>
          <a:xfrm>
            <a:off x="2544130" y="3136822"/>
            <a:ext cx="0" cy="330192"/>
          </a:xfrm>
          <a:prstGeom prst="line">
            <a:avLst/>
          </a:prstGeom>
          <a:noFill/>
          <a:ln w="8255">
            <a:solidFill>
              <a:srgbClr val="8A8A80"/>
            </a:solidFill>
            <a:prstDash val="solid"/>
          </a:ln>
        </p:spPr>
      </p:sp>
      <p:sp>
        <p:nvSpPr>
          <p:cNvPr id="32" name="Shape 30"/>
          <p:cNvSpPr/>
          <p:nvPr/>
        </p:nvSpPr>
        <p:spPr>
          <a:xfrm>
            <a:off x="2590256" y="3136822"/>
            <a:ext cx="0" cy="330192"/>
          </a:xfrm>
          <a:prstGeom prst="line">
            <a:avLst/>
          </a:prstGeom>
          <a:noFill/>
          <a:ln w="8255">
            <a:solidFill>
              <a:srgbClr val="8A8A80"/>
            </a:solidFill>
            <a:prstDash val="solid"/>
          </a:ln>
        </p:spPr>
      </p:sp>
      <p:sp>
        <p:nvSpPr>
          <p:cNvPr id="33" name="Shape 31"/>
          <p:cNvSpPr/>
          <p:nvPr/>
        </p:nvSpPr>
        <p:spPr>
          <a:xfrm>
            <a:off x="2636382" y="3136822"/>
            <a:ext cx="0" cy="330192"/>
          </a:xfrm>
          <a:prstGeom prst="line">
            <a:avLst/>
          </a:prstGeom>
          <a:noFill/>
          <a:ln w="8255">
            <a:solidFill>
              <a:srgbClr val="8A8A80"/>
            </a:solidFill>
            <a:prstDash val="solid"/>
          </a:ln>
        </p:spPr>
      </p:sp>
      <p:sp>
        <p:nvSpPr>
          <p:cNvPr id="34" name="Shape 32"/>
          <p:cNvSpPr/>
          <p:nvPr/>
        </p:nvSpPr>
        <p:spPr>
          <a:xfrm>
            <a:off x="2682508" y="3136822"/>
            <a:ext cx="0" cy="330192"/>
          </a:xfrm>
          <a:prstGeom prst="line">
            <a:avLst/>
          </a:prstGeom>
          <a:noFill/>
          <a:ln w="8255">
            <a:solidFill>
              <a:srgbClr val="8A8A80"/>
            </a:solidFill>
            <a:prstDash val="solid"/>
          </a:ln>
        </p:spPr>
      </p:sp>
      <p:sp>
        <p:nvSpPr>
          <p:cNvPr id="35" name="Shape 33"/>
          <p:cNvSpPr/>
          <p:nvPr/>
        </p:nvSpPr>
        <p:spPr>
          <a:xfrm>
            <a:off x="2728635" y="3136822"/>
            <a:ext cx="0" cy="330192"/>
          </a:xfrm>
          <a:prstGeom prst="line">
            <a:avLst/>
          </a:prstGeom>
          <a:noFill/>
          <a:ln w="8255">
            <a:solidFill>
              <a:srgbClr val="8A8A80"/>
            </a:solidFill>
            <a:prstDash val="solid"/>
          </a:ln>
        </p:spPr>
      </p:sp>
      <p:sp>
        <p:nvSpPr>
          <p:cNvPr id="36" name="Shape 34"/>
          <p:cNvSpPr/>
          <p:nvPr/>
        </p:nvSpPr>
        <p:spPr>
          <a:xfrm>
            <a:off x="2774761" y="3136822"/>
            <a:ext cx="0" cy="330192"/>
          </a:xfrm>
          <a:prstGeom prst="line">
            <a:avLst/>
          </a:prstGeom>
          <a:noFill/>
          <a:ln w="8255">
            <a:solidFill>
              <a:srgbClr val="8A8A80"/>
            </a:solidFill>
            <a:prstDash val="solid"/>
          </a:ln>
        </p:spPr>
      </p:sp>
      <p:sp>
        <p:nvSpPr>
          <p:cNvPr id="37" name="Shape 35"/>
          <p:cNvSpPr/>
          <p:nvPr/>
        </p:nvSpPr>
        <p:spPr>
          <a:xfrm>
            <a:off x="2820887" y="3136822"/>
            <a:ext cx="0" cy="330192"/>
          </a:xfrm>
          <a:prstGeom prst="line">
            <a:avLst/>
          </a:prstGeom>
          <a:noFill/>
          <a:ln w="8255">
            <a:solidFill>
              <a:srgbClr val="8A8A80"/>
            </a:solidFill>
            <a:prstDash val="solid"/>
          </a:ln>
        </p:spPr>
      </p:sp>
      <p:sp>
        <p:nvSpPr>
          <p:cNvPr id="38" name="Shape 36"/>
          <p:cNvSpPr/>
          <p:nvPr/>
        </p:nvSpPr>
        <p:spPr>
          <a:xfrm>
            <a:off x="2867013" y="3136822"/>
            <a:ext cx="0" cy="330192"/>
          </a:xfrm>
          <a:prstGeom prst="line">
            <a:avLst/>
          </a:prstGeom>
          <a:noFill/>
          <a:ln w="8255">
            <a:solidFill>
              <a:srgbClr val="8A8A80"/>
            </a:solidFill>
            <a:prstDash val="solid"/>
          </a:ln>
        </p:spPr>
      </p:sp>
      <p:sp>
        <p:nvSpPr>
          <p:cNvPr id="39" name="Shape 37"/>
          <p:cNvSpPr/>
          <p:nvPr/>
        </p:nvSpPr>
        <p:spPr>
          <a:xfrm>
            <a:off x="2913139" y="3136822"/>
            <a:ext cx="0" cy="330192"/>
          </a:xfrm>
          <a:prstGeom prst="line">
            <a:avLst/>
          </a:prstGeom>
          <a:noFill/>
          <a:ln w="8255">
            <a:solidFill>
              <a:srgbClr val="8A8A80"/>
            </a:solidFill>
            <a:prstDash val="solid"/>
          </a:ln>
        </p:spPr>
      </p:sp>
      <p:sp>
        <p:nvSpPr>
          <p:cNvPr id="40" name="Shape 38"/>
          <p:cNvSpPr/>
          <p:nvPr/>
        </p:nvSpPr>
        <p:spPr>
          <a:xfrm>
            <a:off x="2959266" y="3136822"/>
            <a:ext cx="0" cy="330192"/>
          </a:xfrm>
          <a:prstGeom prst="line">
            <a:avLst/>
          </a:prstGeom>
          <a:noFill/>
          <a:ln w="8255">
            <a:solidFill>
              <a:srgbClr val="8A8A80"/>
            </a:solidFill>
            <a:prstDash val="solid"/>
          </a:ln>
        </p:spPr>
      </p:sp>
      <p:sp>
        <p:nvSpPr>
          <p:cNvPr id="41" name="Shape 39"/>
          <p:cNvSpPr/>
          <p:nvPr/>
        </p:nvSpPr>
        <p:spPr>
          <a:xfrm>
            <a:off x="3005392" y="3136822"/>
            <a:ext cx="0" cy="330192"/>
          </a:xfrm>
          <a:prstGeom prst="line">
            <a:avLst/>
          </a:prstGeom>
          <a:noFill/>
          <a:ln w="8255">
            <a:solidFill>
              <a:srgbClr val="8A8A80"/>
            </a:solidFill>
            <a:prstDash val="solid"/>
          </a:ln>
        </p:spPr>
      </p:sp>
      <p:sp>
        <p:nvSpPr>
          <p:cNvPr id="42" name="Shape 40"/>
          <p:cNvSpPr/>
          <p:nvPr/>
        </p:nvSpPr>
        <p:spPr>
          <a:xfrm>
            <a:off x="3051518" y="3136822"/>
            <a:ext cx="0" cy="330192"/>
          </a:xfrm>
          <a:prstGeom prst="line">
            <a:avLst/>
          </a:prstGeom>
          <a:noFill/>
          <a:ln w="8255">
            <a:solidFill>
              <a:srgbClr val="8A8A80"/>
            </a:solidFill>
            <a:prstDash val="solid"/>
          </a:ln>
        </p:spPr>
      </p:sp>
      <p:sp>
        <p:nvSpPr>
          <p:cNvPr id="43" name="Shape 41"/>
          <p:cNvSpPr/>
          <p:nvPr/>
        </p:nvSpPr>
        <p:spPr>
          <a:xfrm>
            <a:off x="3097644" y="3136822"/>
            <a:ext cx="0" cy="330192"/>
          </a:xfrm>
          <a:prstGeom prst="line">
            <a:avLst/>
          </a:prstGeom>
          <a:noFill/>
          <a:ln w="8255">
            <a:solidFill>
              <a:srgbClr val="8A8A80"/>
            </a:solidFill>
            <a:prstDash val="solid"/>
          </a:ln>
        </p:spPr>
      </p:sp>
      <p:sp>
        <p:nvSpPr>
          <p:cNvPr id="44" name="Shape 42"/>
          <p:cNvSpPr/>
          <p:nvPr/>
        </p:nvSpPr>
        <p:spPr>
          <a:xfrm>
            <a:off x="3143770" y="3136822"/>
            <a:ext cx="0" cy="330192"/>
          </a:xfrm>
          <a:prstGeom prst="line">
            <a:avLst/>
          </a:prstGeom>
          <a:noFill/>
          <a:ln w="8255">
            <a:solidFill>
              <a:srgbClr val="8A8A80"/>
            </a:solidFill>
            <a:prstDash val="solid"/>
          </a:ln>
        </p:spPr>
      </p:sp>
      <p:sp>
        <p:nvSpPr>
          <p:cNvPr id="45" name="Shape 43"/>
          <p:cNvSpPr/>
          <p:nvPr/>
        </p:nvSpPr>
        <p:spPr>
          <a:xfrm>
            <a:off x="3189897" y="3136822"/>
            <a:ext cx="0" cy="330192"/>
          </a:xfrm>
          <a:prstGeom prst="line">
            <a:avLst/>
          </a:prstGeom>
          <a:noFill/>
          <a:ln w="8255">
            <a:solidFill>
              <a:srgbClr val="8A8A80"/>
            </a:solidFill>
            <a:prstDash val="solid"/>
          </a:ln>
        </p:spPr>
      </p:sp>
      <p:sp>
        <p:nvSpPr>
          <p:cNvPr id="46" name="Shape 44"/>
          <p:cNvSpPr/>
          <p:nvPr/>
        </p:nvSpPr>
        <p:spPr>
          <a:xfrm>
            <a:off x="3236023" y="3136822"/>
            <a:ext cx="0" cy="330192"/>
          </a:xfrm>
          <a:prstGeom prst="line">
            <a:avLst/>
          </a:prstGeom>
          <a:noFill/>
          <a:ln w="8255">
            <a:solidFill>
              <a:srgbClr val="8A8A80"/>
            </a:solidFill>
            <a:prstDash val="solid"/>
          </a:ln>
        </p:spPr>
      </p:sp>
      <p:sp>
        <p:nvSpPr>
          <p:cNvPr id="47" name="Shape 45"/>
          <p:cNvSpPr/>
          <p:nvPr/>
        </p:nvSpPr>
        <p:spPr>
          <a:xfrm>
            <a:off x="3282149" y="3136822"/>
            <a:ext cx="0" cy="330192"/>
          </a:xfrm>
          <a:prstGeom prst="line">
            <a:avLst/>
          </a:prstGeom>
          <a:noFill/>
          <a:ln w="8255">
            <a:solidFill>
              <a:srgbClr val="8A8A80"/>
            </a:solidFill>
            <a:prstDash val="solid"/>
          </a:ln>
        </p:spPr>
      </p:sp>
      <p:sp>
        <p:nvSpPr>
          <p:cNvPr id="48" name="Shape 46"/>
          <p:cNvSpPr/>
          <p:nvPr/>
        </p:nvSpPr>
        <p:spPr>
          <a:xfrm>
            <a:off x="3328275" y="3136822"/>
            <a:ext cx="0" cy="330192"/>
          </a:xfrm>
          <a:prstGeom prst="line">
            <a:avLst/>
          </a:prstGeom>
          <a:noFill/>
          <a:ln w="8255">
            <a:solidFill>
              <a:srgbClr val="8A8A80"/>
            </a:solidFill>
            <a:prstDash val="solid"/>
          </a:ln>
        </p:spPr>
      </p:sp>
      <p:sp>
        <p:nvSpPr>
          <p:cNvPr id="49" name="Shape 47"/>
          <p:cNvSpPr/>
          <p:nvPr/>
        </p:nvSpPr>
        <p:spPr>
          <a:xfrm>
            <a:off x="3374401" y="3136822"/>
            <a:ext cx="0" cy="330192"/>
          </a:xfrm>
          <a:prstGeom prst="line">
            <a:avLst/>
          </a:prstGeom>
          <a:noFill/>
          <a:ln w="8255">
            <a:solidFill>
              <a:srgbClr val="8A8A80"/>
            </a:solidFill>
            <a:prstDash val="solid"/>
          </a:ln>
        </p:spPr>
      </p:sp>
      <p:sp>
        <p:nvSpPr>
          <p:cNvPr id="50" name="Shape 48"/>
          <p:cNvSpPr/>
          <p:nvPr/>
        </p:nvSpPr>
        <p:spPr>
          <a:xfrm>
            <a:off x="3420528" y="3136822"/>
            <a:ext cx="0" cy="330192"/>
          </a:xfrm>
          <a:prstGeom prst="line">
            <a:avLst/>
          </a:prstGeom>
          <a:noFill/>
          <a:ln w="8255">
            <a:solidFill>
              <a:srgbClr val="8A8A80"/>
            </a:solidFill>
            <a:prstDash val="solid"/>
          </a:ln>
        </p:spPr>
      </p:sp>
      <p:sp>
        <p:nvSpPr>
          <p:cNvPr id="51" name="Shape 49"/>
          <p:cNvSpPr/>
          <p:nvPr/>
        </p:nvSpPr>
        <p:spPr>
          <a:xfrm>
            <a:off x="3466654" y="3136822"/>
            <a:ext cx="0" cy="330192"/>
          </a:xfrm>
          <a:prstGeom prst="line">
            <a:avLst/>
          </a:prstGeom>
          <a:noFill/>
          <a:ln w="8255">
            <a:solidFill>
              <a:srgbClr val="8A8A80"/>
            </a:solidFill>
            <a:prstDash val="solid"/>
          </a:ln>
        </p:spPr>
      </p:sp>
      <p:sp>
        <p:nvSpPr>
          <p:cNvPr id="52" name="Shape 50"/>
          <p:cNvSpPr/>
          <p:nvPr/>
        </p:nvSpPr>
        <p:spPr>
          <a:xfrm>
            <a:off x="3512780" y="3136822"/>
            <a:ext cx="0" cy="330192"/>
          </a:xfrm>
          <a:prstGeom prst="line">
            <a:avLst/>
          </a:prstGeom>
          <a:noFill/>
          <a:ln w="8255">
            <a:solidFill>
              <a:srgbClr val="8A8A80"/>
            </a:solidFill>
            <a:prstDash val="solid"/>
          </a:ln>
        </p:spPr>
      </p:sp>
      <p:sp>
        <p:nvSpPr>
          <p:cNvPr id="53" name="Shape 51"/>
          <p:cNvSpPr/>
          <p:nvPr/>
        </p:nvSpPr>
        <p:spPr>
          <a:xfrm>
            <a:off x="3558906" y="3136822"/>
            <a:ext cx="0" cy="330192"/>
          </a:xfrm>
          <a:prstGeom prst="line">
            <a:avLst/>
          </a:prstGeom>
          <a:noFill/>
          <a:ln w="8255">
            <a:solidFill>
              <a:srgbClr val="8A8A80"/>
            </a:solidFill>
            <a:prstDash val="solid"/>
          </a:ln>
        </p:spPr>
      </p:sp>
      <p:sp>
        <p:nvSpPr>
          <p:cNvPr id="54" name="Shape 52"/>
          <p:cNvSpPr/>
          <p:nvPr/>
        </p:nvSpPr>
        <p:spPr>
          <a:xfrm>
            <a:off x="3605033" y="3136822"/>
            <a:ext cx="0" cy="330192"/>
          </a:xfrm>
          <a:prstGeom prst="line">
            <a:avLst/>
          </a:prstGeom>
          <a:noFill/>
          <a:ln w="8255">
            <a:solidFill>
              <a:srgbClr val="8A8A80"/>
            </a:solidFill>
            <a:prstDash val="solid"/>
          </a:ln>
        </p:spPr>
      </p:sp>
      <p:sp>
        <p:nvSpPr>
          <p:cNvPr id="55" name="Shape 53"/>
          <p:cNvSpPr/>
          <p:nvPr/>
        </p:nvSpPr>
        <p:spPr>
          <a:xfrm>
            <a:off x="3651159" y="3136822"/>
            <a:ext cx="0" cy="330192"/>
          </a:xfrm>
          <a:prstGeom prst="line">
            <a:avLst/>
          </a:prstGeom>
          <a:noFill/>
          <a:ln w="8255">
            <a:solidFill>
              <a:srgbClr val="8A8A80"/>
            </a:solidFill>
            <a:prstDash val="solid"/>
          </a:ln>
        </p:spPr>
      </p:sp>
      <p:sp>
        <p:nvSpPr>
          <p:cNvPr id="56" name="Shape 54"/>
          <p:cNvSpPr/>
          <p:nvPr/>
        </p:nvSpPr>
        <p:spPr>
          <a:xfrm>
            <a:off x="3697285" y="3136822"/>
            <a:ext cx="0" cy="330192"/>
          </a:xfrm>
          <a:prstGeom prst="line">
            <a:avLst/>
          </a:prstGeom>
          <a:noFill/>
          <a:ln w="8255">
            <a:solidFill>
              <a:srgbClr val="8A8A80"/>
            </a:solidFill>
            <a:prstDash val="solid"/>
          </a:ln>
        </p:spPr>
      </p:sp>
      <p:sp>
        <p:nvSpPr>
          <p:cNvPr id="57" name="Shape 55"/>
          <p:cNvSpPr/>
          <p:nvPr/>
        </p:nvSpPr>
        <p:spPr>
          <a:xfrm>
            <a:off x="3743411" y="3136822"/>
            <a:ext cx="0" cy="330192"/>
          </a:xfrm>
          <a:prstGeom prst="line">
            <a:avLst/>
          </a:prstGeom>
          <a:noFill/>
          <a:ln w="8255">
            <a:solidFill>
              <a:srgbClr val="8A8A80"/>
            </a:solidFill>
            <a:prstDash val="solid"/>
          </a:ln>
        </p:spPr>
      </p:sp>
      <p:sp>
        <p:nvSpPr>
          <p:cNvPr id="58" name="Shape 56"/>
          <p:cNvSpPr/>
          <p:nvPr/>
        </p:nvSpPr>
        <p:spPr>
          <a:xfrm>
            <a:off x="3789537" y="3136822"/>
            <a:ext cx="0" cy="330192"/>
          </a:xfrm>
          <a:prstGeom prst="line">
            <a:avLst/>
          </a:prstGeom>
          <a:noFill/>
          <a:ln w="8255">
            <a:solidFill>
              <a:srgbClr val="8A8A80"/>
            </a:solidFill>
            <a:prstDash val="solid"/>
          </a:ln>
        </p:spPr>
      </p:sp>
      <p:sp>
        <p:nvSpPr>
          <p:cNvPr id="59" name="Shape 57"/>
          <p:cNvSpPr/>
          <p:nvPr/>
        </p:nvSpPr>
        <p:spPr>
          <a:xfrm>
            <a:off x="3835664" y="3136822"/>
            <a:ext cx="0" cy="330192"/>
          </a:xfrm>
          <a:prstGeom prst="line">
            <a:avLst/>
          </a:prstGeom>
          <a:noFill/>
          <a:ln w="8255">
            <a:solidFill>
              <a:srgbClr val="8A8A80"/>
            </a:solidFill>
            <a:prstDash val="solid"/>
          </a:ln>
        </p:spPr>
      </p:sp>
      <p:sp>
        <p:nvSpPr>
          <p:cNvPr id="60" name="Shape 58"/>
          <p:cNvSpPr/>
          <p:nvPr/>
        </p:nvSpPr>
        <p:spPr>
          <a:xfrm>
            <a:off x="3881790" y="3136822"/>
            <a:ext cx="0" cy="330192"/>
          </a:xfrm>
          <a:prstGeom prst="line">
            <a:avLst/>
          </a:prstGeom>
          <a:noFill/>
          <a:ln w="8255">
            <a:solidFill>
              <a:srgbClr val="8A8A80"/>
            </a:solidFill>
            <a:prstDash val="solid"/>
          </a:ln>
        </p:spPr>
      </p:sp>
      <p:sp>
        <p:nvSpPr>
          <p:cNvPr id="61" name="Shape 59"/>
          <p:cNvSpPr/>
          <p:nvPr/>
        </p:nvSpPr>
        <p:spPr>
          <a:xfrm>
            <a:off x="3927916" y="3136822"/>
            <a:ext cx="0" cy="330192"/>
          </a:xfrm>
          <a:prstGeom prst="line">
            <a:avLst/>
          </a:prstGeom>
          <a:noFill/>
          <a:ln w="8255">
            <a:solidFill>
              <a:srgbClr val="8A8A80"/>
            </a:solidFill>
            <a:prstDash val="solid"/>
          </a:ln>
        </p:spPr>
      </p:sp>
      <p:sp>
        <p:nvSpPr>
          <p:cNvPr id="62" name="Shape 60"/>
          <p:cNvSpPr/>
          <p:nvPr/>
        </p:nvSpPr>
        <p:spPr>
          <a:xfrm>
            <a:off x="3974042" y="3136822"/>
            <a:ext cx="0" cy="330192"/>
          </a:xfrm>
          <a:prstGeom prst="line">
            <a:avLst/>
          </a:prstGeom>
          <a:noFill/>
          <a:ln w="8255">
            <a:solidFill>
              <a:srgbClr val="8A8A80"/>
            </a:solidFill>
            <a:prstDash val="solid"/>
          </a:ln>
        </p:spPr>
      </p:sp>
      <p:sp>
        <p:nvSpPr>
          <p:cNvPr id="63" name="Shape 61"/>
          <p:cNvSpPr/>
          <p:nvPr/>
        </p:nvSpPr>
        <p:spPr>
          <a:xfrm>
            <a:off x="4020168" y="3136822"/>
            <a:ext cx="0" cy="330192"/>
          </a:xfrm>
          <a:prstGeom prst="line">
            <a:avLst/>
          </a:prstGeom>
          <a:noFill/>
          <a:ln w="8255">
            <a:solidFill>
              <a:srgbClr val="8A8A80"/>
            </a:solidFill>
            <a:prstDash val="solid"/>
          </a:ln>
        </p:spPr>
      </p:sp>
      <p:sp>
        <p:nvSpPr>
          <p:cNvPr id="64" name="Shape 62"/>
          <p:cNvSpPr/>
          <p:nvPr/>
        </p:nvSpPr>
        <p:spPr>
          <a:xfrm>
            <a:off x="4066295" y="3136822"/>
            <a:ext cx="0" cy="330192"/>
          </a:xfrm>
          <a:prstGeom prst="line">
            <a:avLst/>
          </a:prstGeom>
          <a:noFill/>
          <a:ln w="8255">
            <a:solidFill>
              <a:srgbClr val="8A8A80"/>
            </a:solidFill>
            <a:prstDash val="solid"/>
          </a:ln>
        </p:spPr>
      </p:sp>
      <p:sp>
        <p:nvSpPr>
          <p:cNvPr id="65" name="Shape 63"/>
          <p:cNvSpPr/>
          <p:nvPr/>
        </p:nvSpPr>
        <p:spPr>
          <a:xfrm>
            <a:off x="4112421" y="3136822"/>
            <a:ext cx="0" cy="330192"/>
          </a:xfrm>
          <a:prstGeom prst="line">
            <a:avLst/>
          </a:prstGeom>
          <a:noFill/>
          <a:ln w="8255">
            <a:solidFill>
              <a:srgbClr val="8A8A80"/>
            </a:solidFill>
            <a:prstDash val="solid"/>
          </a:ln>
        </p:spPr>
      </p:sp>
      <p:sp>
        <p:nvSpPr>
          <p:cNvPr id="66" name="Shape 64"/>
          <p:cNvSpPr/>
          <p:nvPr/>
        </p:nvSpPr>
        <p:spPr>
          <a:xfrm>
            <a:off x="4158547" y="3136822"/>
            <a:ext cx="0" cy="330192"/>
          </a:xfrm>
          <a:prstGeom prst="line">
            <a:avLst/>
          </a:prstGeom>
          <a:noFill/>
          <a:ln w="8255">
            <a:solidFill>
              <a:srgbClr val="8A8A80"/>
            </a:solidFill>
            <a:prstDash val="solid"/>
          </a:ln>
        </p:spPr>
      </p:sp>
      <p:sp>
        <p:nvSpPr>
          <p:cNvPr id="67" name="Shape 65"/>
          <p:cNvSpPr/>
          <p:nvPr/>
        </p:nvSpPr>
        <p:spPr>
          <a:xfrm>
            <a:off x="4204673" y="3136822"/>
            <a:ext cx="0" cy="330192"/>
          </a:xfrm>
          <a:prstGeom prst="line">
            <a:avLst/>
          </a:prstGeom>
          <a:noFill/>
          <a:ln w="8255">
            <a:solidFill>
              <a:srgbClr val="8A8A80"/>
            </a:solidFill>
            <a:prstDash val="solid"/>
          </a:ln>
        </p:spPr>
      </p:sp>
      <p:sp>
        <p:nvSpPr>
          <p:cNvPr id="68" name="Shape 66"/>
          <p:cNvSpPr/>
          <p:nvPr/>
        </p:nvSpPr>
        <p:spPr>
          <a:xfrm>
            <a:off x="4250799" y="3136822"/>
            <a:ext cx="0" cy="330192"/>
          </a:xfrm>
          <a:prstGeom prst="line">
            <a:avLst/>
          </a:prstGeom>
          <a:noFill/>
          <a:ln w="8255">
            <a:solidFill>
              <a:srgbClr val="8A8A80"/>
            </a:solidFill>
            <a:prstDash val="solid"/>
          </a:ln>
        </p:spPr>
      </p:sp>
      <p:sp>
        <p:nvSpPr>
          <p:cNvPr id="69" name="Shape 67"/>
          <p:cNvSpPr/>
          <p:nvPr/>
        </p:nvSpPr>
        <p:spPr>
          <a:xfrm>
            <a:off x="4296926" y="3136822"/>
            <a:ext cx="0" cy="330192"/>
          </a:xfrm>
          <a:prstGeom prst="line">
            <a:avLst/>
          </a:prstGeom>
          <a:noFill/>
          <a:ln w="8255">
            <a:solidFill>
              <a:srgbClr val="8A8A80"/>
            </a:solidFill>
            <a:prstDash val="solid"/>
          </a:ln>
        </p:spPr>
      </p:sp>
      <p:sp>
        <p:nvSpPr>
          <p:cNvPr id="70" name="Shape 68"/>
          <p:cNvSpPr/>
          <p:nvPr/>
        </p:nvSpPr>
        <p:spPr>
          <a:xfrm>
            <a:off x="4343052" y="3136822"/>
            <a:ext cx="0" cy="330192"/>
          </a:xfrm>
          <a:prstGeom prst="line">
            <a:avLst/>
          </a:prstGeom>
          <a:noFill/>
          <a:ln w="8255">
            <a:solidFill>
              <a:srgbClr val="8A8A80"/>
            </a:solidFill>
            <a:prstDash val="solid"/>
          </a:ln>
        </p:spPr>
      </p:sp>
      <p:sp>
        <p:nvSpPr>
          <p:cNvPr id="71" name="Shape 69"/>
          <p:cNvSpPr/>
          <p:nvPr/>
        </p:nvSpPr>
        <p:spPr>
          <a:xfrm>
            <a:off x="4389178" y="3136822"/>
            <a:ext cx="0" cy="330192"/>
          </a:xfrm>
          <a:prstGeom prst="line">
            <a:avLst/>
          </a:prstGeom>
          <a:noFill/>
          <a:ln w="8255">
            <a:solidFill>
              <a:srgbClr val="8A8A80"/>
            </a:solidFill>
            <a:prstDash val="solid"/>
          </a:ln>
        </p:spPr>
      </p:sp>
      <p:sp>
        <p:nvSpPr>
          <p:cNvPr id="72" name="Shape 70"/>
          <p:cNvSpPr/>
          <p:nvPr/>
        </p:nvSpPr>
        <p:spPr>
          <a:xfrm>
            <a:off x="4435304" y="3136822"/>
            <a:ext cx="0" cy="330192"/>
          </a:xfrm>
          <a:prstGeom prst="line">
            <a:avLst/>
          </a:prstGeom>
          <a:noFill/>
          <a:ln w="8255">
            <a:solidFill>
              <a:srgbClr val="8A8A80"/>
            </a:solidFill>
            <a:prstDash val="solid"/>
          </a:ln>
        </p:spPr>
      </p:sp>
      <p:sp>
        <p:nvSpPr>
          <p:cNvPr id="73" name="Shape 71"/>
          <p:cNvSpPr/>
          <p:nvPr/>
        </p:nvSpPr>
        <p:spPr>
          <a:xfrm>
            <a:off x="4481430" y="3136822"/>
            <a:ext cx="0" cy="330192"/>
          </a:xfrm>
          <a:prstGeom prst="line">
            <a:avLst/>
          </a:prstGeom>
          <a:noFill/>
          <a:ln w="8255">
            <a:solidFill>
              <a:srgbClr val="8A8A80"/>
            </a:solidFill>
            <a:prstDash val="solid"/>
          </a:ln>
        </p:spPr>
      </p:sp>
      <p:sp>
        <p:nvSpPr>
          <p:cNvPr id="74" name="Shape 72"/>
          <p:cNvSpPr/>
          <p:nvPr/>
        </p:nvSpPr>
        <p:spPr>
          <a:xfrm>
            <a:off x="4527557" y="3136822"/>
            <a:ext cx="0" cy="330192"/>
          </a:xfrm>
          <a:prstGeom prst="line">
            <a:avLst/>
          </a:prstGeom>
          <a:noFill/>
          <a:ln w="8255">
            <a:solidFill>
              <a:srgbClr val="8A8A80"/>
            </a:solidFill>
            <a:prstDash val="solid"/>
          </a:ln>
        </p:spPr>
      </p:sp>
      <p:sp>
        <p:nvSpPr>
          <p:cNvPr id="75" name="Shape 73"/>
          <p:cNvSpPr/>
          <p:nvPr/>
        </p:nvSpPr>
        <p:spPr>
          <a:xfrm>
            <a:off x="4573683" y="3136822"/>
            <a:ext cx="0" cy="330192"/>
          </a:xfrm>
          <a:prstGeom prst="line">
            <a:avLst/>
          </a:prstGeom>
          <a:noFill/>
          <a:ln w="8255">
            <a:solidFill>
              <a:srgbClr val="8A8A80"/>
            </a:solidFill>
            <a:prstDash val="solid"/>
          </a:ln>
        </p:spPr>
      </p:sp>
      <p:sp>
        <p:nvSpPr>
          <p:cNvPr id="76" name="Shape 74"/>
          <p:cNvSpPr/>
          <p:nvPr/>
        </p:nvSpPr>
        <p:spPr>
          <a:xfrm>
            <a:off x="4619809" y="3136822"/>
            <a:ext cx="0" cy="330192"/>
          </a:xfrm>
          <a:prstGeom prst="line">
            <a:avLst/>
          </a:prstGeom>
          <a:noFill/>
          <a:ln w="8255">
            <a:solidFill>
              <a:srgbClr val="8A8A80"/>
            </a:solidFill>
            <a:prstDash val="solid"/>
          </a:ln>
        </p:spPr>
      </p:sp>
      <p:sp>
        <p:nvSpPr>
          <p:cNvPr id="77" name="Shape 75"/>
          <p:cNvSpPr/>
          <p:nvPr/>
        </p:nvSpPr>
        <p:spPr>
          <a:xfrm>
            <a:off x="4665935" y="3136822"/>
            <a:ext cx="0" cy="330192"/>
          </a:xfrm>
          <a:prstGeom prst="line">
            <a:avLst/>
          </a:prstGeom>
          <a:noFill/>
          <a:ln w="8255">
            <a:solidFill>
              <a:srgbClr val="8A8A80"/>
            </a:solidFill>
            <a:prstDash val="solid"/>
          </a:ln>
        </p:spPr>
      </p:sp>
      <p:sp>
        <p:nvSpPr>
          <p:cNvPr id="78" name="Shape 76"/>
          <p:cNvSpPr/>
          <p:nvPr/>
        </p:nvSpPr>
        <p:spPr>
          <a:xfrm>
            <a:off x="4712061" y="3136822"/>
            <a:ext cx="0" cy="330192"/>
          </a:xfrm>
          <a:prstGeom prst="line">
            <a:avLst/>
          </a:prstGeom>
          <a:noFill/>
          <a:ln w="8255">
            <a:solidFill>
              <a:srgbClr val="8A8A80"/>
            </a:solidFill>
            <a:prstDash val="solid"/>
          </a:ln>
        </p:spPr>
      </p:sp>
      <p:sp>
        <p:nvSpPr>
          <p:cNvPr id="79" name="Shape 77"/>
          <p:cNvSpPr/>
          <p:nvPr/>
        </p:nvSpPr>
        <p:spPr>
          <a:xfrm>
            <a:off x="4758188" y="3136822"/>
            <a:ext cx="0" cy="330192"/>
          </a:xfrm>
          <a:prstGeom prst="line">
            <a:avLst/>
          </a:prstGeom>
          <a:noFill/>
          <a:ln w="8255">
            <a:solidFill>
              <a:srgbClr val="8A8A80"/>
            </a:solidFill>
            <a:prstDash val="solid"/>
          </a:ln>
        </p:spPr>
      </p:sp>
      <p:sp>
        <p:nvSpPr>
          <p:cNvPr id="80" name="Shape 78"/>
          <p:cNvSpPr/>
          <p:nvPr/>
        </p:nvSpPr>
        <p:spPr>
          <a:xfrm>
            <a:off x="4804314" y="3136822"/>
            <a:ext cx="0" cy="330192"/>
          </a:xfrm>
          <a:prstGeom prst="line">
            <a:avLst/>
          </a:prstGeom>
          <a:noFill/>
          <a:ln w="8255">
            <a:solidFill>
              <a:srgbClr val="8A8A80"/>
            </a:solidFill>
            <a:prstDash val="solid"/>
          </a:ln>
        </p:spPr>
      </p:sp>
      <p:sp>
        <p:nvSpPr>
          <p:cNvPr id="81" name="Shape 79"/>
          <p:cNvSpPr/>
          <p:nvPr/>
        </p:nvSpPr>
        <p:spPr>
          <a:xfrm>
            <a:off x="4850440" y="3136822"/>
            <a:ext cx="0" cy="330192"/>
          </a:xfrm>
          <a:prstGeom prst="line">
            <a:avLst/>
          </a:prstGeom>
          <a:noFill/>
          <a:ln w="8255">
            <a:solidFill>
              <a:srgbClr val="8A8A80"/>
            </a:solidFill>
            <a:prstDash val="solid"/>
          </a:ln>
        </p:spPr>
      </p:sp>
      <p:sp>
        <p:nvSpPr>
          <p:cNvPr id="82" name="Shape 80"/>
          <p:cNvSpPr/>
          <p:nvPr/>
        </p:nvSpPr>
        <p:spPr>
          <a:xfrm>
            <a:off x="4896566" y="3136822"/>
            <a:ext cx="0" cy="330192"/>
          </a:xfrm>
          <a:prstGeom prst="line">
            <a:avLst/>
          </a:prstGeom>
          <a:noFill/>
          <a:ln w="8255">
            <a:solidFill>
              <a:srgbClr val="8A8A80"/>
            </a:solidFill>
            <a:prstDash val="solid"/>
          </a:ln>
        </p:spPr>
      </p:sp>
      <p:sp>
        <p:nvSpPr>
          <p:cNvPr id="83" name="Shape 81"/>
          <p:cNvSpPr/>
          <p:nvPr/>
        </p:nvSpPr>
        <p:spPr>
          <a:xfrm>
            <a:off x="4942692" y="3136822"/>
            <a:ext cx="0" cy="330192"/>
          </a:xfrm>
          <a:prstGeom prst="line">
            <a:avLst/>
          </a:prstGeom>
          <a:noFill/>
          <a:ln w="8255">
            <a:solidFill>
              <a:srgbClr val="8A8A80"/>
            </a:solidFill>
            <a:prstDash val="solid"/>
          </a:ln>
        </p:spPr>
      </p:sp>
      <p:sp>
        <p:nvSpPr>
          <p:cNvPr id="84" name="Shape 82"/>
          <p:cNvSpPr/>
          <p:nvPr/>
        </p:nvSpPr>
        <p:spPr>
          <a:xfrm>
            <a:off x="4988819" y="3136822"/>
            <a:ext cx="0" cy="330192"/>
          </a:xfrm>
          <a:prstGeom prst="line">
            <a:avLst/>
          </a:prstGeom>
          <a:noFill/>
          <a:ln w="8255">
            <a:solidFill>
              <a:srgbClr val="8A8A80"/>
            </a:solidFill>
            <a:prstDash val="solid"/>
          </a:ln>
        </p:spPr>
      </p:sp>
      <p:sp>
        <p:nvSpPr>
          <p:cNvPr id="85" name="Shape 83"/>
          <p:cNvSpPr/>
          <p:nvPr/>
        </p:nvSpPr>
        <p:spPr>
          <a:xfrm>
            <a:off x="5034945" y="3136822"/>
            <a:ext cx="0" cy="330192"/>
          </a:xfrm>
          <a:prstGeom prst="line">
            <a:avLst/>
          </a:prstGeom>
          <a:noFill/>
          <a:ln w="8255">
            <a:solidFill>
              <a:srgbClr val="8A8A80"/>
            </a:solidFill>
            <a:prstDash val="solid"/>
          </a:ln>
        </p:spPr>
      </p:sp>
      <p:sp>
        <p:nvSpPr>
          <p:cNvPr id="86" name="Shape 84"/>
          <p:cNvSpPr/>
          <p:nvPr/>
        </p:nvSpPr>
        <p:spPr>
          <a:xfrm>
            <a:off x="5081071" y="3136822"/>
            <a:ext cx="0" cy="330192"/>
          </a:xfrm>
          <a:prstGeom prst="line">
            <a:avLst/>
          </a:prstGeom>
          <a:noFill/>
          <a:ln w="8255">
            <a:solidFill>
              <a:srgbClr val="8A8A80"/>
            </a:solidFill>
            <a:prstDash val="solid"/>
          </a:ln>
        </p:spPr>
      </p:sp>
      <p:sp>
        <p:nvSpPr>
          <p:cNvPr id="87" name="Shape 85"/>
          <p:cNvSpPr/>
          <p:nvPr/>
        </p:nvSpPr>
        <p:spPr>
          <a:xfrm>
            <a:off x="5127197" y="3136822"/>
            <a:ext cx="0" cy="330192"/>
          </a:xfrm>
          <a:prstGeom prst="line">
            <a:avLst/>
          </a:prstGeom>
          <a:noFill/>
          <a:ln w="8255">
            <a:solidFill>
              <a:srgbClr val="8A8A80"/>
            </a:solidFill>
            <a:prstDash val="solid"/>
          </a:ln>
        </p:spPr>
      </p:sp>
      <p:sp>
        <p:nvSpPr>
          <p:cNvPr id="88" name="Shape 86"/>
          <p:cNvSpPr/>
          <p:nvPr/>
        </p:nvSpPr>
        <p:spPr>
          <a:xfrm>
            <a:off x="5173323" y="3136822"/>
            <a:ext cx="0" cy="330192"/>
          </a:xfrm>
          <a:prstGeom prst="line">
            <a:avLst/>
          </a:prstGeom>
          <a:noFill/>
          <a:ln w="8255">
            <a:solidFill>
              <a:srgbClr val="8A8A80"/>
            </a:solidFill>
            <a:prstDash val="solid"/>
          </a:ln>
        </p:spPr>
      </p:sp>
      <p:sp>
        <p:nvSpPr>
          <p:cNvPr id="89" name="Shape 87"/>
          <p:cNvSpPr/>
          <p:nvPr/>
        </p:nvSpPr>
        <p:spPr>
          <a:xfrm>
            <a:off x="5219450" y="3136822"/>
            <a:ext cx="0" cy="330192"/>
          </a:xfrm>
          <a:prstGeom prst="line">
            <a:avLst/>
          </a:prstGeom>
          <a:noFill/>
          <a:ln w="8255">
            <a:solidFill>
              <a:srgbClr val="8A8A80"/>
            </a:solidFill>
            <a:prstDash val="solid"/>
          </a:ln>
        </p:spPr>
      </p:sp>
      <p:sp>
        <p:nvSpPr>
          <p:cNvPr id="90" name="Shape 88"/>
          <p:cNvSpPr/>
          <p:nvPr/>
        </p:nvSpPr>
        <p:spPr>
          <a:xfrm>
            <a:off x="5265576" y="3136822"/>
            <a:ext cx="0" cy="330192"/>
          </a:xfrm>
          <a:prstGeom prst="line">
            <a:avLst/>
          </a:prstGeom>
          <a:noFill/>
          <a:ln w="8255">
            <a:solidFill>
              <a:srgbClr val="8A8A80"/>
            </a:solidFill>
            <a:prstDash val="solid"/>
          </a:ln>
        </p:spPr>
      </p:sp>
      <p:sp>
        <p:nvSpPr>
          <p:cNvPr id="91" name="Shape 89"/>
          <p:cNvSpPr/>
          <p:nvPr/>
        </p:nvSpPr>
        <p:spPr>
          <a:xfrm>
            <a:off x="5311702" y="3136822"/>
            <a:ext cx="0" cy="330192"/>
          </a:xfrm>
          <a:prstGeom prst="line">
            <a:avLst/>
          </a:prstGeom>
          <a:noFill/>
          <a:ln w="8255">
            <a:solidFill>
              <a:srgbClr val="8A8A80"/>
            </a:solidFill>
            <a:prstDash val="solid"/>
          </a:ln>
        </p:spPr>
      </p:sp>
      <p:sp>
        <p:nvSpPr>
          <p:cNvPr id="92" name="Shape 90"/>
          <p:cNvSpPr/>
          <p:nvPr/>
        </p:nvSpPr>
        <p:spPr>
          <a:xfrm>
            <a:off x="5357828" y="3136822"/>
            <a:ext cx="0" cy="330192"/>
          </a:xfrm>
          <a:prstGeom prst="line">
            <a:avLst/>
          </a:prstGeom>
          <a:noFill/>
          <a:ln w="8255">
            <a:solidFill>
              <a:srgbClr val="8A8A80"/>
            </a:solidFill>
            <a:prstDash val="solid"/>
          </a:ln>
        </p:spPr>
      </p:sp>
      <p:sp>
        <p:nvSpPr>
          <p:cNvPr id="93" name="Shape 91"/>
          <p:cNvSpPr/>
          <p:nvPr/>
        </p:nvSpPr>
        <p:spPr>
          <a:xfrm>
            <a:off x="5403955" y="3136822"/>
            <a:ext cx="0" cy="330192"/>
          </a:xfrm>
          <a:prstGeom prst="line">
            <a:avLst/>
          </a:prstGeom>
          <a:noFill/>
          <a:ln w="8255">
            <a:solidFill>
              <a:srgbClr val="8A8A80"/>
            </a:solidFill>
            <a:prstDash val="solid"/>
          </a:ln>
        </p:spPr>
      </p:sp>
      <p:sp>
        <p:nvSpPr>
          <p:cNvPr id="94" name="Shape 92"/>
          <p:cNvSpPr/>
          <p:nvPr/>
        </p:nvSpPr>
        <p:spPr>
          <a:xfrm>
            <a:off x="5450081" y="3136822"/>
            <a:ext cx="0" cy="330192"/>
          </a:xfrm>
          <a:prstGeom prst="line">
            <a:avLst/>
          </a:prstGeom>
          <a:noFill/>
          <a:ln w="8255">
            <a:solidFill>
              <a:srgbClr val="8A8A80"/>
            </a:solidFill>
            <a:prstDash val="solid"/>
          </a:ln>
        </p:spPr>
      </p:sp>
      <p:sp>
        <p:nvSpPr>
          <p:cNvPr id="95" name="Shape 93"/>
          <p:cNvSpPr/>
          <p:nvPr/>
        </p:nvSpPr>
        <p:spPr>
          <a:xfrm>
            <a:off x="5496207" y="3136822"/>
            <a:ext cx="0" cy="330192"/>
          </a:xfrm>
          <a:prstGeom prst="line">
            <a:avLst/>
          </a:prstGeom>
          <a:noFill/>
          <a:ln w="8255">
            <a:solidFill>
              <a:srgbClr val="8A8A80"/>
            </a:solidFill>
            <a:prstDash val="solid"/>
          </a:ln>
        </p:spPr>
      </p:sp>
      <p:sp>
        <p:nvSpPr>
          <p:cNvPr id="96" name="Shape 94"/>
          <p:cNvSpPr/>
          <p:nvPr/>
        </p:nvSpPr>
        <p:spPr>
          <a:xfrm>
            <a:off x="5542333" y="3136822"/>
            <a:ext cx="0" cy="330192"/>
          </a:xfrm>
          <a:prstGeom prst="line">
            <a:avLst/>
          </a:prstGeom>
          <a:noFill/>
          <a:ln w="8255">
            <a:solidFill>
              <a:srgbClr val="8A8A80"/>
            </a:solidFill>
            <a:prstDash val="solid"/>
          </a:ln>
        </p:spPr>
      </p:sp>
      <p:sp>
        <p:nvSpPr>
          <p:cNvPr id="97" name="Shape 95"/>
          <p:cNvSpPr/>
          <p:nvPr/>
        </p:nvSpPr>
        <p:spPr>
          <a:xfrm>
            <a:off x="5588459" y="3136822"/>
            <a:ext cx="0" cy="330192"/>
          </a:xfrm>
          <a:prstGeom prst="line">
            <a:avLst/>
          </a:prstGeom>
          <a:noFill/>
          <a:ln w="8255">
            <a:solidFill>
              <a:srgbClr val="8A8A80"/>
            </a:solidFill>
            <a:prstDash val="solid"/>
          </a:ln>
        </p:spPr>
      </p:sp>
      <p:sp>
        <p:nvSpPr>
          <p:cNvPr id="98" name="Shape 96"/>
          <p:cNvSpPr/>
          <p:nvPr/>
        </p:nvSpPr>
        <p:spPr>
          <a:xfrm>
            <a:off x="5634586" y="3136822"/>
            <a:ext cx="0" cy="330192"/>
          </a:xfrm>
          <a:prstGeom prst="line">
            <a:avLst/>
          </a:prstGeom>
          <a:noFill/>
          <a:ln w="8255">
            <a:solidFill>
              <a:srgbClr val="8A8A80"/>
            </a:solidFill>
            <a:prstDash val="solid"/>
          </a:ln>
        </p:spPr>
      </p:sp>
      <p:sp>
        <p:nvSpPr>
          <p:cNvPr id="99" name="Shape 97"/>
          <p:cNvSpPr/>
          <p:nvPr/>
        </p:nvSpPr>
        <p:spPr>
          <a:xfrm>
            <a:off x="5680712" y="3136822"/>
            <a:ext cx="0" cy="330192"/>
          </a:xfrm>
          <a:prstGeom prst="line">
            <a:avLst/>
          </a:prstGeom>
          <a:noFill/>
          <a:ln w="8255">
            <a:solidFill>
              <a:srgbClr val="8A8A80"/>
            </a:solidFill>
            <a:prstDash val="solid"/>
          </a:ln>
        </p:spPr>
      </p:sp>
      <p:sp>
        <p:nvSpPr>
          <p:cNvPr id="100" name="Shape 98"/>
          <p:cNvSpPr/>
          <p:nvPr/>
        </p:nvSpPr>
        <p:spPr>
          <a:xfrm>
            <a:off x="5726838" y="3136822"/>
            <a:ext cx="0" cy="330192"/>
          </a:xfrm>
          <a:prstGeom prst="line">
            <a:avLst/>
          </a:prstGeom>
          <a:noFill/>
          <a:ln w="8255">
            <a:solidFill>
              <a:srgbClr val="8A8A80"/>
            </a:solidFill>
            <a:prstDash val="solid"/>
          </a:ln>
        </p:spPr>
      </p:sp>
      <p:sp>
        <p:nvSpPr>
          <p:cNvPr id="101" name="Shape 99"/>
          <p:cNvSpPr/>
          <p:nvPr/>
        </p:nvSpPr>
        <p:spPr>
          <a:xfrm>
            <a:off x="5772964" y="3136822"/>
            <a:ext cx="0" cy="330192"/>
          </a:xfrm>
          <a:prstGeom prst="line">
            <a:avLst/>
          </a:prstGeom>
          <a:noFill/>
          <a:ln w="8255">
            <a:solidFill>
              <a:srgbClr val="8A8A80"/>
            </a:solidFill>
            <a:prstDash val="solid"/>
          </a:ln>
        </p:spPr>
      </p:sp>
      <p:sp>
        <p:nvSpPr>
          <p:cNvPr id="102" name="Shape 100"/>
          <p:cNvSpPr/>
          <p:nvPr/>
        </p:nvSpPr>
        <p:spPr>
          <a:xfrm>
            <a:off x="5819090" y="3136822"/>
            <a:ext cx="0" cy="330192"/>
          </a:xfrm>
          <a:prstGeom prst="line">
            <a:avLst/>
          </a:prstGeom>
          <a:noFill/>
          <a:ln w="8255">
            <a:solidFill>
              <a:srgbClr val="8A8A80"/>
            </a:solidFill>
            <a:prstDash val="solid"/>
          </a:ln>
        </p:spPr>
      </p:sp>
      <p:sp>
        <p:nvSpPr>
          <p:cNvPr id="103" name="Shape 101"/>
          <p:cNvSpPr/>
          <p:nvPr/>
        </p:nvSpPr>
        <p:spPr>
          <a:xfrm>
            <a:off x="5865217" y="3136822"/>
            <a:ext cx="0" cy="330192"/>
          </a:xfrm>
          <a:prstGeom prst="line">
            <a:avLst/>
          </a:prstGeom>
          <a:noFill/>
          <a:ln w="8255">
            <a:solidFill>
              <a:srgbClr val="8A8A80"/>
            </a:solidFill>
            <a:prstDash val="solid"/>
          </a:ln>
        </p:spPr>
      </p:sp>
      <p:sp>
        <p:nvSpPr>
          <p:cNvPr id="104" name="Shape 102"/>
          <p:cNvSpPr/>
          <p:nvPr/>
        </p:nvSpPr>
        <p:spPr>
          <a:xfrm>
            <a:off x="5911343" y="3136822"/>
            <a:ext cx="0" cy="330192"/>
          </a:xfrm>
          <a:prstGeom prst="line">
            <a:avLst/>
          </a:prstGeom>
          <a:noFill/>
          <a:ln w="8255">
            <a:solidFill>
              <a:srgbClr val="8A8A80"/>
            </a:solidFill>
            <a:prstDash val="solid"/>
          </a:ln>
        </p:spPr>
      </p:sp>
      <p:sp>
        <p:nvSpPr>
          <p:cNvPr id="105" name="Shape 103"/>
          <p:cNvSpPr/>
          <p:nvPr/>
        </p:nvSpPr>
        <p:spPr>
          <a:xfrm>
            <a:off x="5957469" y="3136822"/>
            <a:ext cx="0" cy="330192"/>
          </a:xfrm>
          <a:prstGeom prst="line">
            <a:avLst/>
          </a:prstGeom>
          <a:noFill/>
          <a:ln w="8255">
            <a:solidFill>
              <a:srgbClr val="8A8A80"/>
            </a:solidFill>
            <a:prstDash val="solid"/>
          </a:ln>
        </p:spPr>
      </p:sp>
      <p:sp>
        <p:nvSpPr>
          <p:cNvPr id="106" name="Shape 104"/>
          <p:cNvSpPr/>
          <p:nvPr/>
        </p:nvSpPr>
        <p:spPr>
          <a:xfrm>
            <a:off x="6003595" y="3136822"/>
            <a:ext cx="0" cy="330192"/>
          </a:xfrm>
          <a:prstGeom prst="line">
            <a:avLst/>
          </a:prstGeom>
          <a:noFill/>
          <a:ln w="8255">
            <a:solidFill>
              <a:srgbClr val="8A8A80"/>
            </a:solidFill>
            <a:prstDash val="solid"/>
          </a:ln>
        </p:spPr>
      </p:sp>
      <p:sp>
        <p:nvSpPr>
          <p:cNvPr id="107" name="Shape 105"/>
          <p:cNvSpPr/>
          <p:nvPr/>
        </p:nvSpPr>
        <p:spPr>
          <a:xfrm>
            <a:off x="6049721" y="3136822"/>
            <a:ext cx="0" cy="330192"/>
          </a:xfrm>
          <a:prstGeom prst="line">
            <a:avLst/>
          </a:prstGeom>
          <a:noFill/>
          <a:ln w="8255">
            <a:solidFill>
              <a:srgbClr val="8A8A80"/>
            </a:solidFill>
            <a:prstDash val="solid"/>
          </a:ln>
        </p:spPr>
      </p:sp>
      <p:sp>
        <p:nvSpPr>
          <p:cNvPr id="108" name="Shape 106"/>
          <p:cNvSpPr/>
          <p:nvPr/>
        </p:nvSpPr>
        <p:spPr>
          <a:xfrm>
            <a:off x="6095848" y="3136822"/>
            <a:ext cx="0" cy="330192"/>
          </a:xfrm>
          <a:prstGeom prst="line">
            <a:avLst/>
          </a:prstGeom>
          <a:noFill/>
          <a:ln w="8255">
            <a:solidFill>
              <a:srgbClr val="8A8A80"/>
            </a:solidFill>
            <a:prstDash val="solid"/>
          </a:ln>
        </p:spPr>
      </p:sp>
      <p:sp>
        <p:nvSpPr>
          <p:cNvPr id="109" name="Shape 107"/>
          <p:cNvSpPr/>
          <p:nvPr/>
        </p:nvSpPr>
        <p:spPr>
          <a:xfrm>
            <a:off x="6141974" y="3136822"/>
            <a:ext cx="0" cy="330192"/>
          </a:xfrm>
          <a:prstGeom prst="line">
            <a:avLst/>
          </a:prstGeom>
          <a:noFill/>
          <a:ln w="8255">
            <a:solidFill>
              <a:srgbClr val="8A8A80"/>
            </a:solidFill>
            <a:prstDash val="solid"/>
          </a:ln>
        </p:spPr>
      </p:sp>
      <p:sp>
        <p:nvSpPr>
          <p:cNvPr id="110" name="Shape 108"/>
          <p:cNvSpPr/>
          <p:nvPr/>
        </p:nvSpPr>
        <p:spPr>
          <a:xfrm>
            <a:off x="6188100" y="3136822"/>
            <a:ext cx="0" cy="330192"/>
          </a:xfrm>
          <a:prstGeom prst="line">
            <a:avLst/>
          </a:prstGeom>
          <a:noFill/>
          <a:ln w="8255">
            <a:solidFill>
              <a:srgbClr val="8A8A80"/>
            </a:solidFill>
            <a:prstDash val="solid"/>
          </a:ln>
        </p:spPr>
      </p:sp>
      <p:sp>
        <p:nvSpPr>
          <p:cNvPr id="111" name="Shape 109"/>
          <p:cNvSpPr/>
          <p:nvPr/>
        </p:nvSpPr>
        <p:spPr>
          <a:xfrm>
            <a:off x="6234226" y="3136822"/>
            <a:ext cx="0" cy="330192"/>
          </a:xfrm>
          <a:prstGeom prst="line">
            <a:avLst/>
          </a:prstGeom>
          <a:noFill/>
          <a:ln w="8255">
            <a:solidFill>
              <a:srgbClr val="8A8A80"/>
            </a:solidFill>
            <a:prstDash val="solid"/>
          </a:ln>
        </p:spPr>
      </p:sp>
      <p:sp>
        <p:nvSpPr>
          <p:cNvPr id="112" name="Shape 110"/>
          <p:cNvSpPr/>
          <p:nvPr/>
        </p:nvSpPr>
        <p:spPr>
          <a:xfrm>
            <a:off x="6280352" y="3136822"/>
            <a:ext cx="0" cy="330192"/>
          </a:xfrm>
          <a:prstGeom prst="line">
            <a:avLst/>
          </a:prstGeom>
          <a:noFill/>
          <a:ln w="8255">
            <a:solidFill>
              <a:srgbClr val="8A8A80"/>
            </a:solidFill>
            <a:prstDash val="solid"/>
          </a:ln>
        </p:spPr>
      </p:sp>
      <p:sp>
        <p:nvSpPr>
          <p:cNvPr id="113" name="Shape 111"/>
          <p:cNvSpPr/>
          <p:nvPr/>
        </p:nvSpPr>
        <p:spPr>
          <a:xfrm>
            <a:off x="6326479" y="3136822"/>
            <a:ext cx="0" cy="330192"/>
          </a:xfrm>
          <a:prstGeom prst="line">
            <a:avLst/>
          </a:prstGeom>
          <a:noFill/>
          <a:ln w="8255">
            <a:solidFill>
              <a:srgbClr val="8A8A80"/>
            </a:solidFill>
            <a:prstDash val="solid"/>
          </a:ln>
        </p:spPr>
      </p:sp>
      <p:sp>
        <p:nvSpPr>
          <p:cNvPr id="114" name="Shape 112"/>
          <p:cNvSpPr/>
          <p:nvPr/>
        </p:nvSpPr>
        <p:spPr>
          <a:xfrm>
            <a:off x="6372605" y="3136822"/>
            <a:ext cx="0" cy="330192"/>
          </a:xfrm>
          <a:prstGeom prst="line">
            <a:avLst/>
          </a:prstGeom>
          <a:noFill/>
          <a:ln w="8255">
            <a:solidFill>
              <a:srgbClr val="8A8A80"/>
            </a:solidFill>
            <a:prstDash val="solid"/>
          </a:ln>
        </p:spPr>
      </p:sp>
      <p:sp>
        <p:nvSpPr>
          <p:cNvPr id="115" name="Shape 113"/>
          <p:cNvSpPr/>
          <p:nvPr/>
        </p:nvSpPr>
        <p:spPr>
          <a:xfrm>
            <a:off x="6418731" y="3136822"/>
            <a:ext cx="0" cy="330192"/>
          </a:xfrm>
          <a:prstGeom prst="line">
            <a:avLst/>
          </a:prstGeom>
          <a:noFill/>
          <a:ln w="8255">
            <a:solidFill>
              <a:srgbClr val="8A8A80"/>
            </a:solidFill>
            <a:prstDash val="solid"/>
          </a:ln>
        </p:spPr>
      </p:sp>
      <p:sp>
        <p:nvSpPr>
          <p:cNvPr id="116" name="Shape 114"/>
          <p:cNvSpPr/>
          <p:nvPr/>
        </p:nvSpPr>
        <p:spPr>
          <a:xfrm>
            <a:off x="6464857" y="3136822"/>
            <a:ext cx="0" cy="330192"/>
          </a:xfrm>
          <a:prstGeom prst="line">
            <a:avLst/>
          </a:prstGeom>
          <a:noFill/>
          <a:ln w="8255">
            <a:solidFill>
              <a:srgbClr val="8A8A80"/>
            </a:solidFill>
            <a:prstDash val="solid"/>
          </a:ln>
        </p:spPr>
      </p:sp>
      <p:sp>
        <p:nvSpPr>
          <p:cNvPr id="117" name="Shape 115"/>
          <p:cNvSpPr/>
          <p:nvPr/>
        </p:nvSpPr>
        <p:spPr>
          <a:xfrm>
            <a:off x="6510983" y="3136822"/>
            <a:ext cx="0" cy="330192"/>
          </a:xfrm>
          <a:prstGeom prst="line">
            <a:avLst/>
          </a:prstGeom>
          <a:noFill/>
          <a:ln w="8255">
            <a:solidFill>
              <a:srgbClr val="8A8A80"/>
            </a:solidFill>
            <a:prstDash val="solid"/>
          </a:ln>
        </p:spPr>
      </p:sp>
      <p:sp>
        <p:nvSpPr>
          <p:cNvPr id="118" name="Shape 116"/>
          <p:cNvSpPr/>
          <p:nvPr/>
        </p:nvSpPr>
        <p:spPr>
          <a:xfrm>
            <a:off x="6557110" y="3136822"/>
            <a:ext cx="0" cy="330192"/>
          </a:xfrm>
          <a:prstGeom prst="line">
            <a:avLst/>
          </a:prstGeom>
          <a:noFill/>
          <a:ln w="8255">
            <a:solidFill>
              <a:srgbClr val="8A8A80"/>
            </a:solidFill>
            <a:prstDash val="solid"/>
          </a:ln>
        </p:spPr>
      </p:sp>
      <p:sp>
        <p:nvSpPr>
          <p:cNvPr id="119" name="Shape 117"/>
          <p:cNvSpPr/>
          <p:nvPr/>
        </p:nvSpPr>
        <p:spPr>
          <a:xfrm>
            <a:off x="6603236" y="3136822"/>
            <a:ext cx="0" cy="330192"/>
          </a:xfrm>
          <a:prstGeom prst="line">
            <a:avLst/>
          </a:prstGeom>
          <a:noFill/>
          <a:ln w="8255">
            <a:solidFill>
              <a:srgbClr val="8A8A80"/>
            </a:solidFill>
            <a:prstDash val="solid"/>
          </a:ln>
        </p:spPr>
      </p:sp>
      <p:sp>
        <p:nvSpPr>
          <p:cNvPr id="120" name="Shape 118"/>
          <p:cNvSpPr/>
          <p:nvPr/>
        </p:nvSpPr>
        <p:spPr>
          <a:xfrm>
            <a:off x="6649362" y="3136822"/>
            <a:ext cx="0" cy="330192"/>
          </a:xfrm>
          <a:prstGeom prst="line">
            <a:avLst/>
          </a:prstGeom>
          <a:noFill/>
          <a:ln w="8255">
            <a:solidFill>
              <a:srgbClr val="8A8A80"/>
            </a:solidFill>
            <a:prstDash val="solid"/>
          </a:ln>
        </p:spPr>
      </p:sp>
      <p:sp>
        <p:nvSpPr>
          <p:cNvPr id="121" name="Shape 119"/>
          <p:cNvSpPr/>
          <p:nvPr/>
        </p:nvSpPr>
        <p:spPr>
          <a:xfrm>
            <a:off x="6695488" y="3136822"/>
            <a:ext cx="0" cy="330192"/>
          </a:xfrm>
          <a:prstGeom prst="line">
            <a:avLst/>
          </a:prstGeom>
          <a:noFill/>
          <a:ln w="8255">
            <a:solidFill>
              <a:srgbClr val="8A8A80"/>
            </a:solidFill>
            <a:prstDash val="solid"/>
          </a:ln>
        </p:spPr>
      </p:sp>
      <p:sp>
        <p:nvSpPr>
          <p:cNvPr id="122" name="Shape 120"/>
          <p:cNvSpPr/>
          <p:nvPr/>
        </p:nvSpPr>
        <p:spPr>
          <a:xfrm>
            <a:off x="6741614" y="3136822"/>
            <a:ext cx="0" cy="330192"/>
          </a:xfrm>
          <a:prstGeom prst="line">
            <a:avLst/>
          </a:prstGeom>
          <a:noFill/>
          <a:ln w="8255">
            <a:solidFill>
              <a:srgbClr val="8A8A80"/>
            </a:solidFill>
            <a:prstDash val="solid"/>
          </a:ln>
        </p:spPr>
      </p:sp>
      <p:sp>
        <p:nvSpPr>
          <p:cNvPr id="123" name="Shape 121"/>
          <p:cNvSpPr/>
          <p:nvPr/>
        </p:nvSpPr>
        <p:spPr>
          <a:xfrm>
            <a:off x="6787741" y="3136822"/>
            <a:ext cx="0" cy="330192"/>
          </a:xfrm>
          <a:prstGeom prst="line">
            <a:avLst/>
          </a:prstGeom>
          <a:noFill/>
          <a:ln w="8255">
            <a:solidFill>
              <a:srgbClr val="8A8A80"/>
            </a:solidFill>
            <a:prstDash val="solid"/>
          </a:ln>
        </p:spPr>
      </p:sp>
      <p:sp>
        <p:nvSpPr>
          <p:cNvPr id="124" name="Shape 122"/>
          <p:cNvSpPr/>
          <p:nvPr/>
        </p:nvSpPr>
        <p:spPr>
          <a:xfrm>
            <a:off x="6833867" y="3136822"/>
            <a:ext cx="0" cy="330192"/>
          </a:xfrm>
          <a:prstGeom prst="line">
            <a:avLst/>
          </a:prstGeom>
          <a:noFill/>
          <a:ln w="8255">
            <a:solidFill>
              <a:srgbClr val="8A8A80"/>
            </a:solidFill>
            <a:prstDash val="solid"/>
          </a:ln>
        </p:spPr>
      </p:sp>
      <p:sp>
        <p:nvSpPr>
          <p:cNvPr id="125" name="Shape 123"/>
          <p:cNvSpPr/>
          <p:nvPr/>
        </p:nvSpPr>
        <p:spPr>
          <a:xfrm>
            <a:off x="6879993" y="3136822"/>
            <a:ext cx="0" cy="330192"/>
          </a:xfrm>
          <a:prstGeom prst="line">
            <a:avLst/>
          </a:prstGeom>
          <a:noFill/>
          <a:ln w="8255">
            <a:solidFill>
              <a:srgbClr val="8A8A80"/>
            </a:solidFill>
            <a:prstDash val="solid"/>
          </a:ln>
        </p:spPr>
      </p:sp>
      <p:sp>
        <p:nvSpPr>
          <p:cNvPr id="126" name="Shape 124"/>
          <p:cNvSpPr/>
          <p:nvPr/>
        </p:nvSpPr>
        <p:spPr>
          <a:xfrm>
            <a:off x="6926119" y="3136822"/>
            <a:ext cx="0" cy="330192"/>
          </a:xfrm>
          <a:prstGeom prst="line">
            <a:avLst/>
          </a:prstGeom>
          <a:noFill/>
          <a:ln w="8255">
            <a:solidFill>
              <a:srgbClr val="8A8A80"/>
            </a:solidFill>
            <a:prstDash val="solid"/>
          </a:ln>
        </p:spPr>
      </p:sp>
      <p:sp>
        <p:nvSpPr>
          <p:cNvPr id="127" name="Shape 125"/>
          <p:cNvSpPr/>
          <p:nvPr/>
        </p:nvSpPr>
        <p:spPr>
          <a:xfrm>
            <a:off x="6972246" y="3136822"/>
            <a:ext cx="0" cy="330192"/>
          </a:xfrm>
          <a:prstGeom prst="line">
            <a:avLst/>
          </a:prstGeom>
          <a:noFill/>
          <a:ln w="8255">
            <a:solidFill>
              <a:srgbClr val="8A8A80"/>
            </a:solidFill>
            <a:prstDash val="solid"/>
          </a:ln>
        </p:spPr>
      </p:sp>
      <p:sp>
        <p:nvSpPr>
          <p:cNvPr id="128" name="Shape 126"/>
          <p:cNvSpPr/>
          <p:nvPr/>
        </p:nvSpPr>
        <p:spPr>
          <a:xfrm>
            <a:off x="7018372" y="3136822"/>
            <a:ext cx="0" cy="330192"/>
          </a:xfrm>
          <a:prstGeom prst="line">
            <a:avLst/>
          </a:prstGeom>
          <a:noFill/>
          <a:ln w="8255">
            <a:solidFill>
              <a:srgbClr val="8A8A80"/>
            </a:solidFill>
            <a:prstDash val="solid"/>
          </a:ln>
        </p:spPr>
      </p:sp>
      <p:sp>
        <p:nvSpPr>
          <p:cNvPr id="129" name="Shape 127"/>
          <p:cNvSpPr/>
          <p:nvPr/>
        </p:nvSpPr>
        <p:spPr>
          <a:xfrm>
            <a:off x="7064498" y="3136822"/>
            <a:ext cx="0" cy="330192"/>
          </a:xfrm>
          <a:prstGeom prst="line">
            <a:avLst/>
          </a:prstGeom>
          <a:noFill/>
          <a:ln w="8255">
            <a:solidFill>
              <a:srgbClr val="8A8A80"/>
            </a:solidFill>
            <a:prstDash val="solid"/>
          </a:ln>
        </p:spPr>
      </p:sp>
      <p:sp>
        <p:nvSpPr>
          <p:cNvPr id="130" name="Shape 128"/>
          <p:cNvSpPr/>
          <p:nvPr/>
        </p:nvSpPr>
        <p:spPr>
          <a:xfrm>
            <a:off x="7110624" y="3136822"/>
            <a:ext cx="0" cy="330192"/>
          </a:xfrm>
          <a:prstGeom prst="line">
            <a:avLst/>
          </a:prstGeom>
          <a:noFill/>
          <a:ln w="8255">
            <a:solidFill>
              <a:srgbClr val="8A8A80"/>
            </a:solidFill>
            <a:prstDash val="solid"/>
          </a:ln>
        </p:spPr>
      </p:sp>
      <p:sp>
        <p:nvSpPr>
          <p:cNvPr id="131" name="Shape 129"/>
          <p:cNvSpPr/>
          <p:nvPr/>
        </p:nvSpPr>
        <p:spPr>
          <a:xfrm>
            <a:off x="7156750" y="3136822"/>
            <a:ext cx="0" cy="330192"/>
          </a:xfrm>
          <a:prstGeom prst="line">
            <a:avLst/>
          </a:prstGeom>
          <a:noFill/>
          <a:ln w="8255">
            <a:solidFill>
              <a:srgbClr val="8A8A80"/>
            </a:solidFill>
            <a:prstDash val="solid"/>
          </a:ln>
        </p:spPr>
      </p:sp>
      <p:sp>
        <p:nvSpPr>
          <p:cNvPr id="132" name="Shape 130"/>
          <p:cNvSpPr/>
          <p:nvPr/>
        </p:nvSpPr>
        <p:spPr>
          <a:xfrm>
            <a:off x="7202877" y="3136822"/>
            <a:ext cx="0" cy="330192"/>
          </a:xfrm>
          <a:prstGeom prst="line">
            <a:avLst/>
          </a:prstGeom>
          <a:noFill/>
          <a:ln w="8255">
            <a:solidFill>
              <a:srgbClr val="8A8A80"/>
            </a:solidFill>
            <a:prstDash val="solid"/>
          </a:ln>
        </p:spPr>
      </p:sp>
      <p:sp>
        <p:nvSpPr>
          <p:cNvPr id="133" name="Shape 131"/>
          <p:cNvSpPr/>
          <p:nvPr/>
        </p:nvSpPr>
        <p:spPr>
          <a:xfrm>
            <a:off x="7249003" y="3136822"/>
            <a:ext cx="0" cy="330192"/>
          </a:xfrm>
          <a:prstGeom prst="line">
            <a:avLst/>
          </a:prstGeom>
          <a:noFill/>
          <a:ln w="8255">
            <a:solidFill>
              <a:srgbClr val="8A8A80"/>
            </a:solidFill>
            <a:prstDash val="solid"/>
          </a:ln>
        </p:spPr>
      </p:sp>
      <p:sp>
        <p:nvSpPr>
          <p:cNvPr id="134" name="Shape 132"/>
          <p:cNvSpPr/>
          <p:nvPr/>
        </p:nvSpPr>
        <p:spPr>
          <a:xfrm>
            <a:off x="7295129" y="3136822"/>
            <a:ext cx="0" cy="330192"/>
          </a:xfrm>
          <a:prstGeom prst="line">
            <a:avLst/>
          </a:prstGeom>
          <a:noFill/>
          <a:ln w="8255">
            <a:solidFill>
              <a:srgbClr val="8A8A80"/>
            </a:solidFill>
            <a:prstDash val="solid"/>
          </a:ln>
        </p:spPr>
      </p:sp>
      <p:sp>
        <p:nvSpPr>
          <p:cNvPr id="135" name="Shape 133"/>
          <p:cNvSpPr/>
          <p:nvPr/>
        </p:nvSpPr>
        <p:spPr>
          <a:xfrm>
            <a:off x="7341255" y="3136822"/>
            <a:ext cx="0" cy="330192"/>
          </a:xfrm>
          <a:prstGeom prst="line">
            <a:avLst/>
          </a:prstGeom>
          <a:noFill/>
          <a:ln w="8255">
            <a:solidFill>
              <a:srgbClr val="8A8A80"/>
            </a:solidFill>
            <a:prstDash val="solid"/>
          </a:ln>
        </p:spPr>
      </p:sp>
      <p:sp>
        <p:nvSpPr>
          <p:cNvPr id="136" name="Shape 134"/>
          <p:cNvSpPr/>
          <p:nvPr/>
        </p:nvSpPr>
        <p:spPr>
          <a:xfrm>
            <a:off x="7387381" y="3136822"/>
            <a:ext cx="0" cy="330192"/>
          </a:xfrm>
          <a:prstGeom prst="line">
            <a:avLst/>
          </a:prstGeom>
          <a:noFill/>
          <a:ln w="8255">
            <a:solidFill>
              <a:srgbClr val="8A8A80"/>
            </a:solidFill>
            <a:prstDash val="solid"/>
          </a:ln>
        </p:spPr>
      </p:sp>
      <p:sp>
        <p:nvSpPr>
          <p:cNvPr id="137" name="Shape 135"/>
          <p:cNvSpPr/>
          <p:nvPr/>
        </p:nvSpPr>
        <p:spPr>
          <a:xfrm>
            <a:off x="7433508" y="3136822"/>
            <a:ext cx="0" cy="330192"/>
          </a:xfrm>
          <a:prstGeom prst="line">
            <a:avLst/>
          </a:prstGeom>
          <a:noFill/>
          <a:ln w="8255">
            <a:solidFill>
              <a:srgbClr val="8A8A80"/>
            </a:solidFill>
            <a:prstDash val="solid"/>
          </a:ln>
        </p:spPr>
      </p:sp>
      <p:sp>
        <p:nvSpPr>
          <p:cNvPr id="138" name="Shape 136"/>
          <p:cNvSpPr/>
          <p:nvPr/>
        </p:nvSpPr>
        <p:spPr>
          <a:xfrm>
            <a:off x="7479634" y="3136822"/>
            <a:ext cx="0" cy="330192"/>
          </a:xfrm>
          <a:prstGeom prst="line">
            <a:avLst/>
          </a:prstGeom>
          <a:noFill/>
          <a:ln w="8255">
            <a:solidFill>
              <a:srgbClr val="8A8A80"/>
            </a:solidFill>
            <a:prstDash val="solid"/>
          </a:ln>
        </p:spPr>
      </p:sp>
      <p:sp>
        <p:nvSpPr>
          <p:cNvPr id="139" name="Shape 137"/>
          <p:cNvSpPr/>
          <p:nvPr/>
        </p:nvSpPr>
        <p:spPr>
          <a:xfrm>
            <a:off x="7525760" y="3136822"/>
            <a:ext cx="0" cy="330192"/>
          </a:xfrm>
          <a:prstGeom prst="line">
            <a:avLst/>
          </a:prstGeom>
          <a:noFill/>
          <a:ln w="8255">
            <a:solidFill>
              <a:srgbClr val="8A8A80"/>
            </a:solidFill>
            <a:prstDash val="solid"/>
          </a:ln>
        </p:spPr>
      </p:sp>
      <p:sp>
        <p:nvSpPr>
          <p:cNvPr id="140" name="Shape 138"/>
          <p:cNvSpPr/>
          <p:nvPr/>
        </p:nvSpPr>
        <p:spPr>
          <a:xfrm>
            <a:off x="7571886" y="3136822"/>
            <a:ext cx="0" cy="330192"/>
          </a:xfrm>
          <a:prstGeom prst="line">
            <a:avLst/>
          </a:prstGeom>
          <a:noFill/>
          <a:ln w="8255">
            <a:solidFill>
              <a:srgbClr val="8A8A80"/>
            </a:solidFill>
            <a:prstDash val="solid"/>
          </a:ln>
        </p:spPr>
      </p:sp>
      <p:sp>
        <p:nvSpPr>
          <p:cNvPr id="141" name="Shape 139"/>
          <p:cNvSpPr/>
          <p:nvPr/>
        </p:nvSpPr>
        <p:spPr>
          <a:xfrm>
            <a:off x="7618012" y="3136822"/>
            <a:ext cx="0" cy="330192"/>
          </a:xfrm>
          <a:prstGeom prst="line">
            <a:avLst/>
          </a:prstGeom>
          <a:noFill/>
          <a:ln w="8255">
            <a:solidFill>
              <a:srgbClr val="8A8A80"/>
            </a:solidFill>
            <a:prstDash val="solid"/>
          </a:ln>
        </p:spPr>
      </p:sp>
      <p:sp>
        <p:nvSpPr>
          <p:cNvPr id="142" name="Shape 140"/>
          <p:cNvSpPr/>
          <p:nvPr/>
        </p:nvSpPr>
        <p:spPr>
          <a:xfrm>
            <a:off x="7664139" y="3136822"/>
            <a:ext cx="0" cy="330192"/>
          </a:xfrm>
          <a:prstGeom prst="line">
            <a:avLst/>
          </a:prstGeom>
          <a:noFill/>
          <a:ln w="8255">
            <a:solidFill>
              <a:srgbClr val="8A8A80"/>
            </a:solidFill>
            <a:prstDash val="solid"/>
          </a:ln>
        </p:spPr>
      </p:sp>
      <p:sp>
        <p:nvSpPr>
          <p:cNvPr id="143" name="Shape 141"/>
          <p:cNvSpPr/>
          <p:nvPr/>
        </p:nvSpPr>
        <p:spPr>
          <a:xfrm>
            <a:off x="7710265" y="3136822"/>
            <a:ext cx="0" cy="330192"/>
          </a:xfrm>
          <a:prstGeom prst="line">
            <a:avLst/>
          </a:prstGeom>
          <a:noFill/>
          <a:ln w="8255">
            <a:solidFill>
              <a:srgbClr val="8A8A80"/>
            </a:solidFill>
            <a:prstDash val="solid"/>
          </a:ln>
        </p:spPr>
      </p:sp>
      <p:sp>
        <p:nvSpPr>
          <p:cNvPr id="144" name="Shape 142"/>
          <p:cNvSpPr/>
          <p:nvPr/>
        </p:nvSpPr>
        <p:spPr>
          <a:xfrm>
            <a:off x="7756391" y="3136822"/>
            <a:ext cx="0" cy="330192"/>
          </a:xfrm>
          <a:prstGeom prst="line">
            <a:avLst/>
          </a:prstGeom>
          <a:noFill/>
          <a:ln w="8255">
            <a:solidFill>
              <a:srgbClr val="8A8A80"/>
            </a:solidFill>
            <a:prstDash val="solid"/>
          </a:ln>
        </p:spPr>
      </p:sp>
      <p:sp>
        <p:nvSpPr>
          <p:cNvPr id="145" name="Shape 143"/>
          <p:cNvSpPr/>
          <p:nvPr/>
        </p:nvSpPr>
        <p:spPr>
          <a:xfrm>
            <a:off x="7802517" y="3136822"/>
            <a:ext cx="0" cy="330192"/>
          </a:xfrm>
          <a:prstGeom prst="line">
            <a:avLst/>
          </a:prstGeom>
          <a:noFill/>
          <a:ln w="8255">
            <a:solidFill>
              <a:srgbClr val="8A8A80"/>
            </a:solidFill>
            <a:prstDash val="solid"/>
          </a:ln>
        </p:spPr>
      </p:sp>
      <p:sp>
        <p:nvSpPr>
          <p:cNvPr id="146" name="Shape 144"/>
          <p:cNvSpPr/>
          <p:nvPr/>
        </p:nvSpPr>
        <p:spPr>
          <a:xfrm>
            <a:off x="7848643" y="3136822"/>
            <a:ext cx="0" cy="330192"/>
          </a:xfrm>
          <a:prstGeom prst="line">
            <a:avLst/>
          </a:prstGeom>
          <a:noFill/>
          <a:ln w="8255">
            <a:solidFill>
              <a:srgbClr val="8A8A80"/>
            </a:solidFill>
            <a:prstDash val="solid"/>
          </a:ln>
        </p:spPr>
      </p:sp>
      <p:sp>
        <p:nvSpPr>
          <p:cNvPr id="147" name="Shape 145"/>
          <p:cNvSpPr/>
          <p:nvPr/>
        </p:nvSpPr>
        <p:spPr>
          <a:xfrm>
            <a:off x="7894770" y="3136822"/>
            <a:ext cx="0" cy="330192"/>
          </a:xfrm>
          <a:prstGeom prst="line">
            <a:avLst/>
          </a:prstGeom>
          <a:noFill/>
          <a:ln w="8255">
            <a:solidFill>
              <a:srgbClr val="8A8A80"/>
            </a:solidFill>
            <a:prstDash val="solid"/>
          </a:ln>
        </p:spPr>
      </p:sp>
      <p:sp>
        <p:nvSpPr>
          <p:cNvPr id="148" name="Shape 146"/>
          <p:cNvSpPr/>
          <p:nvPr/>
        </p:nvSpPr>
        <p:spPr>
          <a:xfrm>
            <a:off x="7940896" y="3136822"/>
            <a:ext cx="0" cy="330192"/>
          </a:xfrm>
          <a:prstGeom prst="line">
            <a:avLst/>
          </a:prstGeom>
          <a:noFill/>
          <a:ln w="8255">
            <a:solidFill>
              <a:srgbClr val="8A8A80"/>
            </a:solidFill>
            <a:prstDash val="solid"/>
          </a:ln>
        </p:spPr>
      </p:sp>
      <p:sp>
        <p:nvSpPr>
          <p:cNvPr id="149" name="Shape 147"/>
          <p:cNvSpPr/>
          <p:nvPr/>
        </p:nvSpPr>
        <p:spPr>
          <a:xfrm>
            <a:off x="7987022" y="3136822"/>
            <a:ext cx="0" cy="330192"/>
          </a:xfrm>
          <a:prstGeom prst="line">
            <a:avLst/>
          </a:prstGeom>
          <a:noFill/>
          <a:ln w="8255">
            <a:solidFill>
              <a:srgbClr val="8A8A80"/>
            </a:solidFill>
            <a:prstDash val="solid"/>
          </a:ln>
        </p:spPr>
      </p:sp>
      <p:sp>
        <p:nvSpPr>
          <p:cNvPr id="150" name="Shape 148"/>
          <p:cNvSpPr/>
          <p:nvPr/>
        </p:nvSpPr>
        <p:spPr>
          <a:xfrm>
            <a:off x="8033148" y="3136822"/>
            <a:ext cx="0" cy="330192"/>
          </a:xfrm>
          <a:prstGeom prst="line">
            <a:avLst/>
          </a:prstGeom>
          <a:noFill/>
          <a:ln w="8255">
            <a:solidFill>
              <a:srgbClr val="8A8A80"/>
            </a:solidFill>
            <a:prstDash val="solid"/>
          </a:ln>
        </p:spPr>
      </p:sp>
      <p:sp>
        <p:nvSpPr>
          <p:cNvPr id="151" name="Shape 149"/>
          <p:cNvSpPr/>
          <p:nvPr/>
        </p:nvSpPr>
        <p:spPr>
          <a:xfrm>
            <a:off x="8079274" y="3136822"/>
            <a:ext cx="0" cy="330192"/>
          </a:xfrm>
          <a:prstGeom prst="line">
            <a:avLst/>
          </a:prstGeom>
          <a:noFill/>
          <a:ln w="8255">
            <a:solidFill>
              <a:srgbClr val="8A8A80"/>
            </a:solidFill>
            <a:prstDash val="solid"/>
          </a:ln>
        </p:spPr>
      </p:sp>
      <p:sp>
        <p:nvSpPr>
          <p:cNvPr id="152" name="Shape 150"/>
          <p:cNvSpPr/>
          <p:nvPr/>
        </p:nvSpPr>
        <p:spPr>
          <a:xfrm>
            <a:off x="8125401" y="3136822"/>
            <a:ext cx="0" cy="330192"/>
          </a:xfrm>
          <a:prstGeom prst="line">
            <a:avLst/>
          </a:prstGeom>
          <a:noFill/>
          <a:ln w="8255">
            <a:solidFill>
              <a:srgbClr val="8A8A80"/>
            </a:solidFill>
            <a:prstDash val="solid"/>
          </a:ln>
        </p:spPr>
      </p:sp>
      <p:sp>
        <p:nvSpPr>
          <p:cNvPr id="153" name="Shape 151"/>
          <p:cNvSpPr/>
          <p:nvPr/>
        </p:nvSpPr>
        <p:spPr>
          <a:xfrm>
            <a:off x="8171527" y="3136822"/>
            <a:ext cx="0" cy="330192"/>
          </a:xfrm>
          <a:prstGeom prst="line">
            <a:avLst/>
          </a:prstGeom>
          <a:noFill/>
          <a:ln w="8255">
            <a:solidFill>
              <a:srgbClr val="8A8A80"/>
            </a:solidFill>
            <a:prstDash val="solid"/>
          </a:ln>
        </p:spPr>
      </p:sp>
      <p:sp>
        <p:nvSpPr>
          <p:cNvPr id="154" name="Shape 152"/>
          <p:cNvSpPr/>
          <p:nvPr/>
        </p:nvSpPr>
        <p:spPr>
          <a:xfrm>
            <a:off x="8217653" y="3136822"/>
            <a:ext cx="0" cy="330192"/>
          </a:xfrm>
          <a:prstGeom prst="line">
            <a:avLst/>
          </a:prstGeom>
          <a:noFill/>
          <a:ln w="8255">
            <a:solidFill>
              <a:srgbClr val="8A8A80"/>
            </a:solidFill>
            <a:prstDash val="solid"/>
          </a:ln>
        </p:spPr>
      </p:sp>
      <p:sp>
        <p:nvSpPr>
          <p:cNvPr id="155" name="Shape 153"/>
          <p:cNvSpPr/>
          <p:nvPr/>
        </p:nvSpPr>
        <p:spPr>
          <a:xfrm>
            <a:off x="8263779" y="3136822"/>
            <a:ext cx="0" cy="330192"/>
          </a:xfrm>
          <a:prstGeom prst="line">
            <a:avLst/>
          </a:prstGeom>
          <a:noFill/>
          <a:ln w="8255">
            <a:solidFill>
              <a:srgbClr val="8A8A80"/>
            </a:solidFill>
            <a:prstDash val="solid"/>
          </a:ln>
        </p:spPr>
      </p:sp>
      <p:sp>
        <p:nvSpPr>
          <p:cNvPr id="156" name="Shape 154"/>
          <p:cNvSpPr/>
          <p:nvPr/>
        </p:nvSpPr>
        <p:spPr>
          <a:xfrm>
            <a:off x="8309905" y="3136822"/>
            <a:ext cx="0" cy="330192"/>
          </a:xfrm>
          <a:prstGeom prst="line">
            <a:avLst/>
          </a:prstGeom>
          <a:noFill/>
          <a:ln w="8255">
            <a:solidFill>
              <a:srgbClr val="8A8A80"/>
            </a:solidFill>
            <a:prstDash val="solid"/>
          </a:ln>
        </p:spPr>
      </p:sp>
      <p:sp>
        <p:nvSpPr>
          <p:cNvPr id="157" name="Shape 155"/>
          <p:cNvSpPr/>
          <p:nvPr/>
        </p:nvSpPr>
        <p:spPr>
          <a:xfrm>
            <a:off x="8356032" y="3136822"/>
            <a:ext cx="0" cy="330192"/>
          </a:xfrm>
          <a:prstGeom prst="line">
            <a:avLst/>
          </a:prstGeom>
          <a:noFill/>
          <a:ln w="8255">
            <a:solidFill>
              <a:srgbClr val="8A8A80"/>
            </a:solidFill>
            <a:prstDash val="solid"/>
          </a:ln>
        </p:spPr>
      </p:sp>
      <p:sp>
        <p:nvSpPr>
          <p:cNvPr id="158" name="Shape 156"/>
          <p:cNvSpPr/>
          <p:nvPr/>
        </p:nvSpPr>
        <p:spPr>
          <a:xfrm>
            <a:off x="8402158" y="3136822"/>
            <a:ext cx="0" cy="330192"/>
          </a:xfrm>
          <a:prstGeom prst="line">
            <a:avLst/>
          </a:prstGeom>
          <a:noFill/>
          <a:ln w="8255">
            <a:solidFill>
              <a:srgbClr val="8A8A80"/>
            </a:solidFill>
            <a:prstDash val="solid"/>
          </a:ln>
        </p:spPr>
      </p:sp>
      <p:sp>
        <p:nvSpPr>
          <p:cNvPr id="159" name="Shape 157"/>
          <p:cNvSpPr/>
          <p:nvPr/>
        </p:nvSpPr>
        <p:spPr>
          <a:xfrm>
            <a:off x="8448284" y="3136822"/>
            <a:ext cx="0" cy="330192"/>
          </a:xfrm>
          <a:prstGeom prst="line">
            <a:avLst/>
          </a:prstGeom>
          <a:noFill/>
          <a:ln w="8255">
            <a:solidFill>
              <a:srgbClr val="8A8A80"/>
            </a:solidFill>
            <a:prstDash val="solid"/>
          </a:ln>
        </p:spPr>
      </p:sp>
      <p:sp>
        <p:nvSpPr>
          <p:cNvPr id="160" name="Shape 158"/>
          <p:cNvSpPr/>
          <p:nvPr/>
        </p:nvSpPr>
        <p:spPr>
          <a:xfrm>
            <a:off x="8494410" y="3136822"/>
            <a:ext cx="0" cy="330192"/>
          </a:xfrm>
          <a:prstGeom prst="line">
            <a:avLst/>
          </a:prstGeom>
          <a:noFill/>
          <a:ln w="8255">
            <a:solidFill>
              <a:srgbClr val="8A8A80"/>
            </a:solidFill>
            <a:prstDash val="solid"/>
          </a:ln>
        </p:spPr>
      </p:sp>
      <p:sp>
        <p:nvSpPr>
          <p:cNvPr id="161" name="Shape 159"/>
          <p:cNvSpPr/>
          <p:nvPr/>
        </p:nvSpPr>
        <p:spPr>
          <a:xfrm>
            <a:off x="8540536" y="3136822"/>
            <a:ext cx="0" cy="330192"/>
          </a:xfrm>
          <a:prstGeom prst="line">
            <a:avLst/>
          </a:prstGeom>
          <a:noFill/>
          <a:ln w="8255">
            <a:solidFill>
              <a:srgbClr val="8A8A80"/>
            </a:solidFill>
            <a:prstDash val="solid"/>
          </a:ln>
        </p:spPr>
      </p:sp>
      <p:sp>
        <p:nvSpPr>
          <p:cNvPr id="162" name="Shape 160"/>
          <p:cNvSpPr/>
          <p:nvPr/>
        </p:nvSpPr>
        <p:spPr>
          <a:xfrm>
            <a:off x="8586663" y="3136822"/>
            <a:ext cx="0" cy="330192"/>
          </a:xfrm>
          <a:prstGeom prst="line">
            <a:avLst/>
          </a:prstGeom>
          <a:noFill/>
          <a:ln w="8255">
            <a:solidFill>
              <a:srgbClr val="8A8A80"/>
            </a:solidFill>
            <a:prstDash val="solid"/>
          </a:ln>
        </p:spPr>
      </p:sp>
      <p:sp>
        <p:nvSpPr>
          <p:cNvPr id="163" name="Shape 161"/>
          <p:cNvSpPr/>
          <p:nvPr/>
        </p:nvSpPr>
        <p:spPr>
          <a:xfrm>
            <a:off x="8632789" y="3136822"/>
            <a:ext cx="0" cy="330192"/>
          </a:xfrm>
          <a:prstGeom prst="line">
            <a:avLst/>
          </a:prstGeom>
          <a:noFill/>
          <a:ln w="8255">
            <a:solidFill>
              <a:srgbClr val="8A8A80"/>
            </a:solidFill>
            <a:prstDash val="solid"/>
          </a:ln>
        </p:spPr>
      </p:sp>
      <p:sp>
        <p:nvSpPr>
          <p:cNvPr id="164" name="Shape 162"/>
          <p:cNvSpPr/>
          <p:nvPr/>
        </p:nvSpPr>
        <p:spPr>
          <a:xfrm>
            <a:off x="8678915" y="3136822"/>
            <a:ext cx="0" cy="330192"/>
          </a:xfrm>
          <a:prstGeom prst="line">
            <a:avLst/>
          </a:prstGeom>
          <a:noFill/>
          <a:ln w="8255">
            <a:solidFill>
              <a:srgbClr val="8A8A80"/>
            </a:solidFill>
            <a:prstDash val="solid"/>
          </a:ln>
        </p:spPr>
      </p:sp>
      <p:sp>
        <p:nvSpPr>
          <p:cNvPr id="165" name="Shape 163"/>
          <p:cNvSpPr/>
          <p:nvPr/>
        </p:nvSpPr>
        <p:spPr>
          <a:xfrm>
            <a:off x="8725041" y="3136822"/>
            <a:ext cx="0" cy="330192"/>
          </a:xfrm>
          <a:prstGeom prst="line">
            <a:avLst/>
          </a:prstGeom>
          <a:noFill/>
          <a:ln w="8255">
            <a:solidFill>
              <a:srgbClr val="8A8A80"/>
            </a:solidFill>
            <a:prstDash val="solid"/>
          </a:ln>
        </p:spPr>
      </p:sp>
      <p:sp>
        <p:nvSpPr>
          <p:cNvPr id="166" name="Shape 164"/>
          <p:cNvSpPr/>
          <p:nvPr/>
        </p:nvSpPr>
        <p:spPr>
          <a:xfrm>
            <a:off x="8771168" y="3136822"/>
            <a:ext cx="0" cy="330192"/>
          </a:xfrm>
          <a:prstGeom prst="line">
            <a:avLst/>
          </a:prstGeom>
          <a:noFill/>
          <a:ln w="8255">
            <a:solidFill>
              <a:srgbClr val="8A8A80"/>
            </a:solidFill>
            <a:prstDash val="solid"/>
          </a:ln>
        </p:spPr>
      </p:sp>
      <p:sp>
        <p:nvSpPr>
          <p:cNvPr id="167" name="Shape 165"/>
          <p:cNvSpPr/>
          <p:nvPr/>
        </p:nvSpPr>
        <p:spPr>
          <a:xfrm>
            <a:off x="8817294" y="3136822"/>
            <a:ext cx="0" cy="330192"/>
          </a:xfrm>
          <a:prstGeom prst="line">
            <a:avLst/>
          </a:prstGeom>
          <a:noFill/>
          <a:ln w="8255">
            <a:solidFill>
              <a:srgbClr val="8A8A80"/>
            </a:solidFill>
            <a:prstDash val="solid"/>
          </a:ln>
        </p:spPr>
      </p:sp>
      <p:sp>
        <p:nvSpPr>
          <p:cNvPr id="168" name="Shape 166"/>
          <p:cNvSpPr/>
          <p:nvPr/>
        </p:nvSpPr>
        <p:spPr>
          <a:xfrm>
            <a:off x="8863420" y="3136822"/>
            <a:ext cx="0" cy="330192"/>
          </a:xfrm>
          <a:prstGeom prst="line">
            <a:avLst/>
          </a:prstGeom>
          <a:noFill/>
          <a:ln w="8255">
            <a:solidFill>
              <a:srgbClr val="8A8A80"/>
            </a:solidFill>
            <a:prstDash val="solid"/>
          </a:ln>
        </p:spPr>
      </p:sp>
      <p:sp>
        <p:nvSpPr>
          <p:cNvPr id="169" name="Shape 167"/>
          <p:cNvSpPr/>
          <p:nvPr/>
        </p:nvSpPr>
        <p:spPr>
          <a:xfrm>
            <a:off x="8909546" y="3136822"/>
            <a:ext cx="0" cy="330192"/>
          </a:xfrm>
          <a:prstGeom prst="line">
            <a:avLst/>
          </a:prstGeom>
          <a:noFill/>
          <a:ln w="8255">
            <a:solidFill>
              <a:srgbClr val="8A8A80"/>
            </a:solidFill>
            <a:prstDash val="solid"/>
          </a:ln>
        </p:spPr>
      </p:sp>
      <p:sp>
        <p:nvSpPr>
          <p:cNvPr id="170" name="Shape 168"/>
          <p:cNvSpPr/>
          <p:nvPr/>
        </p:nvSpPr>
        <p:spPr>
          <a:xfrm>
            <a:off x="8955672" y="3136822"/>
            <a:ext cx="0" cy="330192"/>
          </a:xfrm>
          <a:prstGeom prst="line">
            <a:avLst/>
          </a:prstGeom>
          <a:noFill/>
          <a:ln w="8255">
            <a:solidFill>
              <a:srgbClr val="8A8A80"/>
            </a:solidFill>
            <a:prstDash val="solid"/>
          </a:ln>
        </p:spPr>
      </p:sp>
      <p:sp>
        <p:nvSpPr>
          <p:cNvPr id="171" name="Shape 169"/>
          <p:cNvSpPr/>
          <p:nvPr/>
        </p:nvSpPr>
        <p:spPr>
          <a:xfrm>
            <a:off x="9001799" y="3136822"/>
            <a:ext cx="0" cy="330192"/>
          </a:xfrm>
          <a:prstGeom prst="line">
            <a:avLst/>
          </a:prstGeom>
          <a:noFill/>
          <a:ln w="8255">
            <a:solidFill>
              <a:srgbClr val="8A8A80"/>
            </a:solidFill>
            <a:prstDash val="solid"/>
          </a:ln>
        </p:spPr>
      </p:sp>
      <p:sp>
        <p:nvSpPr>
          <p:cNvPr id="172" name="Shape 170"/>
          <p:cNvSpPr/>
          <p:nvPr/>
        </p:nvSpPr>
        <p:spPr>
          <a:xfrm>
            <a:off x="9047925" y="3136822"/>
            <a:ext cx="0" cy="330192"/>
          </a:xfrm>
          <a:prstGeom prst="line">
            <a:avLst/>
          </a:prstGeom>
          <a:noFill/>
          <a:ln w="8255">
            <a:solidFill>
              <a:srgbClr val="8A8A80"/>
            </a:solidFill>
            <a:prstDash val="solid"/>
          </a:ln>
        </p:spPr>
      </p:sp>
      <p:sp>
        <p:nvSpPr>
          <p:cNvPr id="173" name="Shape 171"/>
          <p:cNvSpPr/>
          <p:nvPr/>
        </p:nvSpPr>
        <p:spPr>
          <a:xfrm>
            <a:off x="9094051" y="3136822"/>
            <a:ext cx="0" cy="330192"/>
          </a:xfrm>
          <a:prstGeom prst="line">
            <a:avLst/>
          </a:prstGeom>
          <a:noFill/>
          <a:ln w="8255">
            <a:solidFill>
              <a:srgbClr val="8A8A80"/>
            </a:solidFill>
            <a:prstDash val="solid"/>
          </a:ln>
        </p:spPr>
      </p:sp>
      <p:sp>
        <p:nvSpPr>
          <p:cNvPr id="174" name="Shape 172"/>
          <p:cNvSpPr/>
          <p:nvPr/>
        </p:nvSpPr>
        <p:spPr>
          <a:xfrm>
            <a:off x="9140177" y="3136822"/>
            <a:ext cx="0" cy="330192"/>
          </a:xfrm>
          <a:prstGeom prst="line">
            <a:avLst/>
          </a:prstGeom>
          <a:noFill/>
          <a:ln w="8255">
            <a:solidFill>
              <a:srgbClr val="8A8A80"/>
            </a:solidFill>
            <a:prstDash val="solid"/>
          </a:ln>
        </p:spPr>
      </p:sp>
      <p:sp>
        <p:nvSpPr>
          <p:cNvPr id="175" name="Shape 173"/>
          <p:cNvSpPr/>
          <p:nvPr/>
        </p:nvSpPr>
        <p:spPr>
          <a:xfrm>
            <a:off x="9186303" y="3136822"/>
            <a:ext cx="0" cy="330192"/>
          </a:xfrm>
          <a:prstGeom prst="line">
            <a:avLst/>
          </a:prstGeom>
          <a:noFill/>
          <a:ln w="8255">
            <a:solidFill>
              <a:srgbClr val="8A8A80"/>
            </a:solidFill>
            <a:prstDash val="solid"/>
          </a:ln>
        </p:spPr>
      </p:sp>
      <p:sp>
        <p:nvSpPr>
          <p:cNvPr id="176" name="Shape 174"/>
          <p:cNvSpPr/>
          <p:nvPr/>
        </p:nvSpPr>
        <p:spPr>
          <a:xfrm>
            <a:off x="9232430" y="3136822"/>
            <a:ext cx="0" cy="330192"/>
          </a:xfrm>
          <a:prstGeom prst="line">
            <a:avLst/>
          </a:prstGeom>
          <a:noFill/>
          <a:ln w="8255">
            <a:solidFill>
              <a:srgbClr val="8A8A80"/>
            </a:solidFill>
            <a:prstDash val="solid"/>
          </a:ln>
        </p:spPr>
      </p:sp>
      <p:sp>
        <p:nvSpPr>
          <p:cNvPr id="177" name="Shape 175"/>
          <p:cNvSpPr/>
          <p:nvPr/>
        </p:nvSpPr>
        <p:spPr>
          <a:xfrm>
            <a:off x="9278556" y="3136822"/>
            <a:ext cx="0" cy="330192"/>
          </a:xfrm>
          <a:prstGeom prst="line">
            <a:avLst/>
          </a:prstGeom>
          <a:noFill/>
          <a:ln w="8255">
            <a:solidFill>
              <a:srgbClr val="8A8A80"/>
            </a:solidFill>
            <a:prstDash val="solid"/>
          </a:ln>
        </p:spPr>
      </p:sp>
      <p:sp>
        <p:nvSpPr>
          <p:cNvPr id="178" name="Shape 176"/>
          <p:cNvSpPr/>
          <p:nvPr/>
        </p:nvSpPr>
        <p:spPr>
          <a:xfrm>
            <a:off x="9324682" y="3136822"/>
            <a:ext cx="0" cy="330192"/>
          </a:xfrm>
          <a:prstGeom prst="line">
            <a:avLst/>
          </a:prstGeom>
          <a:noFill/>
          <a:ln w="8255">
            <a:solidFill>
              <a:srgbClr val="8A8A80"/>
            </a:solidFill>
            <a:prstDash val="solid"/>
          </a:ln>
        </p:spPr>
      </p:sp>
      <p:sp>
        <p:nvSpPr>
          <p:cNvPr id="179" name="Shape 177"/>
          <p:cNvSpPr/>
          <p:nvPr/>
        </p:nvSpPr>
        <p:spPr>
          <a:xfrm>
            <a:off x="9370808" y="3136822"/>
            <a:ext cx="0" cy="330192"/>
          </a:xfrm>
          <a:prstGeom prst="line">
            <a:avLst/>
          </a:prstGeom>
          <a:noFill/>
          <a:ln w="8255">
            <a:solidFill>
              <a:srgbClr val="8A8A80"/>
            </a:solidFill>
            <a:prstDash val="solid"/>
          </a:ln>
        </p:spPr>
      </p:sp>
      <p:sp>
        <p:nvSpPr>
          <p:cNvPr id="180" name="Shape 178"/>
          <p:cNvSpPr/>
          <p:nvPr/>
        </p:nvSpPr>
        <p:spPr>
          <a:xfrm>
            <a:off x="9416934" y="3136822"/>
            <a:ext cx="0" cy="330192"/>
          </a:xfrm>
          <a:prstGeom prst="line">
            <a:avLst/>
          </a:prstGeom>
          <a:noFill/>
          <a:ln w="8255">
            <a:solidFill>
              <a:srgbClr val="8A8A80"/>
            </a:solidFill>
            <a:prstDash val="solid"/>
          </a:ln>
        </p:spPr>
      </p:sp>
      <p:sp>
        <p:nvSpPr>
          <p:cNvPr id="181" name="Shape 179"/>
          <p:cNvSpPr/>
          <p:nvPr/>
        </p:nvSpPr>
        <p:spPr>
          <a:xfrm>
            <a:off x="9463061" y="3136822"/>
            <a:ext cx="0" cy="330192"/>
          </a:xfrm>
          <a:prstGeom prst="line">
            <a:avLst/>
          </a:prstGeom>
          <a:noFill/>
          <a:ln w="8255">
            <a:solidFill>
              <a:srgbClr val="8A8A80"/>
            </a:solidFill>
            <a:prstDash val="solid"/>
          </a:ln>
        </p:spPr>
      </p:sp>
      <p:sp>
        <p:nvSpPr>
          <p:cNvPr id="182" name="Shape 180"/>
          <p:cNvSpPr/>
          <p:nvPr/>
        </p:nvSpPr>
        <p:spPr>
          <a:xfrm>
            <a:off x="9509187" y="3136822"/>
            <a:ext cx="0" cy="330192"/>
          </a:xfrm>
          <a:prstGeom prst="line">
            <a:avLst/>
          </a:prstGeom>
          <a:noFill/>
          <a:ln w="8255">
            <a:solidFill>
              <a:srgbClr val="8A8A80"/>
            </a:solidFill>
            <a:prstDash val="solid"/>
          </a:ln>
        </p:spPr>
      </p:sp>
      <p:sp>
        <p:nvSpPr>
          <p:cNvPr id="183" name="Shape 181"/>
          <p:cNvSpPr/>
          <p:nvPr/>
        </p:nvSpPr>
        <p:spPr>
          <a:xfrm>
            <a:off x="9555313" y="3136822"/>
            <a:ext cx="0" cy="330192"/>
          </a:xfrm>
          <a:prstGeom prst="line">
            <a:avLst/>
          </a:prstGeom>
          <a:noFill/>
          <a:ln w="8255">
            <a:solidFill>
              <a:srgbClr val="8A8A80"/>
            </a:solidFill>
            <a:prstDash val="solid"/>
          </a:ln>
        </p:spPr>
      </p:sp>
      <p:sp>
        <p:nvSpPr>
          <p:cNvPr id="184" name="Shape 182"/>
          <p:cNvSpPr/>
          <p:nvPr/>
        </p:nvSpPr>
        <p:spPr>
          <a:xfrm>
            <a:off x="9601439" y="3136822"/>
            <a:ext cx="0" cy="330192"/>
          </a:xfrm>
          <a:prstGeom prst="line">
            <a:avLst/>
          </a:prstGeom>
          <a:noFill/>
          <a:ln w="8255">
            <a:solidFill>
              <a:srgbClr val="8A8A80"/>
            </a:solidFill>
            <a:prstDash val="solid"/>
          </a:ln>
        </p:spPr>
      </p:sp>
      <p:sp>
        <p:nvSpPr>
          <p:cNvPr id="185" name="Shape 183"/>
          <p:cNvSpPr/>
          <p:nvPr/>
        </p:nvSpPr>
        <p:spPr>
          <a:xfrm>
            <a:off x="9647565" y="3136822"/>
            <a:ext cx="0" cy="330192"/>
          </a:xfrm>
          <a:prstGeom prst="line">
            <a:avLst/>
          </a:prstGeom>
          <a:noFill/>
          <a:ln w="8255">
            <a:solidFill>
              <a:srgbClr val="8A8A80"/>
            </a:solidFill>
            <a:prstDash val="solid"/>
          </a:ln>
        </p:spPr>
      </p:sp>
      <p:sp>
        <p:nvSpPr>
          <p:cNvPr id="186" name="Shape 184"/>
          <p:cNvSpPr/>
          <p:nvPr/>
        </p:nvSpPr>
        <p:spPr>
          <a:xfrm>
            <a:off x="9693692" y="3136822"/>
            <a:ext cx="0" cy="330192"/>
          </a:xfrm>
          <a:prstGeom prst="line">
            <a:avLst/>
          </a:prstGeom>
          <a:noFill/>
          <a:ln w="8255">
            <a:solidFill>
              <a:srgbClr val="8A8A80"/>
            </a:solidFill>
            <a:prstDash val="solid"/>
          </a:ln>
        </p:spPr>
      </p:sp>
      <p:sp>
        <p:nvSpPr>
          <p:cNvPr id="187" name="Shape 185"/>
          <p:cNvSpPr/>
          <p:nvPr/>
        </p:nvSpPr>
        <p:spPr>
          <a:xfrm>
            <a:off x="9739818" y="3136822"/>
            <a:ext cx="0" cy="330192"/>
          </a:xfrm>
          <a:prstGeom prst="line">
            <a:avLst/>
          </a:prstGeom>
          <a:noFill/>
          <a:ln w="8255">
            <a:solidFill>
              <a:srgbClr val="8A8A80"/>
            </a:solidFill>
            <a:prstDash val="solid"/>
          </a:ln>
        </p:spPr>
      </p:sp>
      <p:sp>
        <p:nvSpPr>
          <p:cNvPr id="188" name="Shape 186"/>
          <p:cNvSpPr/>
          <p:nvPr/>
        </p:nvSpPr>
        <p:spPr>
          <a:xfrm>
            <a:off x="9785944" y="3136822"/>
            <a:ext cx="0" cy="330192"/>
          </a:xfrm>
          <a:prstGeom prst="line">
            <a:avLst/>
          </a:prstGeom>
          <a:noFill/>
          <a:ln w="8255">
            <a:solidFill>
              <a:srgbClr val="8A8A80"/>
            </a:solidFill>
            <a:prstDash val="solid"/>
          </a:ln>
        </p:spPr>
      </p:sp>
      <p:sp>
        <p:nvSpPr>
          <p:cNvPr id="189" name="Shape 187"/>
          <p:cNvSpPr/>
          <p:nvPr/>
        </p:nvSpPr>
        <p:spPr>
          <a:xfrm>
            <a:off x="9832070" y="3136822"/>
            <a:ext cx="0" cy="330192"/>
          </a:xfrm>
          <a:prstGeom prst="line">
            <a:avLst/>
          </a:prstGeom>
          <a:noFill/>
          <a:ln w="8255">
            <a:solidFill>
              <a:srgbClr val="8A8A80"/>
            </a:solidFill>
            <a:prstDash val="solid"/>
          </a:ln>
        </p:spPr>
      </p:sp>
      <p:sp>
        <p:nvSpPr>
          <p:cNvPr id="190" name="Shape 188"/>
          <p:cNvSpPr/>
          <p:nvPr/>
        </p:nvSpPr>
        <p:spPr>
          <a:xfrm>
            <a:off x="9878196" y="3136822"/>
            <a:ext cx="0" cy="330192"/>
          </a:xfrm>
          <a:prstGeom prst="line">
            <a:avLst/>
          </a:prstGeom>
          <a:noFill/>
          <a:ln w="8255">
            <a:solidFill>
              <a:srgbClr val="8A8A80"/>
            </a:solidFill>
            <a:prstDash val="solid"/>
          </a:ln>
        </p:spPr>
      </p:sp>
      <p:sp>
        <p:nvSpPr>
          <p:cNvPr id="191" name="Shape 189"/>
          <p:cNvSpPr/>
          <p:nvPr/>
        </p:nvSpPr>
        <p:spPr>
          <a:xfrm>
            <a:off x="9924323" y="3136822"/>
            <a:ext cx="0" cy="330192"/>
          </a:xfrm>
          <a:prstGeom prst="line">
            <a:avLst/>
          </a:prstGeom>
          <a:noFill/>
          <a:ln w="8255">
            <a:solidFill>
              <a:srgbClr val="8A8A80"/>
            </a:solidFill>
            <a:prstDash val="solid"/>
          </a:ln>
        </p:spPr>
      </p:sp>
      <p:sp>
        <p:nvSpPr>
          <p:cNvPr id="192" name="Shape 190"/>
          <p:cNvSpPr/>
          <p:nvPr/>
        </p:nvSpPr>
        <p:spPr>
          <a:xfrm>
            <a:off x="9970449" y="3136822"/>
            <a:ext cx="0" cy="330192"/>
          </a:xfrm>
          <a:prstGeom prst="line">
            <a:avLst/>
          </a:prstGeom>
          <a:noFill/>
          <a:ln w="8255">
            <a:solidFill>
              <a:srgbClr val="8A8A80"/>
            </a:solidFill>
            <a:prstDash val="solid"/>
          </a:ln>
        </p:spPr>
      </p:sp>
      <p:sp>
        <p:nvSpPr>
          <p:cNvPr id="193" name="Shape 191"/>
          <p:cNvSpPr/>
          <p:nvPr/>
        </p:nvSpPr>
        <p:spPr>
          <a:xfrm>
            <a:off x="10016575" y="3136822"/>
            <a:ext cx="0" cy="330192"/>
          </a:xfrm>
          <a:prstGeom prst="line">
            <a:avLst/>
          </a:prstGeom>
          <a:noFill/>
          <a:ln w="8255">
            <a:solidFill>
              <a:srgbClr val="8A8A80"/>
            </a:solidFill>
            <a:prstDash val="solid"/>
          </a:ln>
        </p:spPr>
      </p:sp>
      <p:sp>
        <p:nvSpPr>
          <p:cNvPr id="194" name="Shape 192"/>
          <p:cNvSpPr/>
          <p:nvPr/>
        </p:nvSpPr>
        <p:spPr>
          <a:xfrm>
            <a:off x="10062701" y="3136822"/>
            <a:ext cx="0" cy="330192"/>
          </a:xfrm>
          <a:prstGeom prst="line">
            <a:avLst/>
          </a:prstGeom>
          <a:noFill/>
          <a:ln w="8255">
            <a:solidFill>
              <a:srgbClr val="8A8A80"/>
            </a:solidFill>
            <a:prstDash val="solid"/>
          </a:ln>
        </p:spPr>
      </p:sp>
      <p:sp>
        <p:nvSpPr>
          <p:cNvPr id="195" name="Shape 193"/>
          <p:cNvSpPr/>
          <p:nvPr/>
        </p:nvSpPr>
        <p:spPr>
          <a:xfrm>
            <a:off x="10108827" y="3136822"/>
            <a:ext cx="0" cy="330192"/>
          </a:xfrm>
          <a:prstGeom prst="line">
            <a:avLst/>
          </a:prstGeom>
          <a:noFill/>
          <a:ln w="8255">
            <a:solidFill>
              <a:srgbClr val="8A8A80"/>
            </a:solidFill>
            <a:prstDash val="solid"/>
          </a:ln>
        </p:spPr>
      </p:sp>
      <p:sp>
        <p:nvSpPr>
          <p:cNvPr id="196" name="Shape 194"/>
          <p:cNvSpPr/>
          <p:nvPr/>
        </p:nvSpPr>
        <p:spPr>
          <a:xfrm>
            <a:off x="10154954" y="3136822"/>
            <a:ext cx="0" cy="330192"/>
          </a:xfrm>
          <a:prstGeom prst="line">
            <a:avLst/>
          </a:prstGeom>
          <a:noFill/>
          <a:ln w="8255">
            <a:solidFill>
              <a:srgbClr val="8A8A80"/>
            </a:solidFill>
            <a:prstDash val="solid"/>
          </a:ln>
        </p:spPr>
      </p:sp>
      <p:sp>
        <p:nvSpPr>
          <p:cNvPr id="197" name="Shape 195"/>
          <p:cNvSpPr/>
          <p:nvPr/>
        </p:nvSpPr>
        <p:spPr>
          <a:xfrm>
            <a:off x="10201080" y="3136822"/>
            <a:ext cx="0" cy="330192"/>
          </a:xfrm>
          <a:prstGeom prst="line">
            <a:avLst/>
          </a:prstGeom>
          <a:noFill/>
          <a:ln w="8255">
            <a:solidFill>
              <a:srgbClr val="8A8A80"/>
            </a:solidFill>
            <a:prstDash val="solid"/>
          </a:ln>
        </p:spPr>
      </p:sp>
      <p:sp>
        <p:nvSpPr>
          <p:cNvPr id="198" name="Shape 196"/>
          <p:cNvSpPr/>
          <p:nvPr/>
        </p:nvSpPr>
        <p:spPr>
          <a:xfrm>
            <a:off x="10247206" y="3136822"/>
            <a:ext cx="0" cy="330192"/>
          </a:xfrm>
          <a:prstGeom prst="line">
            <a:avLst/>
          </a:prstGeom>
          <a:noFill/>
          <a:ln w="8255">
            <a:solidFill>
              <a:srgbClr val="8A8A80"/>
            </a:solidFill>
            <a:prstDash val="solid"/>
          </a:ln>
        </p:spPr>
      </p:sp>
      <p:sp>
        <p:nvSpPr>
          <p:cNvPr id="199" name="Shape 197"/>
          <p:cNvSpPr/>
          <p:nvPr/>
        </p:nvSpPr>
        <p:spPr>
          <a:xfrm>
            <a:off x="10293332" y="3136822"/>
            <a:ext cx="0" cy="330192"/>
          </a:xfrm>
          <a:prstGeom prst="line">
            <a:avLst/>
          </a:prstGeom>
          <a:noFill/>
          <a:ln w="8255">
            <a:solidFill>
              <a:srgbClr val="8A8A80"/>
            </a:solidFill>
            <a:prstDash val="solid"/>
          </a:ln>
        </p:spPr>
      </p:sp>
      <p:sp>
        <p:nvSpPr>
          <p:cNvPr id="200" name="Shape 198"/>
          <p:cNvSpPr/>
          <p:nvPr/>
        </p:nvSpPr>
        <p:spPr>
          <a:xfrm>
            <a:off x="10339458" y="3136822"/>
            <a:ext cx="0" cy="330192"/>
          </a:xfrm>
          <a:prstGeom prst="line">
            <a:avLst/>
          </a:prstGeom>
          <a:noFill/>
          <a:ln w="8255">
            <a:solidFill>
              <a:srgbClr val="8A8A80"/>
            </a:solidFill>
            <a:prstDash val="solid"/>
          </a:ln>
        </p:spPr>
      </p:sp>
      <p:sp>
        <p:nvSpPr>
          <p:cNvPr id="201" name="Shape 199"/>
          <p:cNvSpPr/>
          <p:nvPr/>
        </p:nvSpPr>
        <p:spPr>
          <a:xfrm>
            <a:off x="10385585" y="3136822"/>
            <a:ext cx="0" cy="330192"/>
          </a:xfrm>
          <a:prstGeom prst="line">
            <a:avLst/>
          </a:prstGeom>
          <a:noFill/>
          <a:ln w="8255">
            <a:solidFill>
              <a:srgbClr val="8A8A80"/>
            </a:solidFill>
            <a:prstDash val="solid"/>
          </a:ln>
        </p:spPr>
      </p:sp>
      <p:sp>
        <p:nvSpPr>
          <p:cNvPr id="202" name="Shape 200"/>
          <p:cNvSpPr/>
          <p:nvPr/>
        </p:nvSpPr>
        <p:spPr>
          <a:xfrm>
            <a:off x="10431711" y="3136822"/>
            <a:ext cx="0" cy="330192"/>
          </a:xfrm>
          <a:prstGeom prst="line">
            <a:avLst/>
          </a:prstGeom>
          <a:noFill/>
          <a:ln w="8255">
            <a:solidFill>
              <a:srgbClr val="8A8A80"/>
            </a:solidFill>
            <a:prstDash val="solid"/>
          </a:ln>
        </p:spPr>
      </p:sp>
      <p:sp>
        <p:nvSpPr>
          <p:cNvPr id="203" name="Shape 201"/>
          <p:cNvSpPr/>
          <p:nvPr/>
        </p:nvSpPr>
        <p:spPr>
          <a:xfrm>
            <a:off x="10477837" y="3136822"/>
            <a:ext cx="0" cy="330192"/>
          </a:xfrm>
          <a:prstGeom prst="line">
            <a:avLst/>
          </a:prstGeom>
          <a:noFill/>
          <a:ln w="8255">
            <a:solidFill>
              <a:srgbClr val="8A8A80"/>
            </a:solidFill>
            <a:prstDash val="solid"/>
          </a:ln>
        </p:spPr>
      </p:sp>
      <p:sp>
        <p:nvSpPr>
          <p:cNvPr id="204" name="Shape 202"/>
          <p:cNvSpPr/>
          <p:nvPr/>
        </p:nvSpPr>
        <p:spPr>
          <a:xfrm>
            <a:off x="10523963" y="3136822"/>
            <a:ext cx="0" cy="330192"/>
          </a:xfrm>
          <a:prstGeom prst="line">
            <a:avLst/>
          </a:prstGeom>
          <a:noFill/>
          <a:ln w="8255">
            <a:solidFill>
              <a:srgbClr val="8A8A80"/>
            </a:solidFill>
            <a:prstDash val="solid"/>
          </a:ln>
        </p:spPr>
      </p:sp>
      <p:sp>
        <p:nvSpPr>
          <p:cNvPr id="205" name="Shape 203"/>
          <p:cNvSpPr/>
          <p:nvPr/>
        </p:nvSpPr>
        <p:spPr>
          <a:xfrm>
            <a:off x="10570090" y="3136822"/>
            <a:ext cx="0" cy="330192"/>
          </a:xfrm>
          <a:prstGeom prst="line">
            <a:avLst/>
          </a:prstGeom>
          <a:noFill/>
          <a:ln w="8255">
            <a:solidFill>
              <a:srgbClr val="8A8A80"/>
            </a:solidFill>
            <a:prstDash val="solid"/>
          </a:ln>
        </p:spPr>
      </p:sp>
      <p:sp>
        <p:nvSpPr>
          <p:cNvPr id="206" name="Shape 204"/>
          <p:cNvSpPr/>
          <p:nvPr/>
        </p:nvSpPr>
        <p:spPr>
          <a:xfrm>
            <a:off x="10616216" y="3136822"/>
            <a:ext cx="0" cy="330192"/>
          </a:xfrm>
          <a:prstGeom prst="line">
            <a:avLst/>
          </a:prstGeom>
          <a:noFill/>
          <a:ln w="8255">
            <a:solidFill>
              <a:srgbClr val="8A8A80"/>
            </a:solidFill>
            <a:prstDash val="solid"/>
          </a:ln>
        </p:spPr>
      </p:sp>
      <p:sp>
        <p:nvSpPr>
          <p:cNvPr id="207" name="Shape 205"/>
          <p:cNvSpPr/>
          <p:nvPr/>
        </p:nvSpPr>
        <p:spPr>
          <a:xfrm>
            <a:off x="10662342" y="3136822"/>
            <a:ext cx="0" cy="330192"/>
          </a:xfrm>
          <a:prstGeom prst="line">
            <a:avLst/>
          </a:prstGeom>
          <a:noFill/>
          <a:ln w="8255">
            <a:solidFill>
              <a:srgbClr val="8A8A80"/>
            </a:solidFill>
            <a:prstDash val="solid"/>
          </a:ln>
        </p:spPr>
      </p:sp>
      <p:sp>
        <p:nvSpPr>
          <p:cNvPr id="208" name="Shape 206"/>
          <p:cNvSpPr/>
          <p:nvPr/>
        </p:nvSpPr>
        <p:spPr>
          <a:xfrm>
            <a:off x="10708468" y="3136822"/>
            <a:ext cx="0" cy="330192"/>
          </a:xfrm>
          <a:prstGeom prst="line">
            <a:avLst/>
          </a:prstGeom>
          <a:noFill/>
          <a:ln w="8255">
            <a:solidFill>
              <a:srgbClr val="8A8A80"/>
            </a:solidFill>
            <a:prstDash val="solid"/>
          </a:ln>
        </p:spPr>
      </p:sp>
      <p:sp>
        <p:nvSpPr>
          <p:cNvPr id="209" name="Shape 207"/>
          <p:cNvSpPr/>
          <p:nvPr/>
        </p:nvSpPr>
        <p:spPr>
          <a:xfrm>
            <a:off x="10754594" y="3136822"/>
            <a:ext cx="0" cy="330192"/>
          </a:xfrm>
          <a:prstGeom prst="line">
            <a:avLst/>
          </a:prstGeom>
          <a:noFill/>
          <a:ln w="8255">
            <a:solidFill>
              <a:srgbClr val="8A8A80"/>
            </a:solidFill>
            <a:prstDash val="solid"/>
          </a:ln>
        </p:spPr>
      </p:sp>
      <p:sp>
        <p:nvSpPr>
          <p:cNvPr id="210" name="Shape 208"/>
          <p:cNvSpPr/>
          <p:nvPr/>
        </p:nvSpPr>
        <p:spPr>
          <a:xfrm>
            <a:off x="10800721" y="3136822"/>
            <a:ext cx="0" cy="330192"/>
          </a:xfrm>
          <a:prstGeom prst="line">
            <a:avLst/>
          </a:prstGeom>
          <a:noFill/>
          <a:ln w="8255">
            <a:solidFill>
              <a:srgbClr val="8A8A80"/>
            </a:solidFill>
            <a:prstDash val="solid"/>
          </a:ln>
        </p:spPr>
      </p:sp>
      <p:sp>
        <p:nvSpPr>
          <p:cNvPr id="211" name="Shape 209"/>
          <p:cNvSpPr/>
          <p:nvPr/>
        </p:nvSpPr>
        <p:spPr>
          <a:xfrm>
            <a:off x="10846847" y="3136822"/>
            <a:ext cx="0" cy="330192"/>
          </a:xfrm>
          <a:prstGeom prst="line">
            <a:avLst/>
          </a:prstGeom>
          <a:noFill/>
          <a:ln w="8255">
            <a:solidFill>
              <a:srgbClr val="8A8A80"/>
            </a:solidFill>
            <a:prstDash val="solid"/>
          </a:ln>
        </p:spPr>
      </p:sp>
      <p:sp>
        <p:nvSpPr>
          <p:cNvPr id="212" name="Shape 210"/>
          <p:cNvSpPr/>
          <p:nvPr/>
        </p:nvSpPr>
        <p:spPr>
          <a:xfrm>
            <a:off x="10892973" y="3136822"/>
            <a:ext cx="0" cy="330192"/>
          </a:xfrm>
          <a:prstGeom prst="line">
            <a:avLst/>
          </a:prstGeom>
          <a:noFill/>
          <a:ln w="8255">
            <a:solidFill>
              <a:srgbClr val="8A8A80"/>
            </a:solidFill>
            <a:prstDash val="solid"/>
          </a:ln>
        </p:spPr>
      </p:sp>
      <p:sp>
        <p:nvSpPr>
          <p:cNvPr id="213" name="Shape 211"/>
          <p:cNvSpPr/>
          <p:nvPr/>
        </p:nvSpPr>
        <p:spPr>
          <a:xfrm>
            <a:off x="10939099" y="3136822"/>
            <a:ext cx="0" cy="330192"/>
          </a:xfrm>
          <a:prstGeom prst="line">
            <a:avLst/>
          </a:prstGeom>
          <a:noFill/>
          <a:ln w="8255">
            <a:solidFill>
              <a:srgbClr val="8A8A80"/>
            </a:solidFill>
            <a:prstDash val="solid"/>
          </a:ln>
        </p:spPr>
      </p:sp>
      <p:sp>
        <p:nvSpPr>
          <p:cNvPr id="214" name="Shape 212"/>
          <p:cNvSpPr/>
          <p:nvPr/>
        </p:nvSpPr>
        <p:spPr>
          <a:xfrm>
            <a:off x="10985225" y="3136822"/>
            <a:ext cx="0" cy="330192"/>
          </a:xfrm>
          <a:prstGeom prst="line">
            <a:avLst/>
          </a:prstGeom>
          <a:noFill/>
          <a:ln w="8255">
            <a:solidFill>
              <a:srgbClr val="8A8A80"/>
            </a:solidFill>
            <a:prstDash val="solid"/>
          </a:ln>
        </p:spPr>
      </p:sp>
      <p:sp>
        <p:nvSpPr>
          <p:cNvPr id="215" name="Text 213"/>
          <p:cNvSpPr txBox="1"/>
          <p:nvPr/>
        </p:nvSpPr>
        <p:spPr>
          <a:xfrm>
            <a:off x="1206470" y="2692333"/>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213 support groups, proposed in 71 minutes</a:t>
            </a:r>
            <a:endParaRPr lang="en-US" sz="1100" dirty="0"/>
          </a:p>
        </p:txBody>
      </p:sp>
      <p:sp>
        <p:nvSpPr>
          <p:cNvPr id="216" name="Text 214"/>
          <p:cNvSpPr txBox="1"/>
          <p:nvPr/>
        </p:nvSpPr>
        <p:spPr>
          <a:xfrm>
            <a:off x="1206470" y="3809905"/>
            <a:ext cx="1904952" cy="734042"/>
          </a:xfrm>
          <a:prstGeom prst="rect">
            <a:avLst/>
          </a:prstGeom>
          <a:noFill/>
          <a:ln/>
        </p:spPr>
        <p:txBody>
          <a:bodyPr wrap="square" lIns="0" tIns="0" rIns="0" bIns="0" rtlCol="0" anchor="t"/>
          <a:lstStyle/>
          <a:p>
            <a:pPr algn="l" indent="0" marL="0">
              <a:buNone/>
            </a:pPr>
            <a:r>
              <a:rPr lang="en-US" sz="3400" dirty="0">
                <a:solidFill>
                  <a:srgbClr val="1A1A16"/>
                </a:solidFill>
                <a:latin typeface="Calibri" pitchFamily="34" charset="0"/>
                <a:ea typeface="Calibri" pitchFamily="34" charset="-122"/>
                <a:cs typeface="Calibri" pitchFamily="34" charset="-120"/>
              </a:rPr>
              <a:t>0</a:t>
            </a:r>
            <a:endParaRPr lang="en-US" sz="3400" dirty="0"/>
          </a:p>
        </p:txBody>
      </p:sp>
      <p:sp>
        <p:nvSpPr>
          <p:cNvPr id="217" name="Text 215"/>
          <p:cNvSpPr txBox="1"/>
          <p:nvPr/>
        </p:nvSpPr>
        <p:spPr>
          <a:xfrm>
            <a:off x="1904952" y="3975001"/>
            <a:ext cx="5714857"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of them reviewed by a person</a:t>
            </a:r>
            <a:endParaRPr lang="en-US" sz="1100" dirty="0"/>
          </a:p>
        </p:txBody>
      </p:sp>
      <p:sp>
        <p:nvSpPr>
          <p:cNvPr id="218" name="Text 21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213 SUPPORT GROUPS · 0 REVIEWED BY A PERSON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34717" y="2849174"/>
            <a:ext cx="143506" cy="143506"/>
          </a:xfrm>
          <a:prstGeom prst="diamond">
            <a:avLst/>
          </a:prstGeom>
          <a:solidFill>
            <a:srgbClr val="FFFFFF"/>
          </a:solidFill>
          <a:ln w="12700">
            <a:solidFill>
              <a:srgbClr val="1A1A16"/>
            </a:solidFill>
            <a:prstDash val="solid"/>
          </a:ln>
        </p:spPr>
      </p:sp>
      <p:sp>
        <p:nvSpPr>
          <p:cNvPr id="3" name="Shape 1"/>
          <p:cNvSpPr/>
          <p:nvPr/>
        </p:nvSpPr>
        <p:spPr>
          <a:xfrm>
            <a:off x="1206470" y="2990775"/>
            <a:ext cx="0" cy="539737"/>
          </a:xfrm>
          <a:prstGeom prst="line">
            <a:avLst/>
          </a:prstGeom>
          <a:noFill/>
          <a:ln w="10160">
            <a:solidFill>
              <a:srgbClr val="8A8A80"/>
            </a:solidFill>
            <a:prstDash val="solid"/>
          </a:ln>
        </p:spPr>
      </p:sp>
      <p:sp>
        <p:nvSpPr>
          <p:cNvPr id="4" name="Shape 2"/>
          <p:cNvSpPr/>
          <p:nvPr/>
        </p:nvSpPr>
        <p:spPr>
          <a:xfrm>
            <a:off x="1319497" y="2849174"/>
            <a:ext cx="142871" cy="143506"/>
          </a:xfrm>
          <a:prstGeom prst="diamond">
            <a:avLst/>
          </a:prstGeom>
          <a:solidFill>
            <a:srgbClr val="FFFFFF"/>
          </a:solidFill>
          <a:ln w="12700">
            <a:solidFill>
              <a:srgbClr val="1A1A16"/>
            </a:solidFill>
            <a:prstDash val="solid"/>
          </a:ln>
        </p:spPr>
      </p:sp>
      <p:sp>
        <p:nvSpPr>
          <p:cNvPr id="5" name="Shape 3"/>
          <p:cNvSpPr/>
          <p:nvPr/>
        </p:nvSpPr>
        <p:spPr>
          <a:xfrm>
            <a:off x="1390975" y="2990775"/>
            <a:ext cx="0" cy="539737"/>
          </a:xfrm>
          <a:prstGeom prst="line">
            <a:avLst/>
          </a:prstGeom>
          <a:noFill/>
          <a:ln w="10160">
            <a:solidFill>
              <a:srgbClr val="8A8A80"/>
            </a:solidFill>
            <a:prstDash val="solid"/>
          </a:ln>
        </p:spPr>
      </p:sp>
      <p:sp>
        <p:nvSpPr>
          <p:cNvPr id="6" name="Shape 4"/>
          <p:cNvSpPr/>
          <p:nvPr/>
        </p:nvSpPr>
        <p:spPr>
          <a:xfrm>
            <a:off x="1503642" y="2849174"/>
            <a:ext cx="143506" cy="143506"/>
          </a:xfrm>
          <a:prstGeom prst="diamond">
            <a:avLst/>
          </a:prstGeom>
          <a:solidFill>
            <a:srgbClr val="FFFFFF"/>
          </a:solidFill>
          <a:ln w="12700">
            <a:solidFill>
              <a:srgbClr val="1A1A16"/>
            </a:solidFill>
            <a:prstDash val="solid"/>
          </a:ln>
        </p:spPr>
      </p:sp>
      <p:sp>
        <p:nvSpPr>
          <p:cNvPr id="7" name="Shape 5"/>
          <p:cNvSpPr/>
          <p:nvPr/>
        </p:nvSpPr>
        <p:spPr>
          <a:xfrm>
            <a:off x="1575479" y="2990775"/>
            <a:ext cx="0" cy="539737"/>
          </a:xfrm>
          <a:prstGeom prst="line">
            <a:avLst/>
          </a:prstGeom>
          <a:noFill/>
          <a:ln w="10160">
            <a:solidFill>
              <a:srgbClr val="8A8A80"/>
            </a:solidFill>
            <a:prstDash val="solid"/>
          </a:ln>
        </p:spPr>
      </p:sp>
      <p:sp>
        <p:nvSpPr>
          <p:cNvPr id="8" name="Shape 6"/>
          <p:cNvSpPr/>
          <p:nvPr/>
        </p:nvSpPr>
        <p:spPr>
          <a:xfrm>
            <a:off x="1688423" y="2849174"/>
            <a:ext cx="142871" cy="143506"/>
          </a:xfrm>
          <a:prstGeom prst="diamond">
            <a:avLst/>
          </a:prstGeom>
          <a:solidFill>
            <a:srgbClr val="FFFFFF"/>
          </a:solidFill>
          <a:ln w="12700">
            <a:solidFill>
              <a:srgbClr val="1A1A16"/>
            </a:solidFill>
            <a:prstDash val="solid"/>
          </a:ln>
        </p:spPr>
      </p:sp>
      <p:sp>
        <p:nvSpPr>
          <p:cNvPr id="9" name="Shape 7"/>
          <p:cNvSpPr/>
          <p:nvPr/>
        </p:nvSpPr>
        <p:spPr>
          <a:xfrm>
            <a:off x="1759984" y="2990775"/>
            <a:ext cx="0" cy="539737"/>
          </a:xfrm>
          <a:prstGeom prst="line">
            <a:avLst/>
          </a:prstGeom>
          <a:noFill/>
          <a:ln w="10160">
            <a:solidFill>
              <a:srgbClr val="8A8A80"/>
            </a:solidFill>
            <a:prstDash val="solid"/>
          </a:ln>
        </p:spPr>
      </p:sp>
      <p:sp>
        <p:nvSpPr>
          <p:cNvPr id="10" name="Shape 8"/>
          <p:cNvSpPr/>
          <p:nvPr/>
        </p:nvSpPr>
        <p:spPr>
          <a:xfrm>
            <a:off x="1872568" y="2849174"/>
            <a:ext cx="143506" cy="143506"/>
          </a:xfrm>
          <a:prstGeom prst="diamond">
            <a:avLst/>
          </a:prstGeom>
          <a:solidFill>
            <a:srgbClr val="FFFFFF"/>
          </a:solidFill>
          <a:ln w="12700">
            <a:solidFill>
              <a:srgbClr val="1A1A16"/>
            </a:solidFill>
            <a:prstDash val="solid"/>
          </a:ln>
        </p:spPr>
      </p:sp>
      <p:sp>
        <p:nvSpPr>
          <p:cNvPr id="11" name="Shape 9"/>
          <p:cNvSpPr/>
          <p:nvPr/>
        </p:nvSpPr>
        <p:spPr>
          <a:xfrm>
            <a:off x="1944489" y="2990775"/>
            <a:ext cx="0" cy="539737"/>
          </a:xfrm>
          <a:prstGeom prst="line">
            <a:avLst/>
          </a:prstGeom>
          <a:noFill/>
          <a:ln w="10160">
            <a:solidFill>
              <a:srgbClr val="8A8A80"/>
            </a:solidFill>
            <a:prstDash val="solid"/>
          </a:ln>
        </p:spPr>
      </p:sp>
      <p:sp>
        <p:nvSpPr>
          <p:cNvPr id="12" name="Shape 10"/>
          <p:cNvSpPr/>
          <p:nvPr/>
        </p:nvSpPr>
        <p:spPr>
          <a:xfrm>
            <a:off x="2057349" y="2849174"/>
            <a:ext cx="143506" cy="143506"/>
          </a:xfrm>
          <a:prstGeom prst="diamond">
            <a:avLst/>
          </a:prstGeom>
          <a:solidFill>
            <a:srgbClr val="FFFFFF"/>
          </a:solidFill>
          <a:ln w="12700">
            <a:solidFill>
              <a:srgbClr val="1A1A16"/>
            </a:solidFill>
            <a:prstDash val="solid"/>
          </a:ln>
        </p:spPr>
      </p:sp>
      <p:sp>
        <p:nvSpPr>
          <p:cNvPr id="13" name="Shape 11"/>
          <p:cNvSpPr/>
          <p:nvPr/>
        </p:nvSpPr>
        <p:spPr>
          <a:xfrm>
            <a:off x="2128994" y="2990775"/>
            <a:ext cx="0" cy="539737"/>
          </a:xfrm>
          <a:prstGeom prst="line">
            <a:avLst/>
          </a:prstGeom>
          <a:noFill/>
          <a:ln w="10160">
            <a:solidFill>
              <a:srgbClr val="8A8A80"/>
            </a:solidFill>
            <a:prstDash val="solid"/>
          </a:ln>
        </p:spPr>
      </p:sp>
      <p:sp>
        <p:nvSpPr>
          <p:cNvPr id="14" name="Shape 12"/>
          <p:cNvSpPr/>
          <p:nvPr/>
        </p:nvSpPr>
        <p:spPr>
          <a:xfrm>
            <a:off x="2242129" y="2849174"/>
            <a:ext cx="142871" cy="143506"/>
          </a:xfrm>
          <a:prstGeom prst="diamond">
            <a:avLst/>
          </a:prstGeom>
          <a:solidFill>
            <a:srgbClr val="FFFFFF"/>
          </a:solidFill>
          <a:ln w="12700">
            <a:solidFill>
              <a:srgbClr val="1A1A16"/>
            </a:solidFill>
            <a:prstDash val="solid"/>
          </a:ln>
        </p:spPr>
      </p:sp>
      <p:sp>
        <p:nvSpPr>
          <p:cNvPr id="15" name="Shape 13"/>
          <p:cNvSpPr/>
          <p:nvPr/>
        </p:nvSpPr>
        <p:spPr>
          <a:xfrm>
            <a:off x="2313499" y="2990775"/>
            <a:ext cx="0" cy="539737"/>
          </a:xfrm>
          <a:prstGeom prst="line">
            <a:avLst/>
          </a:prstGeom>
          <a:noFill/>
          <a:ln w="10160">
            <a:solidFill>
              <a:srgbClr val="8A8A80"/>
            </a:solidFill>
            <a:prstDash val="solid"/>
          </a:ln>
        </p:spPr>
      </p:sp>
      <p:sp>
        <p:nvSpPr>
          <p:cNvPr id="16" name="Shape 14"/>
          <p:cNvSpPr/>
          <p:nvPr/>
        </p:nvSpPr>
        <p:spPr>
          <a:xfrm>
            <a:off x="2426274" y="2849174"/>
            <a:ext cx="143506" cy="143506"/>
          </a:xfrm>
          <a:prstGeom prst="diamond">
            <a:avLst/>
          </a:prstGeom>
          <a:solidFill>
            <a:srgbClr val="FFFFFF"/>
          </a:solidFill>
          <a:ln w="12700">
            <a:solidFill>
              <a:srgbClr val="1A1A16"/>
            </a:solidFill>
            <a:prstDash val="solid"/>
          </a:ln>
        </p:spPr>
      </p:sp>
      <p:sp>
        <p:nvSpPr>
          <p:cNvPr id="17" name="Shape 15"/>
          <p:cNvSpPr/>
          <p:nvPr/>
        </p:nvSpPr>
        <p:spPr>
          <a:xfrm>
            <a:off x="2498004" y="2990775"/>
            <a:ext cx="0" cy="539737"/>
          </a:xfrm>
          <a:prstGeom prst="line">
            <a:avLst/>
          </a:prstGeom>
          <a:noFill/>
          <a:ln w="10160">
            <a:solidFill>
              <a:srgbClr val="8A8A80"/>
            </a:solidFill>
            <a:prstDash val="solid"/>
          </a:ln>
        </p:spPr>
      </p:sp>
      <p:sp>
        <p:nvSpPr>
          <p:cNvPr id="18" name="Shape 16"/>
          <p:cNvSpPr/>
          <p:nvPr/>
        </p:nvSpPr>
        <p:spPr>
          <a:xfrm>
            <a:off x="2611055" y="2849174"/>
            <a:ext cx="142871" cy="143506"/>
          </a:xfrm>
          <a:prstGeom prst="diamond">
            <a:avLst/>
          </a:prstGeom>
          <a:solidFill>
            <a:srgbClr val="FFFFFF"/>
          </a:solidFill>
          <a:ln w="12700">
            <a:solidFill>
              <a:srgbClr val="1A1A16"/>
            </a:solidFill>
            <a:prstDash val="solid"/>
          </a:ln>
        </p:spPr>
      </p:sp>
      <p:sp>
        <p:nvSpPr>
          <p:cNvPr id="19" name="Shape 17"/>
          <p:cNvSpPr/>
          <p:nvPr/>
        </p:nvSpPr>
        <p:spPr>
          <a:xfrm>
            <a:off x="2682508" y="2990775"/>
            <a:ext cx="0" cy="539737"/>
          </a:xfrm>
          <a:prstGeom prst="line">
            <a:avLst/>
          </a:prstGeom>
          <a:noFill/>
          <a:ln w="10160">
            <a:solidFill>
              <a:srgbClr val="8A8A80"/>
            </a:solidFill>
            <a:prstDash val="solid"/>
          </a:ln>
        </p:spPr>
      </p:sp>
      <p:sp>
        <p:nvSpPr>
          <p:cNvPr id="20" name="Shape 18"/>
          <p:cNvSpPr/>
          <p:nvPr/>
        </p:nvSpPr>
        <p:spPr>
          <a:xfrm>
            <a:off x="2795200" y="2849174"/>
            <a:ext cx="143506" cy="143506"/>
          </a:xfrm>
          <a:prstGeom prst="diamond">
            <a:avLst/>
          </a:prstGeom>
          <a:solidFill>
            <a:srgbClr val="FFFFFF"/>
          </a:solidFill>
          <a:ln w="12700">
            <a:solidFill>
              <a:srgbClr val="1A1A16"/>
            </a:solidFill>
            <a:prstDash val="solid"/>
          </a:ln>
        </p:spPr>
      </p:sp>
      <p:sp>
        <p:nvSpPr>
          <p:cNvPr id="21" name="Shape 19"/>
          <p:cNvSpPr/>
          <p:nvPr/>
        </p:nvSpPr>
        <p:spPr>
          <a:xfrm>
            <a:off x="2867013" y="2990775"/>
            <a:ext cx="0" cy="539737"/>
          </a:xfrm>
          <a:prstGeom prst="line">
            <a:avLst/>
          </a:prstGeom>
          <a:noFill/>
          <a:ln w="10160">
            <a:solidFill>
              <a:srgbClr val="8A8A80"/>
            </a:solidFill>
            <a:prstDash val="solid"/>
          </a:ln>
        </p:spPr>
      </p:sp>
      <p:sp>
        <p:nvSpPr>
          <p:cNvPr id="22" name="Shape 20"/>
          <p:cNvSpPr/>
          <p:nvPr/>
        </p:nvSpPr>
        <p:spPr>
          <a:xfrm>
            <a:off x="2979980" y="2849174"/>
            <a:ext cx="142871" cy="143506"/>
          </a:xfrm>
          <a:prstGeom prst="diamond">
            <a:avLst/>
          </a:prstGeom>
          <a:solidFill>
            <a:srgbClr val="FFFFFF"/>
          </a:solidFill>
          <a:ln w="12700">
            <a:solidFill>
              <a:srgbClr val="1A1A16"/>
            </a:solidFill>
            <a:prstDash val="solid"/>
          </a:ln>
        </p:spPr>
      </p:sp>
      <p:sp>
        <p:nvSpPr>
          <p:cNvPr id="23" name="Shape 21"/>
          <p:cNvSpPr/>
          <p:nvPr/>
        </p:nvSpPr>
        <p:spPr>
          <a:xfrm>
            <a:off x="3051518" y="2990775"/>
            <a:ext cx="0" cy="539737"/>
          </a:xfrm>
          <a:prstGeom prst="line">
            <a:avLst/>
          </a:prstGeom>
          <a:noFill/>
          <a:ln w="10160">
            <a:solidFill>
              <a:srgbClr val="8A8A80"/>
            </a:solidFill>
            <a:prstDash val="solid"/>
          </a:ln>
        </p:spPr>
      </p:sp>
      <p:sp>
        <p:nvSpPr>
          <p:cNvPr id="24" name="Shape 22"/>
          <p:cNvSpPr/>
          <p:nvPr/>
        </p:nvSpPr>
        <p:spPr>
          <a:xfrm>
            <a:off x="3164126" y="2849174"/>
            <a:ext cx="143506" cy="143506"/>
          </a:xfrm>
          <a:prstGeom prst="diamond">
            <a:avLst/>
          </a:prstGeom>
          <a:solidFill>
            <a:srgbClr val="FFFFFF"/>
          </a:solidFill>
          <a:ln w="12700">
            <a:solidFill>
              <a:srgbClr val="1A1A16"/>
            </a:solidFill>
            <a:prstDash val="solid"/>
          </a:ln>
        </p:spPr>
      </p:sp>
      <p:sp>
        <p:nvSpPr>
          <p:cNvPr id="25" name="Shape 23"/>
          <p:cNvSpPr/>
          <p:nvPr/>
        </p:nvSpPr>
        <p:spPr>
          <a:xfrm>
            <a:off x="3236023" y="2990775"/>
            <a:ext cx="0" cy="539737"/>
          </a:xfrm>
          <a:prstGeom prst="line">
            <a:avLst/>
          </a:prstGeom>
          <a:noFill/>
          <a:ln w="10160">
            <a:solidFill>
              <a:srgbClr val="8A8A80"/>
            </a:solidFill>
            <a:prstDash val="solid"/>
          </a:ln>
        </p:spPr>
      </p:sp>
      <p:sp>
        <p:nvSpPr>
          <p:cNvPr id="26" name="Shape 24"/>
          <p:cNvSpPr/>
          <p:nvPr/>
        </p:nvSpPr>
        <p:spPr>
          <a:xfrm>
            <a:off x="3348906" y="2849174"/>
            <a:ext cx="143506" cy="143506"/>
          </a:xfrm>
          <a:prstGeom prst="diamond">
            <a:avLst/>
          </a:prstGeom>
          <a:solidFill>
            <a:srgbClr val="FFFFFF"/>
          </a:solidFill>
          <a:ln w="12700">
            <a:solidFill>
              <a:srgbClr val="1A1A16"/>
            </a:solidFill>
            <a:prstDash val="solid"/>
          </a:ln>
        </p:spPr>
      </p:sp>
      <p:sp>
        <p:nvSpPr>
          <p:cNvPr id="27" name="Shape 25"/>
          <p:cNvSpPr/>
          <p:nvPr/>
        </p:nvSpPr>
        <p:spPr>
          <a:xfrm>
            <a:off x="3420528" y="2990775"/>
            <a:ext cx="0" cy="539737"/>
          </a:xfrm>
          <a:prstGeom prst="line">
            <a:avLst/>
          </a:prstGeom>
          <a:noFill/>
          <a:ln w="10160">
            <a:solidFill>
              <a:srgbClr val="8A8A80"/>
            </a:solidFill>
            <a:prstDash val="solid"/>
          </a:ln>
        </p:spPr>
      </p:sp>
      <p:sp>
        <p:nvSpPr>
          <p:cNvPr id="28" name="Shape 26"/>
          <p:cNvSpPr/>
          <p:nvPr/>
        </p:nvSpPr>
        <p:spPr>
          <a:xfrm>
            <a:off x="3533687" y="2849174"/>
            <a:ext cx="142871" cy="143506"/>
          </a:xfrm>
          <a:prstGeom prst="diamond">
            <a:avLst/>
          </a:prstGeom>
          <a:solidFill>
            <a:srgbClr val="FFFFFF"/>
          </a:solidFill>
          <a:ln w="12700">
            <a:solidFill>
              <a:srgbClr val="1A1A16"/>
            </a:solidFill>
            <a:prstDash val="solid"/>
          </a:ln>
        </p:spPr>
      </p:sp>
      <p:sp>
        <p:nvSpPr>
          <p:cNvPr id="29" name="Shape 27"/>
          <p:cNvSpPr/>
          <p:nvPr/>
        </p:nvSpPr>
        <p:spPr>
          <a:xfrm>
            <a:off x="3605033" y="2990775"/>
            <a:ext cx="0" cy="539737"/>
          </a:xfrm>
          <a:prstGeom prst="line">
            <a:avLst/>
          </a:prstGeom>
          <a:noFill/>
          <a:ln w="10160">
            <a:solidFill>
              <a:srgbClr val="8A8A80"/>
            </a:solidFill>
            <a:prstDash val="solid"/>
          </a:ln>
        </p:spPr>
      </p:sp>
      <p:sp>
        <p:nvSpPr>
          <p:cNvPr id="30" name="Shape 28"/>
          <p:cNvSpPr/>
          <p:nvPr/>
        </p:nvSpPr>
        <p:spPr>
          <a:xfrm>
            <a:off x="3717832" y="2849174"/>
            <a:ext cx="143506" cy="143506"/>
          </a:xfrm>
          <a:prstGeom prst="diamond">
            <a:avLst/>
          </a:prstGeom>
          <a:solidFill>
            <a:srgbClr val="FFFFFF"/>
          </a:solidFill>
          <a:ln w="12700">
            <a:solidFill>
              <a:srgbClr val="1A1A16"/>
            </a:solidFill>
            <a:prstDash val="solid"/>
          </a:ln>
        </p:spPr>
      </p:sp>
      <p:sp>
        <p:nvSpPr>
          <p:cNvPr id="31" name="Shape 29"/>
          <p:cNvSpPr/>
          <p:nvPr/>
        </p:nvSpPr>
        <p:spPr>
          <a:xfrm>
            <a:off x="3789537" y="2990775"/>
            <a:ext cx="0" cy="539737"/>
          </a:xfrm>
          <a:prstGeom prst="line">
            <a:avLst/>
          </a:prstGeom>
          <a:noFill/>
          <a:ln w="10160">
            <a:solidFill>
              <a:srgbClr val="8A8A80"/>
            </a:solidFill>
            <a:prstDash val="solid"/>
          </a:ln>
        </p:spPr>
      </p:sp>
      <p:sp>
        <p:nvSpPr>
          <p:cNvPr id="32" name="Shape 30"/>
          <p:cNvSpPr/>
          <p:nvPr/>
        </p:nvSpPr>
        <p:spPr>
          <a:xfrm>
            <a:off x="3902612" y="2849174"/>
            <a:ext cx="142871" cy="143506"/>
          </a:xfrm>
          <a:prstGeom prst="diamond">
            <a:avLst/>
          </a:prstGeom>
          <a:solidFill>
            <a:srgbClr val="FFFFFF"/>
          </a:solidFill>
          <a:ln w="12700">
            <a:solidFill>
              <a:srgbClr val="1A1A16"/>
            </a:solidFill>
            <a:prstDash val="solid"/>
          </a:ln>
        </p:spPr>
      </p:sp>
      <p:sp>
        <p:nvSpPr>
          <p:cNvPr id="33" name="Shape 31"/>
          <p:cNvSpPr/>
          <p:nvPr/>
        </p:nvSpPr>
        <p:spPr>
          <a:xfrm>
            <a:off x="3974042" y="2990775"/>
            <a:ext cx="0" cy="539737"/>
          </a:xfrm>
          <a:prstGeom prst="line">
            <a:avLst/>
          </a:prstGeom>
          <a:noFill/>
          <a:ln w="10160">
            <a:solidFill>
              <a:srgbClr val="8A8A80"/>
            </a:solidFill>
            <a:prstDash val="solid"/>
          </a:ln>
        </p:spPr>
      </p:sp>
      <p:sp>
        <p:nvSpPr>
          <p:cNvPr id="34" name="Shape 32"/>
          <p:cNvSpPr/>
          <p:nvPr/>
        </p:nvSpPr>
        <p:spPr>
          <a:xfrm>
            <a:off x="4086758" y="2849174"/>
            <a:ext cx="143506" cy="143506"/>
          </a:xfrm>
          <a:prstGeom prst="diamond">
            <a:avLst/>
          </a:prstGeom>
          <a:solidFill>
            <a:srgbClr val="FFFFFF"/>
          </a:solidFill>
          <a:ln w="12700">
            <a:solidFill>
              <a:srgbClr val="1A1A16"/>
            </a:solidFill>
            <a:prstDash val="solid"/>
          </a:ln>
        </p:spPr>
      </p:sp>
      <p:sp>
        <p:nvSpPr>
          <p:cNvPr id="35" name="Shape 33"/>
          <p:cNvSpPr/>
          <p:nvPr/>
        </p:nvSpPr>
        <p:spPr>
          <a:xfrm>
            <a:off x="4158547" y="2990775"/>
            <a:ext cx="0" cy="539737"/>
          </a:xfrm>
          <a:prstGeom prst="line">
            <a:avLst/>
          </a:prstGeom>
          <a:noFill/>
          <a:ln w="10160">
            <a:solidFill>
              <a:srgbClr val="8A8A80"/>
            </a:solidFill>
            <a:prstDash val="solid"/>
          </a:ln>
        </p:spPr>
      </p:sp>
      <p:sp>
        <p:nvSpPr>
          <p:cNvPr id="36" name="Shape 34"/>
          <p:cNvSpPr/>
          <p:nvPr/>
        </p:nvSpPr>
        <p:spPr>
          <a:xfrm>
            <a:off x="4271538" y="2849174"/>
            <a:ext cx="142871" cy="143506"/>
          </a:xfrm>
          <a:prstGeom prst="diamond">
            <a:avLst/>
          </a:prstGeom>
          <a:solidFill>
            <a:srgbClr val="FFFFFF"/>
          </a:solidFill>
          <a:ln w="12700">
            <a:solidFill>
              <a:srgbClr val="1A1A16"/>
            </a:solidFill>
            <a:prstDash val="solid"/>
          </a:ln>
        </p:spPr>
      </p:sp>
      <p:sp>
        <p:nvSpPr>
          <p:cNvPr id="37" name="Shape 35"/>
          <p:cNvSpPr/>
          <p:nvPr/>
        </p:nvSpPr>
        <p:spPr>
          <a:xfrm>
            <a:off x="4343052" y="2990775"/>
            <a:ext cx="0" cy="539737"/>
          </a:xfrm>
          <a:prstGeom prst="line">
            <a:avLst/>
          </a:prstGeom>
          <a:noFill/>
          <a:ln w="10160">
            <a:solidFill>
              <a:srgbClr val="8A8A80"/>
            </a:solidFill>
            <a:prstDash val="solid"/>
          </a:ln>
        </p:spPr>
      </p:sp>
      <p:sp>
        <p:nvSpPr>
          <p:cNvPr id="38" name="Shape 36"/>
          <p:cNvSpPr/>
          <p:nvPr/>
        </p:nvSpPr>
        <p:spPr>
          <a:xfrm>
            <a:off x="4455684" y="2849174"/>
            <a:ext cx="143506" cy="143506"/>
          </a:xfrm>
          <a:prstGeom prst="diamond">
            <a:avLst/>
          </a:prstGeom>
          <a:solidFill>
            <a:srgbClr val="FFFFFF"/>
          </a:solidFill>
          <a:ln w="12700">
            <a:solidFill>
              <a:srgbClr val="1A1A16"/>
            </a:solidFill>
            <a:prstDash val="solid"/>
          </a:ln>
        </p:spPr>
      </p:sp>
      <p:sp>
        <p:nvSpPr>
          <p:cNvPr id="39" name="Shape 37"/>
          <p:cNvSpPr/>
          <p:nvPr/>
        </p:nvSpPr>
        <p:spPr>
          <a:xfrm>
            <a:off x="4527557" y="2990775"/>
            <a:ext cx="0" cy="539737"/>
          </a:xfrm>
          <a:prstGeom prst="line">
            <a:avLst/>
          </a:prstGeom>
          <a:noFill/>
          <a:ln w="10160">
            <a:solidFill>
              <a:srgbClr val="8A8A80"/>
            </a:solidFill>
            <a:prstDash val="solid"/>
          </a:ln>
        </p:spPr>
      </p:sp>
      <p:sp>
        <p:nvSpPr>
          <p:cNvPr id="40" name="Shape 38"/>
          <p:cNvSpPr/>
          <p:nvPr/>
        </p:nvSpPr>
        <p:spPr>
          <a:xfrm>
            <a:off x="4640464" y="2849174"/>
            <a:ext cx="143506" cy="143506"/>
          </a:xfrm>
          <a:prstGeom prst="diamond">
            <a:avLst/>
          </a:prstGeom>
          <a:solidFill>
            <a:srgbClr val="FFFFFF"/>
          </a:solidFill>
          <a:ln w="12700">
            <a:solidFill>
              <a:srgbClr val="1A1A16"/>
            </a:solidFill>
            <a:prstDash val="solid"/>
          </a:ln>
        </p:spPr>
      </p:sp>
      <p:sp>
        <p:nvSpPr>
          <p:cNvPr id="41" name="Shape 39"/>
          <p:cNvSpPr/>
          <p:nvPr/>
        </p:nvSpPr>
        <p:spPr>
          <a:xfrm>
            <a:off x="4712061" y="2990775"/>
            <a:ext cx="0" cy="539737"/>
          </a:xfrm>
          <a:prstGeom prst="line">
            <a:avLst/>
          </a:prstGeom>
          <a:noFill/>
          <a:ln w="10160">
            <a:solidFill>
              <a:srgbClr val="8A8A80"/>
            </a:solidFill>
            <a:prstDash val="solid"/>
          </a:ln>
        </p:spPr>
      </p:sp>
      <p:sp>
        <p:nvSpPr>
          <p:cNvPr id="42" name="Shape 40"/>
          <p:cNvSpPr/>
          <p:nvPr/>
        </p:nvSpPr>
        <p:spPr>
          <a:xfrm>
            <a:off x="4825244" y="2849174"/>
            <a:ext cx="142871" cy="143506"/>
          </a:xfrm>
          <a:prstGeom prst="diamond">
            <a:avLst/>
          </a:prstGeom>
          <a:solidFill>
            <a:srgbClr val="FFFFFF"/>
          </a:solidFill>
          <a:ln w="12700">
            <a:solidFill>
              <a:srgbClr val="1A1A16"/>
            </a:solidFill>
            <a:prstDash val="solid"/>
          </a:ln>
        </p:spPr>
      </p:sp>
      <p:sp>
        <p:nvSpPr>
          <p:cNvPr id="43" name="Shape 41"/>
          <p:cNvSpPr/>
          <p:nvPr/>
        </p:nvSpPr>
        <p:spPr>
          <a:xfrm>
            <a:off x="4896566" y="2990775"/>
            <a:ext cx="0" cy="539737"/>
          </a:xfrm>
          <a:prstGeom prst="line">
            <a:avLst/>
          </a:prstGeom>
          <a:noFill/>
          <a:ln w="10160">
            <a:solidFill>
              <a:srgbClr val="8A8A80"/>
            </a:solidFill>
            <a:prstDash val="solid"/>
          </a:ln>
        </p:spPr>
      </p:sp>
      <p:sp>
        <p:nvSpPr>
          <p:cNvPr id="44" name="Shape 42"/>
          <p:cNvSpPr/>
          <p:nvPr/>
        </p:nvSpPr>
        <p:spPr>
          <a:xfrm>
            <a:off x="5009390" y="2849174"/>
            <a:ext cx="143506" cy="143506"/>
          </a:xfrm>
          <a:prstGeom prst="diamond">
            <a:avLst/>
          </a:prstGeom>
          <a:solidFill>
            <a:srgbClr val="FFFFFF"/>
          </a:solidFill>
          <a:ln w="12700">
            <a:solidFill>
              <a:srgbClr val="1A1A16"/>
            </a:solidFill>
            <a:prstDash val="solid"/>
          </a:ln>
        </p:spPr>
      </p:sp>
      <p:sp>
        <p:nvSpPr>
          <p:cNvPr id="45" name="Shape 43"/>
          <p:cNvSpPr/>
          <p:nvPr/>
        </p:nvSpPr>
        <p:spPr>
          <a:xfrm>
            <a:off x="5081071" y="2990775"/>
            <a:ext cx="0" cy="539737"/>
          </a:xfrm>
          <a:prstGeom prst="line">
            <a:avLst/>
          </a:prstGeom>
          <a:noFill/>
          <a:ln w="10160">
            <a:solidFill>
              <a:srgbClr val="8A8A80"/>
            </a:solidFill>
            <a:prstDash val="solid"/>
          </a:ln>
        </p:spPr>
      </p:sp>
      <p:sp>
        <p:nvSpPr>
          <p:cNvPr id="46" name="Shape 44"/>
          <p:cNvSpPr/>
          <p:nvPr/>
        </p:nvSpPr>
        <p:spPr>
          <a:xfrm>
            <a:off x="5194170" y="2849174"/>
            <a:ext cx="142871" cy="143506"/>
          </a:xfrm>
          <a:prstGeom prst="diamond">
            <a:avLst/>
          </a:prstGeom>
          <a:solidFill>
            <a:srgbClr val="FFFFFF"/>
          </a:solidFill>
          <a:ln w="12700">
            <a:solidFill>
              <a:srgbClr val="1A1A16"/>
            </a:solidFill>
            <a:prstDash val="solid"/>
          </a:ln>
        </p:spPr>
      </p:sp>
      <p:sp>
        <p:nvSpPr>
          <p:cNvPr id="47" name="Shape 45"/>
          <p:cNvSpPr/>
          <p:nvPr/>
        </p:nvSpPr>
        <p:spPr>
          <a:xfrm>
            <a:off x="5265576" y="2990775"/>
            <a:ext cx="0" cy="539737"/>
          </a:xfrm>
          <a:prstGeom prst="line">
            <a:avLst/>
          </a:prstGeom>
          <a:noFill/>
          <a:ln w="10160">
            <a:solidFill>
              <a:srgbClr val="8A8A80"/>
            </a:solidFill>
            <a:prstDash val="solid"/>
          </a:ln>
        </p:spPr>
      </p:sp>
      <p:sp>
        <p:nvSpPr>
          <p:cNvPr id="48" name="Shape 46"/>
          <p:cNvSpPr/>
          <p:nvPr/>
        </p:nvSpPr>
        <p:spPr>
          <a:xfrm>
            <a:off x="5378316" y="2849174"/>
            <a:ext cx="143506" cy="143506"/>
          </a:xfrm>
          <a:prstGeom prst="diamond">
            <a:avLst/>
          </a:prstGeom>
          <a:solidFill>
            <a:srgbClr val="FFFFFF"/>
          </a:solidFill>
          <a:ln w="12700">
            <a:solidFill>
              <a:srgbClr val="1A1A16"/>
            </a:solidFill>
            <a:prstDash val="solid"/>
          </a:ln>
        </p:spPr>
      </p:sp>
      <p:sp>
        <p:nvSpPr>
          <p:cNvPr id="49" name="Shape 47"/>
          <p:cNvSpPr/>
          <p:nvPr/>
        </p:nvSpPr>
        <p:spPr>
          <a:xfrm>
            <a:off x="5450081" y="2990775"/>
            <a:ext cx="0" cy="539737"/>
          </a:xfrm>
          <a:prstGeom prst="line">
            <a:avLst/>
          </a:prstGeom>
          <a:noFill/>
          <a:ln w="10160">
            <a:solidFill>
              <a:srgbClr val="8A8A80"/>
            </a:solidFill>
            <a:prstDash val="solid"/>
          </a:ln>
        </p:spPr>
      </p:sp>
      <p:sp>
        <p:nvSpPr>
          <p:cNvPr id="50" name="Shape 48"/>
          <p:cNvSpPr/>
          <p:nvPr/>
        </p:nvSpPr>
        <p:spPr>
          <a:xfrm>
            <a:off x="5563096" y="2849174"/>
            <a:ext cx="142871" cy="143506"/>
          </a:xfrm>
          <a:prstGeom prst="diamond">
            <a:avLst/>
          </a:prstGeom>
          <a:solidFill>
            <a:srgbClr val="FFFFFF"/>
          </a:solidFill>
          <a:ln w="12700">
            <a:solidFill>
              <a:srgbClr val="1A1A16"/>
            </a:solidFill>
            <a:prstDash val="solid"/>
          </a:ln>
        </p:spPr>
      </p:sp>
      <p:sp>
        <p:nvSpPr>
          <p:cNvPr id="51" name="Shape 49"/>
          <p:cNvSpPr/>
          <p:nvPr/>
        </p:nvSpPr>
        <p:spPr>
          <a:xfrm>
            <a:off x="5634586" y="2990775"/>
            <a:ext cx="0" cy="539737"/>
          </a:xfrm>
          <a:prstGeom prst="line">
            <a:avLst/>
          </a:prstGeom>
          <a:noFill/>
          <a:ln w="10160">
            <a:solidFill>
              <a:srgbClr val="8A8A80"/>
            </a:solidFill>
            <a:prstDash val="solid"/>
          </a:ln>
        </p:spPr>
      </p:sp>
      <p:sp>
        <p:nvSpPr>
          <p:cNvPr id="52" name="Shape 50"/>
          <p:cNvSpPr/>
          <p:nvPr/>
        </p:nvSpPr>
        <p:spPr>
          <a:xfrm>
            <a:off x="5747241" y="2849174"/>
            <a:ext cx="143506" cy="143506"/>
          </a:xfrm>
          <a:prstGeom prst="diamond">
            <a:avLst/>
          </a:prstGeom>
          <a:solidFill>
            <a:srgbClr val="FFFFFF"/>
          </a:solidFill>
          <a:ln w="12700">
            <a:solidFill>
              <a:srgbClr val="1A1A16"/>
            </a:solidFill>
            <a:prstDash val="solid"/>
          </a:ln>
        </p:spPr>
      </p:sp>
      <p:sp>
        <p:nvSpPr>
          <p:cNvPr id="53" name="Shape 51"/>
          <p:cNvSpPr/>
          <p:nvPr/>
        </p:nvSpPr>
        <p:spPr>
          <a:xfrm>
            <a:off x="5819090" y="2990775"/>
            <a:ext cx="0" cy="539737"/>
          </a:xfrm>
          <a:prstGeom prst="line">
            <a:avLst/>
          </a:prstGeom>
          <a:noFill/>
          <a:ln w="10160">
            <a:solidFill>
              <a:srgbClr val="8A8A80"/>
            </a:solidFill>
            <a:prstDash val="solid"/>
          </a:ln>
        </p:spPr>
      </p:sp>
      <p:sp>
        <p:nvSpPr>
          <p:cNvPr id="54" name="Shape 52"/>
          <p:cNvSpPr/>
          <p:nvPr/>
        </p:nvSpPr>
        <p:spPr>
          <a:xfrm>
            <a:off x="5932022" y="2849174"/>
            <a:ext cx="143506" cy="143506"/>
          </a:xfrm>
          <a:prstGeom prst="diamond">
            <a:avLst/>
          </a:prstGeom>
          <a:solidFill>
            <a:srgbClr val="FFFFFF"/>
          </a:solidFill>
          <a:ln w="12700">
            <a:solidFill>
              <a:srgbClr val="1A1A16"/>
            </a:solidFill>
            <a:prstDash val="solid"/>
          </a:ln>
        </p:spPr>
      </p:sp>
      <p:sp>
        <p:nvSpPr>
          <p:cNvPr id="55" name="Shape 53"/>
          <p:cNvSpPr/>
          <p:nvPr/>
        </p:nvSpPr>
        <p:spPr>
          <a:xfrm>
            <a:off x="6003595" y="2990775"/>
            <a:ext cx="0" cy="539737"/>
          </a:xfrm>
          <a:prstGeom prst="line">
            <a:avLst/>
          </a:prstGeom>
          <a:noFill/>
          <a:ln w="10160">
            <a:solidFill>
              <a:srgbClr val="8A8A80"/>
            </a:solidFill>
            <a:prstDash val="solid"/>
          </a:ln>
        </p:spPr>
      </p:sp>
      <p:sp>
        <p:nvSpPr>
          <p:cNvPr id="56" name="Shape 54"/>
          <p:cNvSpPr/>
          <p:nvPr/>
        </p:nvSpPr>
        <p:spPr>
          <a:xfrm>
            <a:off x="6116167" y="2849174"/>
            <a:ext cx="143506" cy="143506"/>
          </a:xfrm>
          <a:prstGeom prst="diamond">
            <a:avLst/>
          </a:prstGeom>
          <a:solidFill>
            <a:srgbClr val="FFFFFF"/>
          </a:solidFill>
          <a:ln w="12700">
            <a:solidFill>
              <a:srgbClr val="1A1A16"/>
            </a:solidFill>
            <a:prstDash val="solid"/>
          </a:ln>
        </p:spPr>
      </p:sp>
      <p:sp>
        <p:nvSpPr>
          <p:cNvPr id="57" name="Shape 55"/>
          <p:cNvSpPr/>
          <p:nvPr/>
        </p:nvSpPr>
        <p:spPr>
          <a:xfrm>
            <a:off x="6188100" y="2990775"/>
            <a:ext cx="0" cy="539737"/>
          </a:xfrm>
          <a:prstGeom prst="line">
            <a:avLst/>
          </a:prstGeom>
          <a:noFill/>
          <a:ln w="10160">
            <a:solidFill>
              <a:srgbClr val="8A8A80"/>
            </a:solidFill>
            <a:prstDash val="solid"/>
          </a:ln>
        </p:spPr>
      </p:sp>
      <p:sp>
        <p:nvSpPr>
          <p:cNvPr id="58" name="Shape 56"/>
          <p:cNvSpPr/>
          <p:nvPr/>
        </p:nvSpPr>
        <p:spPr>
          <a:xfrm>
            <a:off x="6300947" y="2849174"/>
            <a:ext cx="143506" cy="143506"/>
          </a:xfrm>
          <a:prstGeom prst="diamond">
            <a:avLst/>
          </a:prstGeom>
          <a:solidFill>
            <a:srgbClr val="FFFFFF"/>
          </a:solidFill>
          <a:ln w="12700">
            <a:solidFill>
              <a:srgbClr val="1A1A16"/>
            </a:solidFill>
            <a:prstDash val="solid"/>
          </a:ln>
        </p:spPr>
      </p:sp>
      <p:sp>
        <p:nvSpPr>
          <p:cNvPr id="59" name="Shape 57"/>
          <p:cNvSpPr/>
          <p:nvPr/>
        </p:nvSpPr>
        <p:spPr>
          <a:xfrm>
            <a:off x="6372605" y="2990775"/>
            <a:ext cx="0" cy="539737"/>
          </a:xfrm>
          <a:prstGeom prst="line">
            <a:avLst/>
          </a:prstGeom>
          <a:noFill/>
          <a:ln w="10160">
            <a:solidFill>
              <a:srgbClr val="8A8A80"/>
            </a:solidFill>
            <a:prstDash val="solid"/>
          </a:ln>
        </p:spPr>
      </p:sp>
      <p:sp>
        <p:nvSpPr>
          <p:cNvPr id="60" name="Shape 58"/>
          <p:cNvSpPr/>
          <p:nvPr/>
        </p:nvSpPr>
        <p:spPr>
          <a:xfrm>
            <a:off x="6485728" y="2849174"/>
            <a:ext cx="142871" cy="143506"/>
          </a:xfrm>
          <a:prstGeom prst="diamond">
            <a:avLst/>
          </a:prstGeom>
          <a:solidFill>
            <a:srgbClr val="FFFFFF"/>
          </a:solidFill>
          <a:ln w="12700">
            <a:solidFill>
              <a:srgbClr val="1A1A16"/>
            </a:solidFill>
            <a:prstDash val="solid"/>
          </a:ln>
        </p:spPr>
      </p:sp>
      <p:sp>
        <p:nvSpPr>
          <p:cNvPr id="61" name="Shape 59"/>
          <p:cNvSpPr/>
          <p:nvPr/>
        </p:nvSpPr>
        <p:spPr>
          <a:xfrm>
            <a:off x="6557110" y="2990775"/>
            <a:ext cx="0" cy="539737"/>
          </a:xfrm>
          <a:prstGeom prst="line">
            <a:avLst/>
          </a:prstGeom>
          <a:noFill/>
          <a:ln w="10160">
            <a:solidFill>
              <a:srgbClr val="8A8A80"/>
            </a:solidFill>
            <a:prstDash val="solid"/>
          </a:ln>
        </p:spPr>
      </p:sp>
      <p:sp>
        <p:nvSpPr>
          <p:cNvPr id="62" name="Shape 60"/>
          <p:cNvSpPr/>
          <p:nvPr/>
        </p:nvSpPr>
        <p:spPr>
          <a:xfrm>
            <a:off x="6669873" y="2849174"/>
            <a:ext cx="143506" cy="143506"/>
          </a:xfrm>
          <a:prstGeom prst="diamond">
            <a:avLst/>
          </a:prstGeom>
          <a:solidFill>
            <a:srgbClr val="FFFFFF"/>
          </a:solidFill>
          <a:ln w="12700">
            <a:solidFill>
              <a:srgbClr val="1A1A16"/>
            </a:solidFill>
            <a:prstDash val="solid"/>
          </a:ln>
        </p:spPr>
      </p:sp>
      <p:sp>
        <p:nvSpPr>
          <p:cNvPr id="63" name="Shape 61"/>
          <p:cNvSpPr/>
          <p:nvPr/>
        </p:nvSpPr>
        <p:spPr>
          <a:xfrm>
            <a:off x="6741614" y="2990775"/>
            <a:ext cx="0" cy="539737"/>
          </a:xfrm>
          <a:prstGeom prst="line">
            <a:avLst/>
          </a:prstGeom>
          <a:noFill/>
          <a:ln w="10160">
            <a:solidFill>
              <a:srgbClr val="8A8A80"/>
            </a:solidFill>
            <a:prstDash val="solid"/>
          </a:ln>
        </p:spPr>
      </p:sp>
      <p:sp>
        <p:nvSpPr>
          <p:cNvPr id="64" name="Shape 62"/>
          <p:cNvSpPr/>
          <p:nvPr/>
        </p:nvSpPr>
        <p:spPr>
          <a:xfrm>
            <a:off x="6854654" y="2849174"/>
            <a:ext cx="142871" cy="143506"/>
          </a:xfrm>
          <a:prstGeom prst="diamond">
            <a:avLst/>
          </a:prstGeom>
          <a:solidFill>
            <a:srgbClr val="FFFFFF"/>
          </a:solidFill>
          <a:ln w="12700">
            <a:solidFill>
              <a:srgbClr val="1A1A16"/>
            </a:solidFill>
            <a:prstDash val="solid"/>
          </a:ln>
        </p:spPr>
      </p:sp>
      <p:sp>
        <p:nvSpPr>
          <p:cNvPr id="65" name="Shape 63"/>
          <p:cNvSpPr/>
          <p:nvPr/>
        </p:nvSpPr>
        <p:spPr>
          <a:xfrm>
            <a:off x="6926119" y="2990775"/>
            <a:ext cx="0" cy="539737"/>
          </a:xfrm>
          <a:prstGeom prst="line">
            <a:avLst/>
          </a:prstGeom>
          <a:noFill/>
          <a:ln w="10160">
            <a:solidFill>
              <a:srgbClr val="8A8A80"/>
            </a:solidFill>
            <a:prstDash val="solid"/>
          </a:ln>
        </p:spPr>
      </p:sp>
      <p:sp>
        <p:nvSpPr>
          <p:cNvPr id="66" name="Shape 64"/>
          <p:cNvSpPr/>
          <p:nvPr/>
        </p:nvSpPr>
        <p:spPr>
          <a:xfrm>
            <a:off x="7038799" y="2849174"/>
            <a:ext cx="143506" cy="143506"/>
          </a:xfrm>
          <a:prstGeom prst="diamond">
            <a:avLst/>
          </a:prstGeom>
          <a:solidFill>
            <a:srgbClr val="FFFFFF"/>
          </a:solidFill>
          <a:ln w="12700">
            <a:solidFill>
              <a:srgbClr val="1A1A16"/>
            </a:solidFill>
            <a:prstDash val="solid"/>
          </a:ln>
        </p:spPr>
      </p:sp>
      <p:sp>
        <p:nvSpPr>
          <p:cNvPr id="67" name="Shape 65"/>
          <p:cNvSpPr/>
          <p:nvPr/>
        </p:nvSpPr>
        <p:spPr>
          <a:xfrm>
            <a:off x="7110624" y="2990775"/>
            <a:ext cx="0" cy="539737"/>
          </a:xfrm>
          <a:prstGeom prst="line">
            <a:avLst/>
          </a:prstGeom>
          <a:noFill/>
          <a:ln w="10160">
            <a:solidFill>
              <a:srgbClr val="8A8A80"/>
            </a:solidFill>
            <a:prstDash val="solid"/>
          </a:ln>
        </p:spPr>
      </p:sp>
      <p:sp>
        <p:nvSpPr>
          <p:cNvPr id="68" name="Shape 66"/>
          <p:cNvSpPr/>
          <p:nvPr/>
        </p:nvSpPr>
        <p:spPr>
          <a:xfrm>
            <a:off x="7223579" y="2849174"/>
            <a:ext cx="142871" cy="143506"/>
          </a:xfrm>
          <a:prstGeom prst="diamond">
            <a:avLst/>
          </a:prstGeom>
          <a:solidFill>
            <a:srgbClr val="FFFFFF"/>
          </a:solidFill>
          <a:ln w="12700">
            <a:solidFill>
              <a:srgbClr val="1A1A16"/>
            </a:solidFill>
            <a:prstDash val="solid"/>
          </a:ln>
        </p:spPr>
      </p:sp>
      <p:sp>
        <p:nvSpPr>
          <p:cNvPr id="69" name="Shape 67"/>
          <p:cNvSpPr/>
          <p:nvPr/>
        </p:nvSpPr>
        <p:spPr>
          <a:xfrm>
            <a:off x="7295129" y="2990775"/>
            <a:ext cx="0" cy="539737"/>
          </a:xfrm>
          <a:prstGeom prst="line">
            <a:avLst/>
          </a:prstGeom>
          <a:noFill/>
          <a:ln w="10160">
            <a:solidFill>
              <a:srgbClr val="8A8A80"/>
            </a:solidFill>
            <a:prstDash val="solid"/>
          </a:ln>
        </p:spPr>
      </p:sp>
      <p:sp>
        <p:nvSpPr>
          <p:cNvPr id="70" name="Shape 68"/>
          <p:cNvSpPr/>
          <p:nvPr/>
        </p:nvSpPr>
        <p:spPr>
          <a:xfrm>
            <a:off x="7407725" y="2849174"/>
            <a:ext cx="143506" cy="143506"/>
          </a:xfrm>
          <a:prstGeom prst="diamond">
            <a:avLst/>
          </a:prstGeom>
          <a:solidFill>
            <a:srgbClr val="FFFFFF"/>
          </a:solidFill>
          <a:ln w="12700">
            <a:solidFill>
              <a:srgbClr val="1A1A16"/>
            </a:solidFill>
            <a:prstDash val="solid"/>
          </a:ln>
        </p:spPr>
      </p:sp>
      <p:sp>
        <p:nvSpPr>
          <p:cNvPr id="71" name="Shape 69"/>
          <p:cNvSpPr/>
          <p:nvPr/>
        </p:nvSpPr>
        <p:spPr>
          <a:xfrm>
            <a:off x="7479634" y="2990775"/>
            <a:ext cx="0" cy="539737"/>
          </a:xfrm>
          <a:prstGeom prst="line">
            <a:avLst/>
          </a:prstGeom>
          <a:noFill/>
          <a:ln w="10160">
            <a:solidFill>
              <a:srgbClr val="8A8A80"/>
            </a:solidFill>
            <a:prstDash val="solid"/>
          </a:ln>
        </p:spPr>
      </p:sp>
      <p:sp>
        <p:nvSpPr>
          <p:cNvPr id="72" name="Shape 70"/>
          <p:cNvSpPr/>
          <p:nvPr/>
        </p:nvSpPr>
        <p:spPr>
          <a:xfrm>
            <a:off x="7592505" y="2849174"/>
            <a:ext cx="143506" cy="143506"/>
          </a:xfrm>
          <a:prstGeom prst="diamond">
            <a:avLst/>
          </a:prstGeom>
          <a:solidFill>
            <a:srgbClr val="FFFFFF"/>
          </a:solidFill>
          <a:ln w="12700">
            <a:solidFill>
              <a:srgbClr val="1A1A16"/>
            </a:solidFill>
            <a:prstDash val="solid"/>
          </a:ln>
        </p:spPr>
      </p:sp>
      <p:sp>
        <p:nvSpPr>
          <p:cNvPr id="73" name="Shape 71"/>
          <p:cNvSpPr/>
          <p:nvPr/>
        </p:nvSpPr>
        <p:spPr>
          <a:xfrm>
            <a:off x="7664139" y="2990775"/>
            <a:ext cx="0" cy="539737"/>
          </a:xfrm>
          <a:prstGeom prst="line">
            <a:avLst/>
          </a:prstGeom>
          <a:noFill/>
          <a:ln w="10160">
            <a:solidFill>
              <a:srgbClr val="8A8A80"/>
            </a:solidFill>
            <a:prstDash val="solid"/>
          </a:ln>
        </p:spPr>
      </p:sp>
      <p:sp>
        <p:nvSpPr>
          <p:cNvPr id="74" name="Shape 72"/>
          <p:cNvSpPr/>
          <p:nvPr/>
        </p:nvSpPr>
        <p:spPr>
          <a:xfrm>
            <a:off x="7777286" y="2849174"/>
            <a:ext cx="142871" cy="143506"/>
          </a:xfrm>
          <a:prstGeom prst="diamond">
            <a:avLst/>
          </a:prstGeom>
          <a:solidFill>
            <a:srgbClr val="FFFFFF"/>
          </a:solidFill>
          <a:ln w="12700">
            <a:solidFill>
              <a:srgbClr val="1A1A16"/>
            </a:solidFill>
            <a:prstDash val="solid"/>
          </a:ln>
        </p:spPr>
      </p:sp>
      <p:sp>
        <p:nvSpPr>
          <p:cNvPr id="75" name="Shape 73"/>
          <p:cNvSpPr/>
          <p:nvPr/>
        </p:nvSpPr>
        <p:spPr>
          <a:xfrm>
            <a:off x="7848643" y="2990775"/>
            <a:ext cx="0" cy="539737"/>
          </a:xfrm>
          <a:prstGeom prst="line">
            <a:avLst/>
          </a:prstGeom>
          <a:noFill/>
          <a:ln w="10160">
            <a:solidFill>
              <a:srgbClr val="8A8A80"/>
            </a:solidFill>
            <a:prstDash val="solid"/>
          </a:ln>
        </p:spPr>
      </p:sp>
      <p:sp>
        <p:nvSpPr>
          <p:cNvPr id="76" name="Shape 74"/>
          <p:cNvSpPr/>
          <p:nvPr/>
        </p:nvSpPr>
        <p:spPr>
          <a:xfrm>
            <a:off x="7961431" y="2849174"/>
            <a:ext cx="143506" cy="143506"/>
          </a:xfrm>
          <a:prstGeom prst="diamond">
            <a:avLst/>
          </a:prstGeom>
          <a:solidFill>
            <a:srgbClr val="FFFFFF"/>
          </a:solidFill>
          <a:ln w="12700">
            <a:solidFill>
              <a:srgbClr val="1A1A16"/>
            </a:solidFill>
            <a:prstDash val="solid"/>
          </a:ln>
        </p:spPr>
      </p:sp>
      <p:sp>
        <p:nvSpPr>
          <p:cNvPr id="77" name="Shape 75"/>
          <p:cNvSpPr/>
          <p:nvPr/>
        </p:nvSpPr>
        <p:spPr>
          <a:xfrm>
            <a:off x="8033148" y="2990775"/>
            <a:ext cx="0" cy="539737"/>
          </a:xfrm>
          <a:prstGeom prst="line">
            <a:avLst/>
          </a:prstGeom>
          <a:noFill/>
          <a:ln w="10160">
            <a:solidFill>
              <a:srgbClr val="8A8A80"/>
            </a:solidFill>
            <a:prstDash val="solid"/>
          </a:ln>
        </p:spPr>
      </p:sp>
      <p:sp>
        <p:nvSpPr>
          <p:cNvPr id="78" name="Shape 76"/>
          <p:cNvSpPr/>
          <p:nvPr/>
        </p:nvSpPr>
        <p:spPr>
          <a:xfrm>
            <a:off x="8146211" y="2849174"/>
            <a:ext cx="142871" cy="143506"/>
          </a:xfrm>
          <a:prstGeom prst="diamond">
            <a:avLst/>
          </a:prstGeom>
          <a:solidFill>
            <a:srgbClr val="FFFFFF"/>
          </a:solidFill>
          <a:ln w="12700">
            <a:solidFill>
              <a:srgbClr val="1A1A16"/>
            </a:solidFill>
            <a:prstDash val="solid"/>
          </a:ln>
        </p:spPr>
      </p:sp>
      <p:sp>
        <p:nvSpPr>
          <p:cNvPr id="79" name="Shape 77"/>
          <p:cNvSpPr/>
          <p:nvPr/>
        </p:nvSpPr>
        <p:spPr>
          <a:xfrm>
            <a:off x="8217653" y="2990775"/>
            <a:ext cx="0" cy="539737"/>
          </a:xfrm>
          <a:prstGeom prst="line">
            <a:avLst/>
          </a:prstGeom>
          <a:noFill/>
          <a:ln w="10160">
            <a:solidFill>
              <a:srgbClr val="8A8A80"/>
            </a:solidFill>
            <a:prstDash val="solid"/>
          </a:ln>
        </p:spPr>
      </p:sp>
      <p:sp>
        <p:nvSpPr>
          <p:cNvPr id="80" name="Shape 78"/>
          <p:cNvSpPr/>
          <p:nvPr/>
        </p:nvSpPr>
        <p:spPr>
          <a:xfrm>
            <a:off x="8330357" y="2849174"/>
            <a:ext cx="143506" cy="143506"/>
          </a:xfrm>
          <a:prstGeom prst="diamond">
            <a:avLst/>
          </a:prstGeom>
          <a:solidFill>
            <a:srgbClr val="FFFFFF"/>
          </a:solidFill>
          <a:ln w="12700">
            <a:solidFill>
              <a:srgbClr val="1A1A16"/>
            </a:solidFill>
            <a:prstDash val="solid"/>
          </a:ln>
        </p:spPr>
      </p:sp>
      <p:sp>
        <p:nvSpPr>
          <p:cNvPr id="81" name="Shape 79"/>
          <p:cNvSpPr/>
          <p:nvPr/>
        </p:nvSpPr>
        <p:spPr>
          <a:xfrm>
            <a:off x="8402158" y="2990775"/>
            <a:ext cx="0" cy="539737"/>
          </a:xfrm>
          <a:prstGeom prst="line">
            <a:avLst/>
          </a:prstGeom>
          <a:noFill/>
          <a:ln w="10160">
            <a:solidFill>
              <a:srgbClr val="8A8A80"/>
            </a:solidFill>
            <a:prstDash val="solid"/>
          </a:ln>
        </p:spPr>
      </p:sp>
      <p:sp>
        <p:nvSpPr>
          <p:cNvPr id="82" name="Shape 80"/>
          <p:cNvSpPr/>
          <p:nvPr/>
        </p:nvSpPr>
        <p:spPr>
          <a:xfrm>
            <a:off x="8515137" y="2849174"/>
            <a:ext cx="142871" cy="143506"/>
          </a:xfrm>
          <a:prstGeom prst="diamond">
            <a:avLst/>
          </a:prstGeom>
          <a:solidFill>
            <a:srgbClr val="FFFFFF"/>
          </a:solidFill>
          <a:ln w="12700">
            <a:solidFill>
              <a:srgbClr val="1A1A16"/>
            </a:solidFill>
            <a:prstDash val="solid"/>
          </a:ln>
        </p:spPr>
      </p:sp>
      <p:sp>
        <p:nvSpPr>
          <p:cNvPr id="83" name="Shape 81"/>
          <p:cNvSpPr/>
          <p:nvPr/>
        </p:nvSpPr>
        <p:spPr>
          <a:xfrm>
            <a:off x="8586663" y="2990775"/>
            <a:ext cx="0" cy="539737"/>
          </a:xfrm>
          <a:prstGeom prst="line">
            <a:avLst/>
          </a:prstGeom>
          <a:noFill/>
          <a:ln w="10160">
            <a:solidFill>
              <a:srgbClr val="8A8A80"/>
            </a:solidFill>
            <a:prstDash val="solid"/>
          </a:ln>
        </p:spPr>
      </p:sp>
      <p:sp>
        <p:nvSpPr>
          <p:cNvPr id="84" name="Shape 82"/>
          <p:cNvSpPr/>
          <p:nvPr/>
        </p:nvSpPr>
        <p:spPr>
          <a:xfrm>
            <a:off x="8699283" y="2849174"/>
            <a:ext cx="143506" cy="143506"/>
          </a:xfrm>
          <a:prstGeom prst="diamond">
            <a:avLst/>
          </a:prstGeom>
          <a:solidFill>
            <a:srgbClr val="FFFFFF"/>
          </a:solidFill>
          <a:ln w="12700">
            <a:solidFill>
              <a:srgbClr val="1A1A16"/>
            </a:solidFill>
            <a:prstDash val="solid"/>
          </a:ln>
        </p:spPr>
      </p:sp>
      <p:sp>
        <p:nvSpPr>
          <p:cNvPr id="85" name="Shape 83"/>
          <p:cNvSpPr/>
          <p:nvPr/>
        </p:nvSpPr>
        <p:spPr>
          <a:xfrm>
            <a:off x="8771168" y="2990775"/>
            <a:ext cx="0" cy="539737"/>
          </a:xfrm>
          <a:prstGeom prst="line">
            <a:avLst/>
          </a:prstGeom>
          <a:noFill/>
          <a:ln w="10160">
            <a:solidFill>
              <a:srgbClr val="8A8A80"/>
            </a:solidFill>
            <a:prstDash val="solid"/>
          </a:ln>
        </p:spPr>
      </p:sp>
      <p:sp>
        <p:nvSpPr>
          <p:cNvPr id="86" name="Shape 84"/>
          <p:cNvSpPr/>
          <p:nvPr/>
        </p:nvSpPr>
        <p:spPr>
          <a:xfrm>
            <a:off x="8884063" y="2849174"/>
            <a:ext cx="143506" cy="143506"/>
          </a:xfrm>
          <a:prstGeom prst="diamond">
            <a:avLst/>
          </a:prstGeom>
          <a:solidFill>
            <a:srgbClr val="FFFFFF"/>
          </a:solidFill>
          <a:ln w="12700">
            <a:solidFill>
              <a:srgbClr val="1A1A16"/>
            </a:solidFill>
            <a:prstDash val="solid"/>
          </a:ln>
        </p:spPr>
      </p:sp>
      <p:sp>
        <p:nvSpPr>
          <p:cNvPr id="87" name="Shape 85"/>
          <p:cNvSpPr/>
          <p:nvPr/>
        </p:nvSpPr>
        <p:spPr>
          <a:xfrm>
            <a:off x="8955672" y="2990775"/>
            <a:ext cx="0" cy="539737"/>
          </a:xfrm>
          <a:prstGeom prst="line">
            <a:avLst/>
          </a:prstGeom>
          <a:noFill/>
          <a:ln w="10160">
            <a:solidFill>
              <a:srgbClr val="8A8A80"/>
            </a:solidFill>
            <a:prstDash val="solid"/>
          </a:ln>
        </p:spPr>
      </p:sp>
      <p:sp>
        <p:nvSpPr>
          <p:cNvPr id="88" name="Shape 86"/>
          <p:cNvSpPr/>
          <p:nvPr/>
        </p:nvSpPr>
        <p:spPr>
          <a:xfrm>
            <a:off x="9068843" y="2849174"/>
            <a:ext cx="142871" cy="143506"/>
          </a:xfrm>
          <a:prstGeom prst="diamond">
            <a:avLst/>
          </a:prstGeom>
          <a:solidFill>
            <a:srgbClr val="FFFFFF"/>
          </a:solidFill>
          <a:ln w="12700">
            <a:solidFill>
              <a:srgbClr val="1A1A16"/>
            </a:solidFill>
            <a:prstDash val="solid"/>
          </a:ln>
        </p:spPr>
      </p:sp>
      <p:sp>
        <p:nvSpPr>
          <p:cNvPr id="89" name="Shape 87"/>
          <p:cNvSpPr/>
          <p:nvPr/>
        </p:nvSpPr>
        <p:spPr>
          <a:xfrm>
            <a:off x="9140177" y="2990775"/>
            <a:ext cx="0" cy="539737"/>
          </a:xfrm>
          <a:prstGeom prst="line">
            <a:avLst/>
          </a:prstGeom>
          <a:noFill/>
          <a:ln w="10160">
            <a:solidFill>
              <a:srgbClr val="8A8A80"/>
            </a:solidFill>
            <a:prstDash val="solid"/>
          </a:ln>
        </p:spPr>
      </p:sp>
      <p:sp>
        <p:nvSpPr>
          <p:cNvPr id="90" name="Shape 88"/>
          <p:cNvSpPr/>
          <p:nvPr/>
        </p:nvSpPr>
        <p:spPr>
          <a:xfrm>
            <a:off x="9252989" y="2849174"/>
            <a:ext cx="143506" cy="143506"/>
          </a:xfrm>
          <a:prstGeom prst="diamond">
            <a:avLst/>
          </a:prstGeom>
          <a:solidFill>
            <a:srgbClr val="FFFFFF"/>
          </a:solidFill>
          <a:ln w="12700">
            <a:solidFill>
              <a:srgbClr val="1A1A16"/>
            </a:solidFill>
            <a:prstDash val="solid"/>
          </a:ln>
        </p:spPr>
      </p:sp>
      <p:sp>
        <p:nvSpPr>
          <p:cNvPr id="91" name="Shape 89"/>
          <p:cNvSpPr/>
          <p:nvPr/>
        </p:nvSpPr>
        <p:spPr>
          <a:xfrm>
            <a:off x="9324682" y="2990775"/>
            <a:ext cx="0" cy="539737"/>
          </a:xfrm>
          <a:prstGeom prst="line">
            <a:avLst/>
          </a:prstGeom>
          <a:noFill/>
          <a:ln w="10160">
            <a:solidFill>
              <a:srgbClr val="8A8A80"/>
            </a:solidFill>
            <a:prstDash val="solid"/>
          </a:ln>
        </p:spPr>
      </p:sp>
      <p:sp>
        <p:nvSpPr>
          <p:cNvPr id="92" name="Shape 90"/>
          <p:cNvSpPr/>
          <p:nvPr/>
        </p:nvSpPr>
        <p:spPr>
          <a:xfrm>
            <a:off x="9437769" y="2849174"/>
            <a:ext cx="142871" cy="143506"/>
          </a:xfrm>
          <a:prstGeom prst="diamond">
            <a:avLst/>
          </a:prstGeom>
          <a:solidFill>
            <a:srgbClr val="FFFFFF"/>
          </a:solidFill>
          <a:ln w="12700">
            <a:solidFill>
              <a:srgbClr val="1A1A16"/>
            </a:solidFill>
            <a:prstDash val="solid"/>
          </a:ln>
        </p:spPr>
      </p:sp>
      <p:sp>
        <p:nvSpPr>
          <p:cNvPr id="93" name="Shape 91"/>
          <p:cNvSpPr/>
          <p:nvPr/>
        </p:nvSpPr>
        <p:spPr>
          <a:xfrm>
            <a:off x="9509187" y="2990775"/>
            <a:ext cx="0" cy="539737"/>
          </a:xfrm>
          <a:prstGeom prst="line">
            <a:avLst/>
          </a:prstGeom>
          <a:noFill/>
          <a:ln w="10160">
            <a:solidFill>
              <a:srgbClr val="8A8A80"/>
            </a:solidFill>
            <a:prstDash val="solid"/>
          </a:ln>
        </p:spPr>
      </p:sp>
      <p:sp>
        <p:nvSpPr>
          <p:cNvPr id="94" name="Shape 92"/>
          <p:cNvSpPr/>
          <p:nvPr/>
        </p:nvSpPr>
        <p:spPr>
          <a:xfrm>
            <a:off x="9621914" y="2849174"/>
            <a:ext cx="143506" cy="143506"/>
          </a:xfrm>
          <a:prstGeom prst="diamond">
            <a:avLst/>
          </a:prstGeom>
          <a:solidFill>
            <a:srgbClr val="FFFFFF"/>
          </a:solidFill>
          <a:ln w="12700">
            <a:solidFill>
              <a:srgbClr val="1A1A16"/>
            </a:solidFill>
            <a:prstDash val="solid"/>
          </a:ln>
        </p:spPr>
      </p:sp>
      <p:sp>
        <p:nvSpPr>
          <p:cNvPr id="95" name="Shape 93"/>
          <p:cNvSpPr/>
          <p:nvPr/>
        </p:nvSpPr>
        <p:spPr>
          <a:xfrm>
            <a:off x="9806695" y="2849174"/>
            <a:ext cx="142871" cy="143506"/>
          </a:xfrm>
          <a:prstGeom prst="diamond">
            <a:avLst/>
          </a:prstGeom>
          <a:solidFill>
            <a:srgbClr val="FFFFFF"/>
          </a:solidFill>
          <a:ln w="12700">
            <a:solidFill>
              <a:srgbClr val="1A1A16"/>
            </a:solidFill>
            <a:prstDash val="solid"/>
          </a:ln>
        </p:spPr>
      </p:sp>
      <p:sp>
        <p:nvSpPr>
          <p:cNvPr id="96" name="Shape 94"/>
          <p:cNvSpPr/>
          <p:nvPr/>
        </p:nvSpPr>
        <p:spPr>
          <a:xfrm>
            <a:off x="9990840" y="2849174"/>
            <a:ext cx="143506" cy="143506"/>
          </a:xfrm>
          <a:prstGeom prst="diamond">
            <a:avLst/>
          </a:prstGeom>
          <a:solidFill>
            <a:srgbClr val="FFFFFF"/>
          </a:solidFill>
          <a:ln w="12700">
            <a:solidFill>
              <a:srgbClr val="1A1A16"/>
            </a:solidFill>
            <a:prstDash val="solid"/>
          </a:ln>
        </p:spPr>
      </p:sp>
      <p:sp>
        <p:nvSpPr>
          <p:cNvPr id="97" name="Shape 95"/>
          <p:cNvSpPr/>
          <p:nvPr/>
        </p:nvSpPr>
        <p:spPr>
          <a:xfrm>
            <a:off x="10175621" y="2849174"/>
            <a:ext cx="143506" cy="143506"/>
          </a:xfrm>
          <a:prstGeom prst="diamond">
            <a:avLst/>
          </a:prstGeom>
          <a:solidFill>
            <a:srgbClr val="FFFFFF"/>
          </a:solidFill>
          <a:ln w="12700">
            <a:solidFill>
              <a:srgbClr val="1A1A16"/>
            </a:solidFill>
            <a:prstDash val="solid"/>
          </a:ln>
        </p:spPr>
      </p:sp>
      <p:sp>
        <p:nvSpPr>
          <p:cNvPr id="98" name="Shape 96"/>
          <p:cNvSpPr/>
          <p:nvPr/>
        </p:nvSpPr>
        <p:spPr>
          <a:xfrm>
            <a:off x="10360401" y="2849174"/>
            <a:ext cx="142871" cy="143506"/>
          </a:xfrm>
          <a:prstGeom prst="diamond">
            <a:avLst/>
          </a:prstGeom>
          <a:solidFill>
            <a:srgbClr val="FFFFFF"/>
          </a:solidFill>
          <a:ln w="12700">
            <a:solidFill>
              <a:srgbClr val="1A1A16"/>
            </a:solidFill>
            <a:prstDash val="solid"/>
          </a:ln>
        </p:spPr>
      </p:sp>
      <p:sp>
        <p:nvSpPr>
          <p:cNvPr id="99" name="Shape 97"/>
          <p:cNvSpPr/>
          <p:nvPr/>
        </p:nvSpPr>
        <p:spPr>
          <a:xfrm>
            <a:off x="10544546" y="2849174"/>
            <a:ext cx="143506" cy="143506"/>
          </a:xfrm>
          <a:prstGeom prst="diamond">
            <a:avLst/>
          </a:prstGeom>
          <a:solidFill>
            <a:srgbClr val="FFFFFF"/>
          </a:solidFill>
          <a:ln w="12700">
            <a:solidFill>
              <a:srgbClr val="1A1A16"/>
            </a:solidFill>
            <a:prstDash val="solid"/>
          </a:ln>
        </p:spPr>
      </p:sp>
      <p:sp>
        <p:nvSpPr>
          <p:cNvPr id="100" name="Shape 98"/>
          <p:cNvSpPr/>
          <p:nvPr/>
        </p:nvSpPr>
        <p:spPr>
          <a:xfrm>
            <a:off x="10729327" y="2849174"/>
            <a:ext cx="142871" cy="143506"/>
          </a:xfrm>
          <a:prstGeom prst="diamond">
            <a:avLst/>
          </a:prstGeom>
          <a:solidFill>
            <a:srgbClr val="FFFFFF"/>
          </a:solidFill>
          <a:ln w="12700">
            <a:solidFill>
              <a:srgbClr val="1A1A16"/>
            </a:solidFill>
            <a:prstDash val="solid"/>
          </a:ln>
        </p:spPr>
      </p:sp>
      <p:sp>
        <p:nvSpPr>
          <p:cNvPr id="101" name="Shape 99"/>
          <p:cNvSpPr/>
          <p:nvPr/>
        </p:nvSpPr>
        <p:spPr>
          <a:xfrm>
            <a:off x="10913472" y="2849174"/>
            <a:ext cx="143506" cy="143506"/>
          </a:xfrm>
          <a:prstGeom prst="diamond">
            <a:avLst/>
          </a:prstGeom>
          <a:solidFill>
            <a:srgbClr val="FFFFFF"/>
          </a:solidFill>
          <a:ln w="12700">
            <a:solidFill>
              <a:srgbClr val="1A1A16"/>
            </a:solidFill>
            <a:prstDash val="solid"/>
          </a:ln>
        </p:spPr>
      </p:sp>
      <p:sp>
        <p:nvSpPr>
          <p:cNvPr id="102" name="Text 100"/>
          <p:cNvSpPr txBox="1"/>
          <p:nvPr/>
        </p:nvSpPr>
        <p:spPr>
          <a:xfrm>
            <a:off x="1206470" y="2362141"/>
            <a:ext cx="380990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54 kernel-checked theorems</a:t>
            </a:r>
            <a:endParaRPr lang="en-US" sz="1100" dirty="0"/>
          </a:p>
        </p:txBody>
      </p:sp>
      <p:sp>
        <p:nvSpPr>
          <p:cNvPr id="103" name="Text 101"/>
          <p:cNvSpPr txBox="1"/>
          <p:nvPr/>
        </p:nvSpPr>
        <p:spPr>
          <a:xfrm>
            <a:off x="1206470" y="3746406"/>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rest on a premise Lean does not</a:t>
            </a:r>
            <a:endParaRPr lang="en-US" sz="1100" dirty="0"/>
          </a:p>
        </p:txBody>
      </p:sp>
      <p:sp>
        <p:nvSpPr>
          <p:cNvPr id="104" name="Text 102"/>
          <p:cNvSpPr txBox="1"/>
          <p:nvPr/>
        </p:nvSpPr>
        <p:spPr>
          <a:xfrm>
            <a:off x="1206470" y="3936902"/>
            <a:ext cx="44448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establish can be satisfied at all</a:t>
            </a:r>
            <a:endParaRPr lang="en-US" sz="1100" dirty="0"/>
          </a:p>
        </p:txBody>
      </p:sp>
      <p:sp>
        <p:nvSpPr>
          <p:cNvPr id="105" name="Text 10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54 KERNEL-CHECKED THEOREMS · 46 OF THEM CONDITIONAL</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825879" y="952476"/>
            <a:ext cx="2539937" cy="825479"/>
          </a:xfrm>
          <a:prstGeom prst="rect">
            <a:avLst/>
          </a:prstGeom>
          <a:ln w="12700">
            <a:solidFill>
              <a:srgbClr val="1A1A16"/>
            </a:solidFill>
            <a:prstDash val="solid"/>
          </a:ln>
        </p:spPr>
      </p:sp>
      <p:sp>
        <p:nvSpPr>
          <p:cNvPr id="3" name="Text 1"/>
          <p:cNvSpPr txBox="1"/>
          <p:nvPr/>
        </p:nvSpPr>
        <p:spPr>
          <a:xfrm>
            <a:off x="5054474" y="1206470"/>
            <a:ext cx="208274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answer</a:t>
            </a:r>
            <a:endParaRPr lang="en-US" sz="1100" dirty="0"/>
          </a:p>
        </p:txBody>
      </p:sp>
      <p:sp>
        <p:nvSpPr>
          <p:cNvPr id="4" name="Shape 2"/>
          <p:cNvSpPr/>
          <p:nvPr/>
        </p:nvSpPr>
        <p:spPr>
          <a:xfrm>
            <a:off x="2076398" y="2984425"/>
            <a:ext cx="444489" cy="50799"/>
          </a:xfrm>
          <a:prstGeom prst="rect">
            <a:avLst/>
          </a:prstGeom>
          <a:solidFill>
            <a:srgbClr val="1A1A16"/>
          </a:solidFill>
          <a:ln w="6350">
            <a:solidFill>
              <a:srgbClr val="1A1A16"/>
            </a:solidFill>
            <a:prstDash val="solid"/>
          </a:ln>
        </p:spPr>
      </p:sp>
      <p:sp>
        <p:nvSpPr>
          <p:cNvPr id="5" name="Shape 3"/>
          <p:cNvSpPr/>
          <p:nvPr/>
        </p:nvSpPr>
        <p:spPr>
          <a:xfrm>
            <a:off x="2660583" y="2984425"/>
            <a:ext cx="444489" cy="50799"/>
          </a:xfrm>
          <a:prstGeom prst="rect">
            <a:avLst/>
          </a:prstGeom>
          <a:solidFill>
            <a:srgbClr val="1A1A16"/>
          </a:solidFill>
          <a:ln w="6350">
            <a:solidFill>
              <a:srgbClr val="1A1A16"/>
            </a:solidFill>
            <a:prstDash val="solid"/>
          </a:ln>
        </p:spPr>
      </p:sp>
      <p:sp>
        <p:nvSpPr>
          <p:cNvPr id="6" name="Shape 4"/>
          <p:cNvSpPr/>
          <p:nvPr/>
        </p:nvSpPr>
        <p:spPr>
          <a:xfrm>
            <a:off x="3244769" y="2984425"/>
            <a:ext cx="444489" cy="50799"/>
          </a:xfrm>
          <a:prstGeom prst="rect">
            <a:avLst/>
          </a:prstGeom>
          <a:solidFill>
            <a:srgbClr val="1A1A16"/>
          </a:solidFill>
          <a:ln w="6350">
            <a:solidFill>
              <a:srgbClr val="1A1A16"/>
            </a:solidFill>
            <a:prstDash val="solid"/>
          </a:ln>
        </p:spPr>
      </p:sp>
      <p:sp>
        <p:nvSpPr>
          <p:cNvPr id="7" name="Shape 5"/>
          <p:cNvSpPr/>
          <p:nvPr/>
        </p:nvSpPr>
        <p:spPr>
          <a:xfrm>
            <a:off x="3828954" y="2984425"/>
            <a:ext cx="444489" cy="50799"/>
          </a:xfrm>
          <a:prstGeom prst="rect">
            <a:avLst/>
          </a:prstGeom>
          <a:solidFill>
            <a:srgbClr val="1A1A16"/>
          </a:solidFill>
          <a:ln w="6350">
            <a:solidFill>
              <a:srgbClr val="1A1A16"/>
            </a:solidFill>
            <a:prstDash val="solid"/>
          </a:ln>
        </p:spPr>
      </p:sp>
      <p:sp>
        <p:nvSpPr>
          <p:cNvPr id="8" name="Shape 6"/>
          <p:cNvSpPr/>
          <p:nvPr/>
        </p:nvSpPr>
        <p:spPr>
          <a:xfrm>
            <a:off x="4413140" y="2984425"/>
            <a:ext cx="444489" cy="50799"/>
          </a:xfrm>
          <a:prstGeom prst="rect">
            <a:avLst/>
          </a:prstGeom>
          <a:solidFill>
            <a:srgbClr val="1A1A16"/>
          </a:solidFill>
          <a:ln w="6350">
            <a:solidFill>
              <a:srgbClr val="1A1A16"/>
            </a:solidFill>
            <a:prstDash val="solid"/>
          </a:ln>
        </p:spPr>
      </p:sp>
      <p:sp>
        <p:nvSpPr>
          <p:cNvPr id="9" name="Shape 7"/>
          <p:cNvSpPr/>
          <p:nvPr/>
        </p:nvSpPr>
        <p:spPr>
          <a:xfrm>
            <a:off x="4997325" y="2984425"/>
            <a:ext cx="444489" cy="50799"/>
          </a:xfrm>
          <a:prstGeom prst="rect">
            <a:avLst/>
          </a:prstGeom>
          <a:solidFill>
            <a:srgbClr val="1A1A16"/>
          </a:solidFill>
          <a:ln w="6350">
            <a:solidFill>
              <a:srgbClr val="1A1A16"/>
            </a:solidFill>
            <a:prstDash val="solid"/>
          </a:ln>
        </p:spPr>
      </p:sp>
      <p:sp>
        <p:nvSpPr>
          <p:cNvPr id="10" name="Shape 8"/>
          <p:cNvSpPr/>
          <p:nvPr/>
        </p:nvSpPr>
        <p:spPr>
          <a:xfrm>
            <a:off x="5581510" y="2984425"/>
            <a:ext cx="444489" cy="50799"/>
          </a:xfrm>
          <a:prstGeom prst="rect">
            <a:avLst/>
          </a:prstGeom>
          <a:solidFill>
            <a:srgbClr val="1A1A16"/>
          </a:solidFill>
          <a:ln w="6350">
            <a:solidFill>
              <a:srgbClr val="1A1A16"/>
            </a:solidFill>
            <a:prstDash val="solid"/>
          </a:ln>
        </p:spPr>
      </p:sp>
      <p:sp>
        <p:nvSpPr>
          <p:cNvPr id="11" name="Shape 9"/>
          <p:cNvSpPr/>
          <p:nvPr/>
        </p:nvSpPr>
        <p:spPr>
          <a:xfrm>
            <a:off x="6165696" y="2984425"/>
            <a:ext cx="444489" cy="50799"/>
          </a:xfrm>
          <a:prstGeom prst="rect">
            <a:avLst/>
          </a:prstGeom>
          <a:solidFill>
            <a:srgbClr val="1A1A16"/>
          </a:solidFill>
          <a:ln w="6350">
            <a:solidFill>
              <a:srgbClr val="1A1A16"/>
            </a:solidFill>
            <a:prstDash val="solid"/>
          </a:ln>
        </p:spPr>
      </p:sp>
      <p:sp>
        <p:nvSpPr>
          <p:cNvPr id="12" name="Shape 10"/>
          <p:cNvSpPr/>
          <p:nvPr/>
        </p:nvSpPr>
        <p:spPr>
          <a:xfrm>
            <a:off x="6749881" y="2984425"/>
            <a:ext cx="444489" cy="50799"/>
          </a:xfrm>
          <a:prstGeom prst="rect">
            <a:avLst/>
          </a:prstGeom>
          <a:solidFill>
            <a:srgbClr val="1A1A16"/>
          </a:solidFill>
          <a:ln w="6350">
            <a:solidFill>
              <a:srgbClr val="1A1A16"/>
            </a:solidFill>
            <a:prstDash val="solid"/>
          </a:ln>
        </p:spPr>
      </p:sp>
      <p:sp>
        <p:nvSpPr>
          <p:cNvPr id="13" name="Shape 11"/>
          <p:cNvSpPr/>
          <p:nvPr/>
        </p:nvSpPr>
        <p:spPr>
          <a:xfrm>
            <a:off x="7334067" y="2984425"/>
            <a:ext cx="444489" cy="50799"/>
          </a:xfrm>
          <a:prstGeom prst="rect">
            <a:avLst/>
          </a:prstGeom>
          <a:solidFill>
            <a:srgbClr val="1A1A16"/>
          </a:solidFill>
          <a:ln w="6350">
            <a:solidFill>
              <a:srgbClr val="1A1A16"/>
            </a:solidFill>
            <a:prstDash val="solid"/>
          </a:ln>
        </p:spPr>
      </p:sp>
      <p:sp>
        <p:nvSpPr>
          <p:cNvPr id="14" name="Shape 12"/>
          <p:cNvSpPr/>
          <p:nvPr/>
        </p:nvSpPr>
        <p:spPr>
          <a:xfrm>
            <a:off x="7918252" y="2984425"/>
            <a:ext cx="444489" cy="50799"/>
          </a:xfrm>
          <a:prstGeom prst="rect">
            <a:avLst/>
          </a:prstGeom>
          <a:solidFill>
            <a:srgbClr val="1A1A16"/>
          </a:solidFill>
          <a:ln w="6350">
            <a:solidFill>
              <a:srgbClr val="1A1A16"/>
            </a:solidFill>
            <a:prstDash val="solid"/>
          </a:ln>
        </p:spPr>
      </p:sp>
      <p:sp>
        <p:nvSpPr>
          <p:cNvPr id="15" name="Shape 13"/>
          <p:cNvSpPr/>
          <p:nvPr/>
        </p:nvSpPr>
        <p:spPr>
          <a:xfrm>
            <a:off x="8502437" y="2984425"/>
            <a:ext cx="444489" cy="50799"/>
          </a:xfrm>
          <a:prstGeom prst="rect">
            <a:avLst/>
          </a:prstGeom>
          <a:solidFill>
            <a:srgbClr val="1A1A16"/>
          </a:solidFill>
          <a:ln w="6350">
            <a:solidFill>
              <a:srgbClr val="1A1A16"/>
            </a:solidFill>
            <a:prstDash val="solid"/>
          </a:ln>
        </p:spPr>
      </p:sp>
      <p:sp>
        <p:nvSpPr>
          <p:cNvPr id="16" name="Shape 14"/>
          <p:cNvSpPr/>
          <p:nvPr/>
        </p:nvSpPr>
        <p:spPr>
          <a:xfrm>
            <a:off x="9086623" y="2984425"/>
            <a:ext cx="444489" cy="50799"/>
          </a:xfrm>
          <a:prstGeom prst="rect">
            <a:avLst/>
          </a:prstGeom>
          <a:solidFill>
            <a:srgbClr val="1A1A16"/>
          </a:solidFill>
          <a:ln w="6350">
            <a:solidFill>
              <a:srgbClr val="1A1A16"/>
            </a:solidFill>
            <a:prstDash val="solid"/>
          </a:ln>
        </p:spPr>
      </p:sp>
      <p:sp>
        <p:nvSpPr>
          <p:cNvPr id="17" name="Shape 15"/>
          <p:cNvSpPr/>
          <p:nvPr/>
        </p:nvSpPr>
        <p:spPr>
          <a:xfrm>
            <a:off x="9670808" y="2984425"/>
            <a:ext cx="444489" cy="50799"/>
          </a:xfrm>
          <a:prstGeom prst="rect">
            <a:avLst/>
          </a:prstGeom>
          <a:solidFill>
            <a:srgbClr val="1A1A16"/>
          </a:solidFill>
          <a:ln w="6350">
            <a:solidFill>
              <a:srgbClr val="1A1A16"/>
            </a:solidFill>
            <a:prstDash val="solid"/>
          </a:ln>
        </p:spPr>
      </p:sp>
      <p:sp>
        <p:nvSpPr>
          <p:cNvPr id="18" name="Shape 16"/>
          <p:cNvSpPr/>
          <p:nvPr/>
        </p:nvSpPr>
        <p:spPr>
          <a:xfrm>
            <a:off x="2076398" y="3276518"/>
            <a:ext cx="444489" cy="50799"/>
          </a:xfrm>
          <a:prstGeom prst="rect">
            <a:avLst/>
          </a:prstGeom>
          <a:solidFill>
            <a:srgbClr val="1A1A16"/>
          </a:solidFill>
          <a:ln w="6350">
            <a:solidFill>
              <a:srgbClr val="1A1A16"/>
            </a:solidFill>
            <a:prstDash val="solid"/>
          </a:ln>
        </p:spPr>
      </p:sp>
      <p:sp>
        <p:nvSpPr>
          <p:cNvPr id="19" name="Shape 17"/>
          <p:cNvSpPr/>
          <p:nvPr/>
        </p:nvSpPr>
        <p:spPr>
          <a:xfrm>
            <a:off x="2660583" y="3276518"/>
            <a:ext cx="444489" cy="50799"/>
          </a:xfrm>
          <a:prstGeom prst="rect">
            <a:avLst/>
          </a:prstGeom>
          <a:solidFill>
            <a:srgbClr val="1A1A16"/>
          </a:solidFill>
          <a:ln w="6350">
            <a:solidFill>
              <a:srgbClr val="1A1A16"/>
            </a:solidFill>
            <a:prstDash val="solid"/>
          </a:ln>
        </p:spPr>
      </p:sp>
      <p:sp>
        <p:nvSpPr>
          <p:cNvPr id="20" name="Shape 18"/>
          <p:cNvSpPr/>
          <p:nvPr/>
        </p:nvSpPr>
        <p:spPr>
          <a:xfrm>
            <a:off x="3244769" y="3276518"/>
            <a:ext cx="444489" cy="50799"/>
          </a:xfrm>
          <a:prstGeom prst="rect">
            <a:avLst/>
          </a:prstGeom>
          <a:solidFill>
            <a:srgbClr val="1A1A16"/>
          </a:solidFill>
          <a:ln w="6350">
            <a:solidFill>
              <a:srgbClr val="1A1A16"/>
            </a:solidFill>
            <a:prstDash val="solid"/>
          </a:ln>
        </p:spPr>
      </p:sp>
      <p:sp>
        <p:nvSpPr>
          <p:cNvPr id="21" name="Shape 19"/>
          <p:cNvSpPr/>
          <p:nvPr/>
        </p:nvSpPr>
        <p:spPr>
          <a:xfrm>
            <a:off x="3828954" y="3276518"/>
            <a:ext cx="444489" cy="50799"/>
          </a:xfrm>
          <a:prstGeom prst="rect">
            <a:avLst/>
          </a:prstGeom>
          <a:solidFill>
            <a:srgbClr val="1A1A16"/>
          </a:solidFill>
          <a:ln w="6350">
            <a:solidFill>
              <a:srgbClr val="1A1A16"/>
            </a:solidFill>
            <a:prstDash val="solid"/>
          </a:ln>
        </p:spPr>
      </p:sp>
      <p:sp>
        <p:nvSpPr>
          <p:cNvPr id="22" name="Shape 20"/>
          <p:cNvSpPr/>
          <p:nvPr/>
        </p:nvSpPr>
        <p:spPr>
          <a:xfrm>
            <a:off x="4413140" y="3276518"/>
            <a:ext cx="444489" cy="50799"/>
          </a:xfrm>
          <a:prstGeom prst="rect">
            <a:avLst/>
          </a:prstGeom>
          <a:solidFill>
            <a:srgbClr val="1A1A16"/>
          </a:solidFill>
          <a:ln w="6350">
            <a:solidFill>
              <a:srgbClr val="1A1A16"/>
            </a:solidFill>
            <a:prstDash val="solid"/>
          </a:ln>
        </p:spPr>
      </p:sp>
      <p:sp>
        <p:nvSpPr>
          <p:cNvPr id="23" name="Shape 21"/>
          <p:cNvSpPr/>
          <p:nvPr/>
        </p:nvSpPr>
        <p:spPr>
          <a:xfrm>
            <a:off x="4997325" y="3276518"/>
            <a:ext cx="444489" cy="50799"/>
          </a:xfrm>
          <a:prstGeom prst="rect">
            <a:avLst/>
          </a:prstGeom>
          <a:solidFill>
            <a:srgbClr val="1A1A16"/>
          </a:solidFill>
          <a:ln w="6350">
            <a:solidFill>
              <a:srgbClr val="1A1A16"/>
            </a:solidFill>
            <a:prstDash val="solid"/>
          </a:ln>
        </p:spPr>
      </p:sp>
      <p:sp>
        <p:nvSpPr>
          <p:cNvPr id="24" name="Shape 22"/>
          <p:cNvSpPr/>
          <p:nvPr/>
        </p:nvSpPr>
        <p:spPr>
          <a:xfrm>
            <a:off x="5581510" y="3276518"/>
            <a:ext cx="444489" cy="50799"/>
          </a:xfrm>
          <a:prstGeom prst="rect">
            <a:avLst/>
          </a:prstGeom>
          <a:solidFill>
            <a:srgbClr val="1A1A16"/>
          </a:solidFill>
          <a:ln w="6350">
            <a:solidFill>
              <a:srgbClr val="1A1A16"/>
            </a:solidFill>
            <a:prstDash val="solid"/>
          </a:ln>
        </p:spPr>
      </p:sp>
      <p:sp>
        <p:nvSpPr>
          <p:cNvPr id="25" name="Shape 23"/>
          <p:cNvSpPr/>
          <p:nvPr/>
        </p:nvSpPr>
        <p:spPr>
          <a:xfrm>
            <a:off x="6165696" y="3276518"/>
            <a:ext cx="444489" cy="50799"/>
          </a:xfrm>
          <a:prstGeom prst="rect">
            <a:avLst/>
          </a:prstGeom>
          <a:solidFill>
            <a:srgbClr val="1A1A16"/>
          </a:solidFill>
          <a:ln w="6350">
            <a:solidFill>
              <a:srgbClr val="1A1A16"/>
            </a:solidFill>
            <a:prstDash val="solid"/>
          </a:ln>
        </p:spPr>
      </p:sp>
      <p:sp>
        <p:nvSpPr>
          <p:cNvPr id="26" name="Shape 24"/>
          <p:cNvSpPr/>
          <p:nvPr/>
        </p:nvSpPr>
        <p:spPr>
          <a:xfrm>
            <a:off x="6749881" y="3276518"/>
            <a:ext cx="444489" cy="50799"/>
          </a:xfrm>
          <a:prstGeom prst="rect">
            <a:avLst/>
          </a:prstGeom>
          <a:solidFill>
            <a:srgbClr val="1A1A16"/>
          </a:solidFill>
          <a:ln w="6350">
            <a:solidFill>
              <a:srgbClr val="1A1A16"/>
            </a:solidFill>
            <a:prstDash val="solid"/>
          </a:ln>
        </p:spPr>
      </p:sp>
      <p:sp>
        <p:nvSpPr>
          <p:cNvPr id="27" name="Shape 25"/>
          <p:cNvSpPr/>
          <p:nvPr/>
        </p:nvSpPr>
        <p:spPr>
          <a:xfrm>
            <a:off x="7334067" y="3276518"/>
            <a:ext cx="444489" cy="50799"/>
          </a:xfrm>
          <a:prstGeom prst="rect">
            <a:avLst/>
          </a:prstGeom>
          <a:solidFill>
            <a:srgbClr val="1A1A16"/>
          </a:solidFill>
          <a:ln w="6350">
            <a:solidFill>
              <a:srgbClr val="1A1A16"/>
            </a:solidFill>
            <a:prstDash val="solid"/>
          </a:ln>
        </p:spPr>
      </p:sp>
      <p:sp>
        <p:nvSpPr>
          <p:cNvPr id="28" name="Shape 26"/>
          <p:cNvSpPr/>
          <p:nvPr/>
        </p:nvSpPr>
        <p:spPr>
          <a:xfrm>
            <a:off x="7918252" y="3276518"/>
            <a:ext cx="444489" cy="50799"/>
          </a:xfrm>
          <a:prstGeom prst="rect">
            <a:avLst/>
          </a:prstGeom>
          <a:solidFill>
            <a:srgbClr val="1A1A16"/>
          </a:solidFill>
          <a:ln w="6350">
            <a:solidFill>
              <a:srgbClr val="1A1A16"/>
            </a:solidFill>
            <a:prstDash val="solid"/>
          </a:ln>
        </p:spPr>
      </p:sp>
      <p:sp>
        <p:nvSpPr>
          <p:cNvPr id="29" name="Shape 27"/>
          <p:cNvSpPr/>
          <p:nvPr/>
        </p:nvSpPr>
        <p:spPr>
          <a:xfrm>
            <a:off x="8502437" y="3276518"/>
            <a:ext cx="444489" cy="50799"/>
          </a:xfrm>
          <a:prstGeom prst="rect">
            <a:avLst/>
          </a:prstGeom>
          <a:solidFill>
            <a:srgbClr val="1A1A16"/>
          </a:solidFill>
          <a:ln w="6350">
            <a:solidFill>
              <a:srgbClr val="1A1A16"/>
            </a:solidFill>
            <a:prstDash val="solid"/>
          </a:ln>
        </p:spPr>
      </p:sp>
      <p:sp>
        <p:nvSpPr>
          <p:cNvPr id="30" name="Shape 28"/>
          <p:cNvSpPr/>
          <p:nvPr/>
        </p:nvSpPr>
        <p:spPr>
          <a:xfrm>
            <a:off x="9086623" y="3276518"/>
            <a:ext cx="444489" cy="50799"/>
          </a:xfrm>
          <a:prstGeom prst="rect">
            <a:avLst/>
          </a:prstGeom>
          <a:solidFill>
            <a:srgbClr val="1A1A16"/>
          </a:solidFill>
          <a:ln w="6350">
            <a:solidFill>
              <a:srgbClr val="1A1A16"/>
            </a:solidFill>
            <a:prstDash val="solid"/>
          </a:ln>
        </p:spPr>
      </p:sp>
      <p:sp>
        <p:nvSpPr>
          <p:cNvPr id="31" name="Shape 29"/>
          <p:cNvSpPr/>
          <p:nvPr/>
        </p:nvSpPr>
        <p:spPr>
          <a:xfrm>
            <a:off x="9670808" y="3276518"/>
            <a:ext cx="444489" cy="50799"/>
          </a:xfrm>
          <a:prstGeom prst="rect">
            <a:avLst/>
          </a:prstGeom>
          <a:solidFill>
            <a:srgbClr val="1A1A16"/>
          </a:solidFill>
          <a:ln w="6350">
            <a:solidFill>
              <a:srgbClr val="1A1A16"/>
            </a:solidFill>
            <a:prstDash val="solid"/>
          </a:ln>
        </p:spPr>
      </p:sp>
      <p:sp>
        <p:nvSpPr>
          <p:cNvPr id="32" name="Shape 30"/>
          <p:cNvSpPr/>
          <p:nvPr/>
        </p:nvSpPr>
        <p:spPr>
          <a:xfrm>
            <a:off x="2076398" y="3568611"/>
            <a:ext cx="444489" cy="50799"/>
          </a:xfrm>
          <a:prstGeom prst="rect">
            <a:avLst/>
          </a:prstGeom>
          <a:solidFill>
            <a:srgbClr val="1A1A16"/>
          </a:solidFill>
          <a:ln w="6350">
            <a:solidFill>
              <a:srgbClr val="1A1A16"/>
            </a:solidFill>
            <a:prstDash val="solid"/>
          </a:ln>
        </p:spPr>
      </p:sp>
      <p:sp>
        <p:nvSpPr>
          <p:cNvPr id="33" name="Shape 31"/>
          <p:cNvSpPr/>
          <p:nvPr/>
        </p:nvSpPr>
        <p:spPr>
          <a:xfrm>
            <a:off x="2660583" y="3568611"/>
            <a:ext cx="444489" cy="50799"/>
          </a:xfrm>
          <a:prstGeom prst="rect">
            <a:avLst/>
          </a:prstGeom>
          <a:solidFill>
            <a:srgbClr val="1A1A16"/>
          </a:solidFill>
          <a:ln w="6350">
            <a:solidFill>
              <a:srgbClr val="1A1A16"/>
            </a:solidFill>
            <a:prstDash val="solid"/>
          </a:ln>
        </p:spPr>
      </p:sp>
      <p:sp>
        <p:nvSpPr>
          <p:cNvPr id="34" name="Shape 32"/>
          <p:cNvSpPr/>
          <p:nvPr/>
        </p:nvSpPr>
        <p:spPr>
          <a:xfrm>
            <a:off x="3244769" y="3568611"/>
            <a:ext cx="444489" cy="50799"/>
          </a:xfrm>
          <a:prstGeom prst="rect">
            <a:avLst/>
          </a:prstGeom>
          <a:solidFill>
            <a:srgbClr val="1A1A16"/>
          </a:solidFill>
          <a:ln w="6350">
            <a:solidFill>
              <a:srgbClr val="1A1A16"/>
            </a:solidFill>
            <a:prstDash val="solid"/>
          </a:ln>
        </p:spPr>
      </p:sp>
      <p:sp>
        <p:nvSpPr>
          <p:cNvPr id="35" name="Shape 33"/>
          <p:cNvSpPr/>
          <p:nvPr/>
        </p:nvSpPr>
        <p:spPr>
          <a:xfrm>
            <a:off x="3828954" y="3568611"/>
            <a:ext cx="444489" cy="50799"/>
          </a:xfrm>
          <a:prstGeom prst="rect">
            <a:avLst/>
          </a:prstGeom>
          <a:solidFill>
            <a:srgbClr val="1A1A16"/>
          </a:solidFill>
          <a:ln w="6350">
            <a:solidFill>
              <a:srgbClr val="1A1A16"/>
            </a:solidFill>
            <a:prstDash val="solid"/>
          </a:ln>
        </p:spPr>
      </p:sp>
      <p:sp>
        <p:nvSpPr>
          <p:cNvPr id="36" name="Shape 34"/>
          <p:cNvSpPr/>
          <p:nvPr/>
        </p:nvSpPr>
        <p:spPr>
          <a:xfrm>
            <a:off x="4413140" y="3568611"/>
            <a:ext cx="444489" cy="50799"/>
          </a:xfrm>
          <a:prstGeom prst="rect">
            <a:avLst/>
          </a:prstGeom>
          <a:solidFill>
            <a:srgbClr val="1A1A16"/>
          </a:solidFill>
          <a:ln w="6350">
            <a:solidFill>
              <a:srgbClr val="1A1A16"/>
            </a:solidFill>
            <a:prstDash val="solid"/>
          </a:ln>
        </p:spPr>
      </p:sp>
      <p:sp>
        <p:nvSpPr>
          <p:cNvPr id="37" name="Shape 35"/>
          <p:cNvSpPr/>
          <p:nvPr/>
        </p:nvSpPr>
        <p:spPr>
          <a:xfrm>
            <a:off x="4997325" y="3568611"/>
            <a:ext cx="444489" cy="50799"/>
          </a:xfrm>
          <a:prstGeom prst="rect">
            <a:avLst/>
          </a:prstGeom>
          <a:solidFill>
            <a:srgbClr val="1A1A16"/>
          </a:solidFill>
          <a:ln w="6350">
            <a:solidFill>
              <a:srgbClr val="1A1A16"/>
            </a:solidFill>
            <a:prstDash val="solid"/>
          </a:ln>
        </p:spPr>
      </p:sp>
      <p:sp>
        <p:nvSpPr>
          <p:cNvPr id="38" name="Shape 36"/>
          <p:cNvSpPr/>
          <p:nvPr/>
        </p:nvSpPr>
        <p:spPr>
          <a:xfrm>
            <a:off x="5581510" y="3568611"/>
            <a:ext cx="444489" cy="50799"/>
          </a:xfrm>
          <a:prstGeom prst="rect">
            <a:avLst/>
          </a:prstGeom>
          <a:solidFill>
            <a:srgbClr val="1A1A16"/>
          </a:solidFill>
          <a:ln w="6350">
            <a:solidFill>
              <a:srgbClr val="1A1A16"/>
            </a:solidFill>
            <a:prstDash val="solid"/>
          </a:ln>
        </p:spPr>
      </p:sp>
      <p:sp>
        <p:nvSpPr>
          <p:cNvPr id="39" name="Shape 37"/>
          <p:cNvSpPr/>
          <p:nvPr/>
        </p:nvSpPr>
        <p:spPr>
          <a:xfrm>
            <a:off x="6165696" y="3568611"/>
            <a:ext cx="444489" cy="50799"/>
          </a:xfrm>
          <a:prstGeom prst="rect">
            <a:avLst/>
          </a:prstGeom>
          <a:solidFill>
            <a:srgbClr val="1A1A16"/>
          </a:solidFill>
          <a:ln w="6350">
            <a:solidFill>
              <a:srgbClr val="1A1A16"/>
            </a:solidFill>
            <a:prstDash val="solid"/>
          </a:ln>
        </p:spPr>
      </p:sp>
      <p:sp>
        <p:nvSpPr>
          <p:cNvPr id="40" name="Shape 38"/>
          <p:cNvSpPr/>
          <p:nvPr/>
        </p:nvSpPr>
        <p:spPr>
          <a:xfrm>
            <a:off x="6749881" y="3568611"/>
            <a:ext cx="444489" cy="50799"/>
          </a:xfrm>
          <a:prstGeom prst="rect">
            <a:avLst/>
          </a:prstGeom>
          <a:solidFill>
            <a:srgbClr val="1A1A16"/>
          </a:solidFill>
          <a:ln w="6350">
            <a:solidFill>
              <a:srgbClr val="1A1A16"/>
            </a:solidFill>
            <a:prstDash val="solid"/>
          </a:ln>
        </p:spPr>
      </p:sp>
      <p:sp>
        <p:nvSpPr>
          <p:cNvPr id="41" name="Shape 39"/>
          <p:cNvSpPr/>
          <p:nvPr/>
        </p:nvSpPr>
        <p:spPr>
          <a:xfrm>
            <a:off x="7334067" y="3568611"/>
            <a:ext cx="444489" cy="50799"/>
          </a:xfrm>
          <a:prstGeom prst="rect">
            <a:avLst/>
          </a:prstGeom>
          <a:solidFill>
            <a:srgbClr val="1A1A16"/>
          </a:solidFill>
          <a:ln w="6350">
            <a:solidFill>
              <a:srgbClr val="1A1A16"/>
            </a:solidFill>
            <a:prstDash val="solid"/>
          </a:ln>
        </p:spPr>
      </p:sp>
      <p:sp>
        <p:nvSpPr>
          <p:cNvPr id="42" name="Shape 40"/>
          <p:cNvSpPr/>
          <p:nvPr/>
        </p:nvSpPr>
        <p:spPr>
          <a:xfrm>
            <a:off x="7918252" y="3568611"/>
            <a:ext cx="444489" cy="50799"/>
          </a:xfrm>
          <a:prstGeom prst="rect">
            <a:avLst/>
          </a:prstGeom>
          <a:solidFill>
            <a:srgbClr val="1A1A16"/>
          </a:solidFill>
          <a:ln w="6350">
            <a:solidFill>
              <a:srgbClr val="1A1A16"/>
            </a:solidFill>
            <a:prstDash val="solid"/>
          </a:ln>
        </p:spPr>
      </p:sp>
      <p:sp>
        <p:nvSpPr>
          <p:cNvPr id="43" name="Shape 41"/>
          <p:cNvSpPr/>
          <p:nvPr/>
        </p:nvSpPr>
        <p:spPr>
          <a:xfrm>
            <a:off x="8502437" y="3568611"/>
            <a:ext cx="444489" cy="50799"/>
          </a:xfrm>
          <a:prstGeom prst="rect">
            <a:avLst/>
          </a:prstGeom>
          <a:solidFill>
            <a:srgbClr val="1A1A16"/>
          </a:solidFill>
          <a:ln w="6350">
            <a:solidFill>
              <a:srgbClr val="1A1A16"/>
            </a:solidFill>
            <a:prstDash val="solid"/>
          </a:ln>
        </p:spPr>
      </p:sp>
      <p:sp>
        <p:nvSpPr>
          <p:cNvPr id="44" name="Shape 42"/>
          <p:cNvSpPr/>
          <p:nvPr/>
        </p:nvSpPr>
        <p:spPr>
          <a:xfrm>
            <a:off x="9086623" y="3568611"/>
            <a:ext cx="444489" cy="50799"/>
          </a:xfrm>
          <a:prstGeom prst="rect">
            <a:avLst/>
          </a:prstGeom>
          <a:solidFill>
            <a:srgbClr val="1A1A16"/>
          </a:solidFill>
          <a:ln w="6350">
            <a:solidFill>
              <a:srgbClr val="1A1A16"/>
            </a:solidFill>
            <a:prstDash val="solid"/>
          </a:ln>
        </p:spPr>
      </p:sp>
      <p:sp>
        <p:nvSpPr>
          <p:cNvPr id="45" name="Shape 43"/>
          <p:cNvSpPr/>
          <p:nvPr/>
        </p:nvSpPr>
        <p:spPr>
          <a:xfrm>
            <a:off x="9670808" y="3568611"/>
            <a:ext cx="444489" cy="50799"/>
          </a:xfrm>
          <a:prstGeom prst="rect">
            <a:avLst/>
          </a:prstGeom>
          <a:solidFill>
            <a:srgbClr val="1A1A16"/>
          </a:solidFill>
          <a:ln w="6350">
            <a:solidFill>
              <a:srgbClr val="1A1A16"/>
            </a:solidFill>
            <a:prstDash val="solid"/>
          </a:ln>
        </p:spPr>
      </p:sp>
      <p:sp>
        <p:nvSpPr>
          <p:cNvPr id="46" name="Shape 44"/>
          <p:cNvSpPr/>
          <p:nvPr/>
        </p:nvSpPr>
        <p:spPr>
          <a:xfrm>
            <a:off x="2076398" y="3860703"/>
            <a:ext cx="444489" cy="50799"/>
          </a:xfrm>
          <a:prstGeom prst="rect">
            <a:avLst/>
          </a:prstGeom>
          <a:solidFill>
            <a:srgbClr val="1A1A16"/>
          </a:solidFill>
          <a:ln w="6350">
            <a:solidFill>
              <a:srgbClr val="1A1A16"/>
            </a:solidFill>
            <a:prstDash val="solid"/>
          </a:ln>
        </p:spPr>
      </p:sp>
      <p:sp>
        <p:nvSpPr>
          <p:cNvPr id="47" name="Shape 45"/>
          <p:cNvSpPr/>
          <p:nvPr/>
        </p:nvSpPr>
        <p:spPr>
          <a:xfrm>
            <a:off x="2660583" y="3860703"/>
            <a:ext cx="444489" cy="50799"/>
          </a:xfrm>
          <a:prstGeom prst="rect">
            <a:avLst/>
          </a:prstGeom>
          <a:solidFill>
            <a:srgbClr val="1A1A16"/>
          </a:solidFill>
          <a:ln w="6350">
            <a:solidFill>
              <a:srgbClr val="1A1A16"/>
            </a:solidFill>
            <a:prstDash val="solid"/>
          </a:ln>
        </p:spPr>
      </p:sp>
      <p:sp>
        <p:nvSpPr>
          <p:cNvPr id="48" name="Shape 46"/>
          <p:cNvSpPr/>
          <p:nvPr/>
        </p:nvSpPr>
        <p:spPr>
          <a:xfrm>
            <a:off x="3244769" y="3860703"/>
            <a:ext cx="444489" cy="50799"/>
          </a:xfrm>
          <a:prstGeom prst="rect">
            <a:avLst/>
          </a:prstGeom>
          <a:solidFill>
            <a:srgbClr val="1A1A16"/>
          </a:solidFill>
          <a:ln w="6350">
            <a:solidFill>
              <a:srgbClr val="1A1A16"/>
            </a:solidFill>
            <a:prstDash val="solid"/>
          </a:ln>
        </p:spPr>
      </p:sp>
      <p:sp>
        <p:nvSpPr>
          <p:cNvPr id="49" name="Shape 47"/>
          <p:cNvSpPr/>
          <p:nvPr/>
        </p:nvSpPr>
        <p:spPr>
          <a:xfrm>
            <a:off x="3828954" y="3860703"/>
            <a:ext cx="444489" cy="50799"/>
          </a:xfrm>
          <a:prstGeom prst="rect">
            <a:avLst/>
          </a:prstGeom>
          <a:solidFill>
            <a:srgbClr val="1A1A16"/>
          </a:solidFill>
          <a:ln w="6350">
            <a:solidFill>
              <a:srgbClr val="1A1A16"/>
            </a:solidFill>
            <a:prstDash val="solid"/>
          </a:ln>
        </p:spPr>
      </p:sp>
      <p:sp>
        <p:nvSpPr>
          <p:cNvPr id="50" name="Shape 48"/>
          <p:cNvSpPr/>
          <p:nvPr/>
        </p:nvSpPr>
        <p:spPr>
          <a:xfrm>
            <a:off x="4413140" y="3860703"/>
            <a:ext cx="444489" cy="50799"/>
          </a:xfrm>
          <a:prstGeom prst="rect">
            <a:avLst/>
          </a:prstGeom>
          <a:solidFill>
            <a:srgbClr val="1A1A16"/>
          </a:solidFill>
          <a:ln w="6350">
            <a:solidFill>
              <a:srgbClr val="1A1A16"/>
            </a:solidFill>
            <a:prstDash val="solid"/>
          </a:ln>
        </p:spPr>
      </p:sp>
      <p:sp>
        <p:nvSpPr>
          <p:cNvPr id="51" name="Shape 49"/>
          <p:cNvSpPr/>
          <p:nvPr/>
        </p:nvSpPr>
        <p:spPr>
          <a:xfrm>
            <a:off x="4997325" y="3860703"/>
            <a:ext cx="444489" cy="50799"/>
          </a:xfrm>
          <a:prstGeom prst="rect">
            <a:avLst/>
          </a:prstGeom>
          <a:solidFill>
            <a:srgbClr val="1A1A16"/>
          </a:solidFill>
          <a:ln w="6350">
            <a:solidFill>
              <a:srgbClr val="1A1A16"/>
            </a:solidFill>
            <a:prstDash val="solid"/>
          </a:ln>
        </p:spPr>
      </p:sp>
      <p:sp>
        <p:nvSpPr>
          <p:cNvPr id="52" name="Shape 50"/>
          <p:cNvSpPr/>
          <p:nvPr/>
        </p:nvSpPr>
        <p:spPr>
          <a:xfrm>
            <a:off x="5581510" y="3860703"/>
            <a:ext cx="444489" cy="50799"/>
          </a:xfrm>
          <a:prstGeom prst="rect">
            <a:avLst/>
          </a:prstGeom>
          <a:solidFill>
            <a:srgbClr val="1A1A16"/>
          </a:solidFill>
          <a:ln w="6350">
            <a:solidFill>
              <a:srgbClr val="1A1A16"/>
            </a:solidFill>
            <a:prstDash val="solid"/>
          </a:ln>
        </p:spPr>
      </p:sp>
      <p:sp>
        <p:nvSpPr>
          <p:cNvPr id="53" name="Shape 51"/>
          <p:cNvSpPr/>
          <p:nvPr/>
        </p:nvSpPr>
        <p:spPr>
          <a:xfrm>
            <a:off x="6165696" y="3860703"/>
            <a:ext cx="444489" cy="50799"/>
          </a:xfrm>
          <a:prstGeom prst="rect">
            <a:avLst/>
          </a:prstGeom>
          <a:solidFill>
            <a:srgbClr val="1A1A16"/>
          </a:solidFill>
          <a:ln w="6350">
            <a:solidFill>
              <a:srgbClr val="1A1A16"/>
            </a:solidFill>
            <a:prstDash val="solid"/>
          </a:ln>
        </p:spPr>
      </p:sp>
      <p:sp>
        <p:nvSpPr>
          <p:cNvPr id="54" name="Shape 52"/>
          <p:cNvSpPr/>
          <p:nvPr/>
        </p:nvSpPr>
        <p:spPr>
          <a:xfrm>
            <a:off x="6749881" y="3860703"/>
            <a:ext cx="444489" cy="50799"/>
          </a:xfrm>
          <a:prstGeom prst="rect">
            <a:avLst/>
          </a:prstGeom>
          <a:solidFill>
            <a:srgbClr val="1A1A16"/>
          </a:solidFill>
          <a:ln w="6350">
            <a:solidFill>
              <a:srgbClr val="1A1A16"/>
            </a:solidFill>
            <a:prstDash val="solid"/>
          </a:ln>
        </p:spPr>
      </p:sp>
      <p:sp>
        <p:nvSpPr>
          <p:cNvPr id="55" name="Shape 53"/>
          <p:cNvSpPr/>
          <p:nvPr/>
        </p:nvSpPr>
        <p:spPr>
          <a:xfrm>
            <a:off x="7334067" y="3860703"/>
            <a:ext cx="444489" cy="50799"/>
          </a:xfrm>
          <a:prstGeom prst="rect">
            <a:avLst/>
          </a:prstGeom>
          <a:solidFill>
            <a:srgbClr val="1A1A16"/>
          </a:solidFill>
          <a:ln w="6350">
            <a:solidFill>
              <a:srgbClr val="1A1A16"/>
            </a:solidFill>
            <a:prstDash val="solid"/>
          </a:ln>
        </p:spPr>
      </p:sp>
      <p:sp>
        <p:nvSpPr>
          <p:cNvPr id="56" name="Shape 54"/>
          <p:cNvSpPr/>
          <p:nvPr/>
        </p:nvSpPr>
        <p:spPr>
          <a:xfrm>
            <a:off x="7918252" y="3860703"/>
            <a:ext cx="444489" cy="50799"/>
          </a:xfrm>
          <a:prstGeom prst="rect">
            <a:avLst/>
          </a:prstGeom>
          <a:solidFill>
            <a:srgbClr val="1A1A16"/>
          </a:solidFill>
          <a:ln w="6350">
            <a:solidFill>
              <a:srgbClr val="1A1A16"/>
            </a:solidFill>
            <a:prstDash val="solid"/>
          </a:ln>
        </p:spPr>
      </p:sp>
      <p:sp>
        <p:nvSpPr>
          <p:cNvPr id="57" name="Shape 55"/>
          <p:cNvSpPr/>
          <p:nvPr/>
        </p:nvSpPr>
        <p:spPr>
          <a:xfrm>
            <a:off x="8502437" y="3860703"/>
            <a:ext cx="444489" cy="50799"/>
          </a:xfrm>
          <a:prstGeom prst="rect">
            <a:avLst/>
          </a:prstGeom>
          <a:solidFill>
            <a:srgbClr val="1A1A16"/>
          </a:solidFill>
          <a:ln w="6350">
            <a:solidFill>
              <a:srgbClr val="1A1A16"/>
            </a:solidFill>
            <a:prstDash val="solid"/>
          </a:ln>
        </p:spPr>
      </p:sp>
      <p:sp>
        <p:nvSpPr>
          <p:cNvPr id="58" name="Shape 56"/>
          <p:cNvSpPr/>
          <p:nvPr/>
        </p:nvSpPr>
        <p:spPr>
          <a:xfrm>
            <a:off x="9086623" y="3860703"/>
            <a:ext cx="444489" cy="50799"/>
          </a:xfrm>
          <a:prstGeom prst="rect">
            <a:avLst/>
          </a:prstGeom>
          <a:solidFill>
            <a:srgbClr val="1A1A16"/>
          </a:solidFill>
          <a:ln w="6350">
            <a:solidFill>
              <a:srgbClr val="1A1A16"/>
            </a:solidFill>
            <a:prstDash val="solid"/>
          </a:ln>
        </p:spPr>
      </p:sp>
      <p:sp>
        <p:nvSpPr>
          <p:cNvPr id="59" name="Shape 57"/>
          <p:cNvSpPr/>
          <p:nvPr/>
        </p:nvSpPr>
        <p:spPr>
          <a:xfrm>
            <a:off x="9670808" y="3860703"/>
            <a:ext cx="444489" cy="50799"/>
          </a:xfrm>
          <a:prstGeom prst="rect">
            <a:avLst/>
          </a:prstGeom>
          <a:solidFill>
            <a:srgbClr val="1A1A16"/>
          </a:solidFill>
          <a:ln w="6350">
            <a:solidFill>
              <a:srgbClr val="1A1A16"/>
            </a:solidFill>
            <a:prstDash val="solid"/>
          </a:ln>
        </p:spPr>
      </p:sp>
      <p:sp>
        <p:nvSpPr>
          <p:cNvPr id="60" name="Shape 58"/>
          <p:cNvSpPr/>
          <p:nvPr/>
        </p:nvSpPr>
        <p:spPr>
          <a:xfrm>
            <a:off x="2076398" y="4152796"/>
            <a:ext cx="444489" cy="50799"/>
          </a:xfrm>
          <a:prstGeom prst="rect">
            <a:avLst/>
          </a:prstGeom>
          <a:solidFill>
            <a:srgbClr val="1A1A16"/>
          </a:solidFill>
          <a:ln w="6350">
            <a:solidFill>
              <a:srgbClr val="1A1A16"/>
            </a:solidFill>
            <a:prstDash val="solid"/>
          </a:ln>
        </p:spPr>
      </p:sp>
      <p:sp>
        <p:nvSpPr>
          <p:cNvPr id="61" name="Shape 59"/>
          <p:cNvSpPr/>
          <p:nvPr/>
        </p:nvSpPr>
        <p:spPr>
          <a:xfrm>
            <a:off x="2660583" y="4152796"/>
            <a:ext cx="444489" cy="50799"/>
          </a:xfrm>
          <a:prstGeom prst="rect">
            <a:avLst/>
          </a:prstGeom>
          <a:solidFill>
            <a:srgbClr val="1A1A16"/>
          </a:solidFill>
          <a:ln w="6350">
            <a:solidFill>
              <a:srgbClr val="1A1A16"/>
            </a:solidFill>
            <a:prstDash val="solid"/>
          </a:ln>
        </p:spPr>
      </p:sp>
      <p:sp>
        <p:nvSpPr>
          <p:cNvPr id="62" name="Shape 60"/>
          <p:cNvSpPr/>
          <p:nvPr/>
        </p:nvSpPr>
        <p:spPr>
          <a:xfrm>
            <a:off x="3244769" y="4152796"/>
            <a:ext cx="444489" cy="50799"/>
          </a:xfrm>
          <a:prstGeom prst="rect">
            <a:avLst/>
          </a:prstGeom>
          <a:solidFill>
            <a:srgbClr val="1A1A16"/>
          </a:solidFill>
          <a:ln w="6350">
            <a:solidFill>
              <a:srgbClr val="1A1A16"/>
            </a:solidFill>
            <a:prstDash val="solid"/>
          </a:ln>
        </p:spPr>
      </p:sp>
      <p:sp>
        <p:nvSpPr>
          <p:cNvPr id="63" name="Shape 61"/>
          <p:cNvSpPr/>
          <p:nvPr/>
        </p:nvSpPr>
        <p:spPr>
          <a:xfrm>
            <a:off x="3828954" y="4152796"/>
            <a:ext cx="444489" cy="50799"/>
          </a:xfrm>
          <a:prstGeom prst="rect">
            <a:avLst/>
          </a:prstGeom>
          <a:solidFill>
            <a:srgbClr val="1A1A16"/>
          </a:solidFill>
          <a:ln w="6350">
            <a:solidFill>
              <a:srgbClr val="1A1A16"/>
            </a:solidFill>
            <a:prstDash val="solid"/>
          </a:ln>
        </p:spPr>
      </p:sp>
      <p:sp>
        <p:nvSpPr>
          <p:cNvPr id="64" name="Shape 62"/>
          <p:cNvSpPr/>
          <p:nvPr/>
        </p:nvSpPr>
        <p:spPr>
          <a:xfrm>
            <a:off x="4413140" y="4152796"/>
            <a:ext cx="444489" cy="50799"/>
          </a:xfrm>
          <a:prstGeom prst="rect">
            <a:avLst/>
          </a:prstGeom>
          <a:solidFill>
            <a:srgbClr val="1A1A16"/>
          </a:solidFill>
          <a:ln w="6350">
            <a:solidFill>
              <a:srgbClr val="1A1A16"/>
            </a:solidFill>
            <a:prstDash val="solid"/>
          </a:ln>
        </p:spPr>
      </p:sp>
      <p:sp>
        <p:nvSpPr>
          <p:cNvPr id="65" name="Shape 63"/>
          <p:cNvSpPr/>
          <p:nvPr/>
        </p:nvSpPr>
        <p:spPr>
          <a:xfrm>
            <a:off x="4997325" y="4152796"/>
            <a:ext cx="444489" cy="50799"/>
          </a:xfrm>
          <a:prstGeom prst="rect">
            <a:avLst/>
          </a:prstGeom>
          <a:solidFill>
            <a:srgbClr val="1A1A16"/>
          </a:solidFill>
          <a:ln w="6350">
            <a:solidFill>
              <a:srgbClr val="1A1A16"/>
            </a:solidFill>
            <a:prstDash val="solid"/>
          </a:ln>
        </p:spPr>
      </p:sp>
      <p:sp>
        <p:nvSpPr>
          <p:cNvPr id="66" name="Shape 64"/>
          <p:cNvSpPr/>
          <p:nvPr/>
        </p:nvSpPr>
        <p:spPr>
          <a:xfrm>
            <a:off x="5581510" y="4152796"/>
            <a:ext cx="444489" cy="50799"/>
          </a:xfrm>
          <a:prstGeom prst="rect">
            <a:avLst/>
          </a:prstGeom>
          <a:solidFill>
            <a:srgbClr val="1A1A16"/>
          </a:solidFill>
          <a:ln w="6350">
            <a:solidFill>
              <a:srgbClr val="1A1A16"/>
            </a:solidFill>
            <a:prstDash val="solid"/>
          </a:ln>
        </p:spPr>
      </p:sp>
      <p:sp>
        <p:nvSpPr>
          <p:cNvPr id="67" name="Shape 65"/>
          <p:cNvSpPr/>
          <p:nvPr/>
        </p:nvSpPr>
        <p:spPr>
          <a:xfrm>
            <a:off x="6165696" y="4152796"/>
            <a:ext cx="444489" cy="50799"/>
          </a:xfrm>
          <a:prstGeom prst="rect">
            <a:avLst/>
          </a:prstGeom>
          <a:solidFill>
            <a:srgbClr val="1A1A16"/>
          </a:solidFill>
          <a:ln w="6350">
            <a:solidFill>
              <a:srgbClr val="1A1A16"/>
            </a:solidFill>
            <a:prstDash val="solid"/>
          </a:ln>
        </p:spPr>
      </p:sp>
      <p:sp>
        <p:nvSpPr>
          <p:cNvPr id="68" name="Shape 66"/>
          <p:cNvSpPr/>
          <p:nvPr/>
        </p:nvSpPr>
        <p:spPr>
          <a:xfrm>
            <a:off x="6749881" y="4152796"/>
            <a:ext cx="444489" cy="50799"/>
          </a:xfrm>
          <a:prstGeom prst="rect">
            <a:avLst/>
          </a:prstGeom>
          <a:solidFill>
            <a:srgbClr val="1A1A16"/>
          </a:solidFill>
          <a:ln w="6350">
            <a:solidFill>
              <a:srgbClr val="1A1A16"/>
            </a:solidFill>
            <a:prstDash val="solid"/>
          </a:ln>
        </p:spPr>
      </p:sp>
      <p:sp>
        <p:nvSpPr>
          <p:cNvPr id="69" name="Shape 67"/>
          <p:cNvSpPr/>
          <p:nvPr/>
        </p:nvSpPr>
        <p:spPr>
          <a:xfrm>
            <a:off x="7334067" y="4152796"/>
            <a:ext cx="444489" cy="50799"/>
          </a:xfrm>
          <a:prstGeom prst="rect">
            <a:avLst/>
          </a:prstGeom>
          <a:solidFill>
            <a:srgbClr val="1A1A16"/>
          </a:solidFill>
          <a:ln w="6350">
            <a:solidFill>
              <a:srgbClr val="1A1A16"/>
            </a:solidFill>
            <a:prstDash val="solid"/>
          </a:ln>
        </p:spPr>
      </p:sp>
      <p:sp>
        <p:nvSpPr>
          <p:cNvPr id="70" name="Shape 68"/>
          <p:cNvSpPr/>
          <p:nvPr/>
        </p:nvSpPr>
        <p:spPr>
          <a:xfrm>
            <a:off x="7918252" y="4152796"/>
            <a:ext cx="444489" cy="50799"/>
          </a:xfrm>
          <a:prstGeom prst="rect">
            <a:avLst/>
          </a:prstGeom>
          <a:solidFill>
            <a:srgbClr val="1A1A16"/>
          </a:solidFill>
          <a:ln w="6350">
            <a:solidFill>
              <a:srgbClr val="1A1A16"/>
            </a:solidFill>
            <a:prstDash val="solid"/>
          </a:ln>
        </p:spPr>
      </p:sp>
      <p:sp>
        <p:nvSpPr>
          <p:cNvPr id="71" name="Shape 69"/>
          <p:cNvSpPr/>
          <p:nvPr/>
        </p:nvSpPr>
        <p:spPr>
          <a:xfrm>
            <a:off x="8502437" y="4152796"/>
            <a:ext cx="444489" cy="50799"/>
          </a:xfrm>
          <a:prstGeom prst="rect">
            <a:avLst/>
          </a:prstGeom>
          <a:solidFill>
            <a:srgbClr val="1A1A16"/>
          </a:solidFill>
          <a:ln w="6350">
            <a:solidFill>
              <a:srgbClr val="1A1A16"/>
            </a:solidFill>
            <a:prstDash val="solid"/>
          </a:ln>
        </p:spPr>
      </p:sp>
      <p:sp>
        <p:nvSpPr>
          <p:cNvPr id="72" name="Shape 70"/>
          <p:cNvSpPr/>
          <p:nvPr/>
        </p:nvSpPr>
        <p:spPr>
          <a:xfrm>
            <a:off x="9086623" y="4152796"/>
            <a:ext cx="444489" cy="50799"/>
          </a:xfrm>
          <a:prstGeom prst="rect">
            <a:avLst/>
          </a:prstGeom>
          <a:solidFill>
            <a:srgbClr val="1A1A16"/>
          </a:solidFill>
          <a:ln w="6350">
            <a:solidFill>
              <a:srgbClr val="1A1A16"/>
            </a:solidFill>
            <a:prstDash val="solid"/>
          </a:ln>
        </p:spPr>
      </p:sp>
      <p:sp>
        <p:nvSpPr>
          <p:cNvPr id="73" name="Shape 71"/>
          <p:cNvSpPr/>
          <p:nvPr/>
        </p:nvSpPr>
        <p:spPr>
          <a:xfrm>
            <a:off x="9670808" y="4152796"/>
            <a:ext cx="444489" cy="50799"/>
          </a:xfrm>
          <a:prstGeom prst="rect">
            <a:avLst/>
          </a:prstGeom>
          <a:solidFill>
            <a:srgbClr val="1A1A16"/>
          </a:solidFill>
          <a:ln w="6350">
            <a:solidFill>
              <a:srgbClr val="1A1A16"/>
            </a:solidFill>
            <a:prstDash val="solid"/>
          </a:ln>
        </p:spPr>
      </p:sp>
      <p:sp>
        <p:nvSpPr>
          <p:cNvPr id="74" name="Shape 72"/>
          <p:cNvSpPr/>
          <p:nvPr/>
        </p:nvSpPr>
        <p:spPr>
          <a:xfrm>
            <a:off x="2076398" y="4444889"/>
            <a:ext cx="444489" cy="50799"/>
          </a:xfrm>
          <a:prstGeom prst="rect">
            <a:avLst/>
          </a:prstGeom>
          <a:solidFill>
            <a:srgbClr val="1A1A16"/>
          </a:solidFill>
          <a:ln w="6350">
            <a:solidFill>
              <a:srgbClr val="1A1A16"/>
            </a:solidFill>
            <a:prstDash val="solid"/>
          </a:ln>
        </p:spPr>
      </p:sp>
      <p:sp>
        <p:nvSpPr>
          <p:cNvPr id="75" name="Shape 73"/>
          <p:cNvSpPr/>
          <p:nvPr/>
        </p:nvSpPr>
        <p:spPr>
          <a:xfrm>
            <a:off x="2660583" y="4444889"/>
            <a:ext cx="444489" cy="50799"/>
          </a:xfrm>
          <a:prstGeom prst="rect">
            <a:avLst/>
          </a:prstGeom>
          <a:solidFill>
            <a:srgbClr val="1A1A16"/>
          </a:solidFill>
          <a:ln w="6350">
            <a:solidFill>
              <a:srgbClr val="1A1A16"/>
            </a:solidFill>
            <a:prstDash val="solid"/>
          </a:ln>
        </p:spPr>
      </p:sp>
      <p:sp>
        <p:nvSpPr>
          <p:cNvPr id="76" name="Shape 74"/>
          <p:cNvSpPr/>
          <p:nvPr/>
        </p:nvSpPr>
        <p:spPr>
          <a:xfrm>
            <a:off x="3244769" y="4444889"/>
            <a:ext cx="444489" cy="50799"/>
          </a:xfrm>
          <a:prstGeom prst="rect">
            <a:avLst/>
          </a:prstGeom>
          <a:solidFill>
            <a:srgbClr val="1A1A16"/>
          </a:solidFill>
          <a:ln w="6350">
            <a:solidFill>
              <a:srgbClr val="1A1A16"/>
            </a:solidFill>
            <a:prstDash val="solid"/>
          </a:ln>
        </p:spPr>
      </p:sp>
      <p:sp>
        <p:nvSpPr>
          <p:cNvPr id="77" name="Shape 75"/>
          <p:cNvSpPr/>
          <p:nvPr/>
        </p:nvSpPr>
        <p:spPr>
          <a:xfrm>
            <a:off x="3828954" y="4444889"/>
            <a:ext cx="444489" cy="50799"/>
          </a:xfrm>
          <a:prstGeom prst="rect">
            <a:avLst/>
          </a:prstGeom>
          <a:solidFill>
            <a:srgbClr val="1A1A16"/>
          </a:solidFill>
          <a:ln w="6350">
            <a:solidFill>
              <a:srgbClr val="1A1A16"/>
            </a:solidFill>
            <a:prstDash val="solid"/>
          </a:ln>
        </p:spPr>
      </p:sp>
      <p:sp>
        <p:nvSpPr>
          <p:cNvPr id="78" name="Shape 76"/>
          <p:cNvSpPr/>
          <p:nvPr/>
        </p:nvSpPr>
        <p:spPr>
          <a:xfrm>
            <a:off x="4413140" y="4444889"/>
            <a:ext cx="444489" cy="50799"/>
          </a:xfrm>
          <a:prstGeom prst="rect">
            <a:avLst/>
          </a:prstGeom>
          <a:solidFill>
            <a:srgbClr val="1A1A16"/>
          </a:solidFill>
          <a:ln w="6350">
            <a:solidFill>
              <a:srgbClr val="1A1A16"/>
            </a:solidFill>
            <a:prstDash val="solid"/>
          </a:ln>
        </p:spPr>
      </p:sp>
      <p:sp>
        <p:nvSpPr>
          <p:cNvPr id="79" name="Shape 77"/>
          <p:cNvSpPr/>
          <p:nvPr/>
        </p:nvSpPr>
        <p:spPr>
          <a:xfrm>
            <a:off x="4997325" y="4444889"/>
            <a:ext cx="444489" cy="50799"/>
          </a:xfrm>
          <a:prstGeom prst="rect">
            <a:avLst/>
          </a:prstGeom>
          <a:solidFill>
            <a:srgbClr val="1A1A16"/>
          </a:solidFill>
          <a:ln w="6350">
            <a:solidFill>
              <a:srgbClr val="1A1A16"/>
            </a:solidFill>
            <a:prstDash val="solid"/>
          </a:ln>
        </p:spPr>
      </p:sp>
      <p:sp>
        <p:nvSpPr>
          <p:cNvPr id="80" name="Shape 78"/>
          <p:cNvSpPr/>
          <p:nvPr/>
        </p:nvSpPr>
        <p:spPr>
          <a:xfrm>
            <a:off x="5581510" y="4444889"/>
            <a:ext cx="444489" cy="50799"/>
          </a:xfrm>
          <a:prstGeom prst="rect">
            <a:avLst/>
          </a:prstGeom>
          <a:solidFill>
            <a:srgbClr val="1A1A16"/>
          </a:solidFill>
          <a:ln w="6350">
            <a:solidFill>
              <a:srgbClr val="1A1A16"/>
            </a:solidFill>
            <a:prstDash val="solid"/>
          </a:ln>
        </p:spPr>
      </p:sp>
      <p:sp>
        <p:nvSpPr>
          <p:cNvPr id="81" name="Shape 79"/>
          <p:cNvSpPr/>
          <p:nvPr/>
        </p:nvSpPr>
        <p:spPr>
          <a:xfrm>
            <a:off x="6165696" y="4444889"/>
            <a:ext cx="444489" cy="50799"/>
          </a:xfrm>
          <a:prstGeom prst="rect">
            <a:avLst/>
          </a:prstGeom>
          <a:solidFill>
            <a:srgbClr val="1A1A16"/>
          </a:solidFill>
          <a:ln w="6350">
            <a:solidFill>
              <a:srgbClr val="1A1A16"/>
            </a:solidFill>
            <a:prstDash val="solid"/>
          </a:ln>
        </p:spPr>
      </p:sp>
      <p:sp>
        <p:nvSpPr>
          <p:cNvPr id="82" name="Shape 80"/>
          <p:cNvSpPr/>
          <p:nvPr/>
        </p:nvSpPr>
        <p:spPr>
          <a:xfrm>
            <a:off x="6749881" y="4444889"/>
            <a:ext cx="444489" cy="50799"/>
          </a:xfrm>
          <a:prstGeom prst="rect">
            <a:avLst/>
          </a:prstGeom>
          <a:solidFill>
            <a:srgbClr val="1A1A16"/>
          </a:solidFill>
          <a:ln w="6350">
            <a:solidFill>
              <a:srgbClr val="1A1A16"/>
            </a:solidFill>
            <a:prstDash val="solid"/>
          </a:ln>
        </p:spPr>
      </p:sp>
      <p:sp>
        <p:nvSpPr>
          <p:cNvPr id="83" name="Shape 81"/>
          <p:cNvSpPr/>
          <p:nvPr/>
        </p:nvSpPr>
        <p:spPr>
          <a:xfrm>
            <a:off x="7334067" y="4444889"/>
            <a:ext cx="444489" cy="50799"/>
          </a:xfrm>
          <a:prstGeom prst="rect">
            <a:avLst/>
          </a:prstGeom>
          <a:solidFill>
            <a:srgbClr val="1A1A16"/>
          </a:solidFill>
          <a:ln w="6350">
            <a:solidFill>
              <a:srgbClr val="1A1A16"/>
            </a:solidFill>
            <a:prstDash val="solid"/>
          </a:ln>
        </p:spPr>
      </p:sp>
      <p:sp>
        <p:nvSpPr>
          <p:cNvPr id="84" name="Shape 82"/>
          <p:cNvSpPr/>
          <p:nvPr/>
        </p:nvSpPr>
        <p:spPr>
          <a:xfrm>
            <a:off x="7918252" y="4444889"/>
            <a:ext cx="444489" cy="50799"/>
          </a:xfrm>
          <a:prstGeom prst="rect">
            <a:avLst/>
          </a:prstGeom>
          <a:solidFill>
            <a:srgbClr val="1A1A16"/>
          </a:solidFill>
          <a:ln w="6350">
            <a:solidFill>
              <a:srgbClr val="1A1A16"/>
            </a:solidFill>
            <a:prstDash val="solid"/>
          </a:ln>
        </p:spPr>
      </p:sp>
      <p:sp>
        <p:nvSpPr>
          <p:cNvPr id="85" name="Shape 83"/>
          <p:cNvSpPr/>
          <p:nvPr/>
        </p:nvSpPr>
        <p:spPr>
          <a:xfrm>
            <a:off x="8502437" y="4444889"/>
            <a:ext cx="444489" cy="50799"/>
          </a:xfrm>
          <a:prstGeom prst="rect">
            <a:avLst/>
          </a:prstGeom>
          <a:solidFill>
            <a:srgbClr val="1A1A16"/>
          </a:solidFill>
          <a:ln w="6350">
            <a:solidFill>
              <a:srgbClr val="1A1A16"/>
            </a:solidFill>
            <a:prstDash val="solid"/>
          </a:ln>
        </p:spPr>
      </p:sp>
      <p:sp>
        <p:nvSpPr>
          <p:cNvPr id="86" name="Text 84"/>
          <p:cNvSpPr txBox="1"/>
          <p:nvPr/>
        </p:nvSpPr>
        <p:spPr>
          <a:xfrm>
            <a:off x="2076398" y="2603435"/>
            <a:ext cx="380990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82 of 82 modules compile</a:t>
            </a:r>
            <a:endParaRPr lang="en-US" sz="1100" dirty="0"/>
          </a:p>
        </p:txBody>
      </p:sp>
      <p:sp>
        <p:nvSpPr>
          <p:cNvPr id="87" name="Text 8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82 OF 82 MODULES COMPILE · THE ANSWER IS STILL EMPTY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06470" y="2539937"/>
            <a:ext cx="2095448" cy="1396965"/>
          </a:xfrm>
          <a:prstGeom prst="rect">
            <a:avLst/>
          </a:prstGeom>
          <a:ln w="12700">
            <a:solidFill>
              <a:srgbClr val="1A1A16"/>
            </a:solidFill>
            <a:prstDash val="solid"/>
          </a:ln>
        </p:spPr>
      </p:sp>
      <p:sp>
        <p:nvSpPr>
          <p:cNvPr id="3" name="Text 1"/>
          <p:cNvSpPr txBox="1"/>
          <p:nvPr/>
        </p:nvSpPr>
        <p:spPr>
          <a:xfrm>
            <a:off x="1396965"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7.6M</a:t>
            </a:r>
            <a:endParaRPr lang="en-US" sz="2300" dirty="0"/>
          </a:p>
        </p:txBody>
      </p:sp>
      <p:sp>
        <p:nvSpPr>
          <p:cNvPr id="4" name="Text 2"/>
          <p:cNvSpPr txBox="1"/>
          <p:nvPr/>
        </p:nvSpPr>
        <p:spPr>
          <a:xfrm>
            <a:off x="1396965"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tokens</a:t>
            </a:r>
            <a:endParaRPr lang="en-US" sz="1100" dirty="0"/>
          </a:p>
        </p:txBody>
      </p:sp>
      <p:sp>
        <p:nvSpPr>
          <p:cNvPr id="5" name="Shape 3"/>
          <p:cNvSpPr/>
          <p:nvPr/>
        </p:nvSpPr>
        <p:spPr>
          <a:xfrm>
            <a:off x="3746406" y="2539937"/>
            <a:ext cx="2095448" cy="1396965"/>
          </a:xfrm>
          <a:prstGeom prst="rect">
            <a:avLst/>
          </a:prstGeom>
          <a:ln w="12700">
            <a:solidFill>
              <a:srgbClr val="1A1A16"/>
            </a:solidFill>
            <a:prstDash val="solid"/>
          </a:ln>
        </p:spPr>
      </p:sp>
      <p:sp>
        <p:nvSpPr>
          <p:cNvPr id="6" name="Text 4"/>
          <p:cNvSpPr txBox="1"/>
          <p:nvPr/>
        </p:nvSpPr>
        <p:spPr>
          <a:xfrm>
            <a:off x="3936902"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74</a:t>
            </a:r>
            <a:endParaRPr lang="en-US" sz="2300" dirty="0"/>
          </a:p>
        </p:txBody>
      </p:sp>
      <p:sp>
        <p:nvSpPr>
          <p:cNvPr id="7" name="Text 5"/>
          <p:cNvSpPr txBox="1"/>
          <p:nvPr/>
        </p:nvSpPr>
        <p:spPr>
          <a:xfrm>
            <a:off x="3936902"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model calls</a:t>
            </a:r>
            <a:endParaRPr lang="en-US" sz="1100" dirty="0"/>
          </a:p>
        </p:txBody>
      </p:sp>
      <p:sp>
        <p:nvSpPr>
          <p:cNvPr id="8" name="Shape 6"/>
          <p:cNvSpPr/>
          <p:nvPr/>
        </p:nvSpPr>
        <p:spPr>
          <a:xfrm>
            <a:off x="6286343" y="2539937"/>
            <a:ext cx="2095448" cy="1396965"/>
          </a:xfrm>
          <a:prstGeom prst="rect">
            <a:avLst/>
          </a:prstGeom>
          <a:ln w="12700">
            <a:solidFill>
              <a:srgbClr val="1A1A16"/>
            </a:solidFill>
            <a:prstDash val="solid"/>
          </a:ln>
        </p:spPr>
      </p:sp>
      <p:sp>
        <p:nvSpPr>
          <p:cNvPr id="9" name="Text 7"/>
          <p:cNvSpPr txBox="1"/>
          <p:nvPr/>
        </p:nvSpPr>
        <p:spPr>
          <a:xfrm>
            <a:off x="6476838" y="2806630"/>
            <a:ext cx="171445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71</a:t>
            </a:r>
            <a:endParaRPr lang="en-US" sz="2300" dirty="0"/>
          </a:p>
        </p:txBody>
      </p:sp>
      <p:sp>
        <p:nvSpPr>
          <p:cNvPr id="10" name="Text 8"/>
          <p:cNvSpPr txBox="1"/>
          <p:nvPr/>
        </p:nvSpPr>
        <p:spPr>
          <a:xfrm>
            <a:off x="6476838"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minutes</a:t>
            </a:r>
            <a:endParaRPr lang="en-US" sz="1100" dirty="0"/>
          </a:p>
        </p:txBody>
      </p:sp>
      <p:sp>
        <p:nvSpPr>
          <p:cNvPr id="11" name="Shape 9"/>
          <p:cNvSpPr/>
          <p:nvPr/>
        </p:nvSpPr>
        <p:spPr>
          <a:xfrm>
            <a:off x="8826279" y="2539937"/>
            <a:ext cx="2095448" cy="1396965"/>
          </a:xfrm>
          <a:prstGeom prst="rect">
            <a:avLst/>
          </a:prstGeom>
          <a:ln w="12700">
            <a:solidFill>
              <a:srgbClr val="1A1A16"/>
            </a:solidFill>
            <a:prstDash val="solid"/>
          </a:ln>
        </p:spPr>
      </p:sp>
      <p:sp>
        <p:nvSpPr>
          <p:cNvPr id="12" name="Text 10"/>
          <p:cNvSpPr txBox="1"/>
          <p:nvPr/>
        </p:nvSpPr>
        <p:spPr>
          <a:xfrm>
            <a:off x="9016775" y="3530512"/>
            <a:ext cx="17144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dollars</a:t>
            </a:r>
            <a:endParaRPr lang="en-US" sz="1100" dirty="0"/>
          </a:p>
        </p:txBody>
      </p:sp>
      <p:sp>
        <p:nvSpPr>
          <p:cNvPr id="13" name="Text 11"/>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TOKENS, CALLS AND SECONDS ARE RECORDED · DOLLARS ARE NOT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2095448"/>
            <a:ext cx="6730832" cy="2095448"/>
          </a:xfrm>
          <a:prstGeom prst="rect">
            <a:avLst/>
          </a:prstGeom>
          <a:ln w="12700">
            <a:solidFill>
              <a:srgbClr val="1A1A16"/>
            </a:solidFill>
            <a:prstDash val="solid"/>
          </a:ln>
        </p:spPr>
      </p:sp>
      <p:sp>
        <p:nvSpPr>
          <p:cNvPr id="3" name="Text 1"/>
          <p:cNvSpPr txBox="1"/>
          <p:nvPr/>
        </p:nvSpPr>
        <p:spPr>
          <a:xfrm>
            <a:off x="1219170" y="2438339"/>
            <a:ext cx="6197445"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8.6 GB</a:t>
            </a:r>
            <a:endParaRPr lang="en-US" sz="2300" dirty="0"/>
          </a:p>
        </p:txBody>
      </p:sp>
      <p:sp>
        <p:nvSpPr>
          <p:cNvPr id="4" name="Text 2"/>
          <p:cNvSpPr txBox="1"/>
          <p:nvPr/>
        </p:nvSpPr>
        <p:spPr>
          <a:xfrm>
            <a:off x="1219170" y="2908227"/>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87,659 objects</a:t>
            </a:r>
            <a:endParaRPr lang="en-US" sz="1100" dirty="0"/>
          </a:p>
        </p:txBody>
      </p:sp>
      <p:sp>
        <p:nvSpPr>
          <p:cNvPr id="5" name="Text 3"/>
          <p:cNvSpPr txBox="1"/>
          <p:nvPr/>
        </p:nvSpPr>
        <p:spPr>
          <a:xfrm>
            <a:off x="1219170" y="3124122"/>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library every proof is checked against,</a:t>
            </a:r>
            <a:endParaRPr lang="en-US" sz="1100" dirty="0"/>
          </a:p>
        </p:txBody>
      </p:sp>
      <p:sp>
        <p:nvSpPr>
          <p:cNvPr id="6" name="Text 4"/>
          <p:cNvSpPr txBox="1"/>
          <p:nvPr/>
        </p:nvSpPr>
        <p:spPr>
          <a:xfrm>
            <a:off x="1219170" y="3327317"/>
            <a:ext cx="619744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identical for everybody who downloads it</a:t>
            </a:r>
            <a:endParaRPr lang="en-US" sz="1100" dirty="0"/>
          </a:p>
        </p:txBody>
      </p:sp>
      <p:sp>
        <p:nvSpPr>
          <p:cNvPr id="7" name="Shape 5"/>
          <p:cNvSpPr/>
          <p:nvPr/>
        </p:nvSpPr>
        <p:spPr>
          <a:xfrm>
            <a:off x="8191295" y="2095448"/>
            <a:ext cx="3047924" cy="2095448"/>
          </a:xfrm>
          <a:prstGeom prst="rect">
            <a:avLst/>
          </a:prstGeom>
          <a:ln w="12700">
            <a:solidFill>
              <a:srgbClr val="1A1A16"/>
            </a:solidFill>
            <a:prstDash val="solid"/>
          </a:ln>
        </p:spPr>
      </p:sp>
      <p:sp>
        <p:nvSpPr>
          <p:cNvPr id="8" name="Text 6"/>
          <p:cNvSpPr txBox="1"/>
          <p:nvPr/>
        </p:nvSpPr>
        <p:spPr>
          <a:xfrm>
            <a:off x="8445289" y="2438339"/>
            <a:ext cx="2539937"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137 s</a:t>
            </a:r>
            <a:endParaRPr lang="en-US" sz="2300" dirty="0"/>
          </a:p>
        </p:txBody>
      </p:sp>
      <p:sp>
        <p:nvSpPr>
          <p:cNvPr id="9" name="Text 7"/>
          <p:cNvSpPr txBox="1"/>
          <p:nvPr/>
        </p:nvSpPr>
        <p:spPr>
          <a:xfrm>
            <a:off x="8445289" y="2908227"/>
            <a:ext cx="25399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to check this whole</a:t>
            </a:r>
            <a:endParaRPr lang="en-US" sz="1100" dirty="0"/>
          </a:p>
        </p:txBody>
      </p:sp>
      <p:sp>
        <p:nvSpPr>
          <p:cNvPr id="10" name="Text 8"/>
          <p:cNvSpPr txBox="1"/>
          <p:nvPr/>
        </p:nvSpPr>
        <p:spPr>
          <a:xfrm>
            <a:off x="8445289" y="3124122"/>
            <a:ext cx="253993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chain, on a laptop</a:t>
            </a:r>
            <a:endParaRPr lang="en-US" sz="1100" dirty="0"/>
          </a:p>
        </p:txBody>
      </p:sp>
      <p:sp>
        <p:nvSpPr>
          <p:cNvPr id="11" name="Text 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8.6 GB OF LIBRARY · 137 SECONDS OF CHECKING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904952" y="2666933"/>
            <a:ext cx="8381790" cy="0"/>
          </a:xfrm>
          <a:prstGeom prst="line">
            <a:avLst/>
          </a:prstGeom>
          <a:noFill/>
          <a:ln w="8890">
            <a:solidFill>
              <a:srgbClr val="8A8A80"/>
            </a:solidFill>
            <a:prstDash val="solid"/>
          </a:ln>
        </p:spPr>
      </p:sp>
      <p:sp>
        <p:nvSpPr>
          <p:cNvPr id="3" name="Shape 1"/>
          <p:cNvSpPr/>
          <p:nvPr/>
        </p:nvSpPr>
        <p:spPr>
          <a:xfrm>
            <a:off x="1663023" y="2387540"/>
            <a:ext cx="483858" cy="558786"/>
          </a:xfrm>
          <a:prstGeom prst="hexagon">
            <a:avLst/>
          </a:prstGeom>
          <a:solidFill>
            <a:srgbClr val="FFFFFF"/>
          </a:solidFill>
          <a:ln w="19050">
            <a:solidFill>
              <a:srgbClr val="1A1A16"/>
            </a:solidFill>
            <a:prstDash val="solid"/>
          </a:ln>
        </p:spPr>
      </p:sp>
      <p:sp>
        <p:nvSpPr>
          <p:cNvPr id="4" name="Shape 2"/>
          <p:cNvSpPr/>
          <p:nvPr/>
        </p:nvSpPr>
        <p:spPr>
          <a:xfrm>
            <a:off x="9952741" y="2332932"/>
            <a:ext cx="668003" cy="668003"/>
          </a:xfrm>
          <a:prstGeom prst="diamond">
            <a:avLst/>
          </a:prstGeom>
          <a:solidFill>
            <a:srgbClr val="FFFFFF"/>
          </a:solidFill>
          <a:ln w="19050">
            <a:solidFill>
              <a:srgbClr val="1A1A16"/>
            </a:solidFill>
            <a:prstDash val="solid"/>
          </a:ln>
        </p:spPr>
      </p:sp>
      <p:sp>
        <p:nvSpPr>
          <p:cNvPr id="5" name="Shape 3"/>
          <p:cNvSpPr/>
          <p:nvPr/>
        </p:nvSpPr>
        <p:spPr>
          <a:xfrm>
            <a:off x="2635184" y="2571686"/>
            <a:ext cx="190495" cy="190495"/>
          </a:xfrm>
          <a:prstGeom prst="ellipse">
            <a:avLst/>
          </a:prstGeom>
          <a:solidFill>
            <a:srgbClr val="FFFFFF"/>
          </a:solidFill>
          <a:ln w="13335">
            <a:solidFill>
              <a:srgbClr val="1A1A16"/>
            </a:solidFill>
            <a:prstDash val="solid"/>
          </a:ln>
        </p:spPr>
      </p:sp>
      <p:sp>
        <p:nvSpPr>
          <p:cNvPr id="6" name="Shape 4"/>
          <p:cNvSpPr/>
          <p:nvPr/>
        </p:nvSpPr>
        <p:spPr>
          <a:xfrm>
            <a:off x="3308267" y="2571686"/>
            <a:ext cx="190495" cy="190495"/>
          </a:xfrm>
          <a:prstGeom prst="ellipse">
            <a:avLst/>
          </a:prstGeom>
          <a:solidFill>
            <a:srgbClr val="FFFFFF"/>
          </a:solidFill>
          <a:ln w="13335">
            <a:solidFill>
              <a:srgbClr val="1A1A16"/>
            </a:solidFill>
            <a:prstDash val="solid"/>
          </a:ln>
        </p:spPr>
      </p:sp>
      <p:sp>
        <p:nvSpPr>
          <p:cNvPr id="7" name="Shape 5"/>
          <p:cNvSpPr/>
          <p:nvPr/>
        </p:nvSpPr>
        <p:spPr>
          <a:xfrm>
            <a:off x="3981350" y="2571686"/>
            <a:ext cx="190495" cy="190495"/>
          </a:xfrm>
          <a:prstGeom prst="ellipse">
            <a:avLst/>
          </a:prstGeom>
          <a:solidFill>
            <a:srgbClr val="FFFFFF"/>
          </a:solidFill>
          <a:ln w="13335">
            <a:solidFill>
              <a:srgbClr val="1A1A16"/>
            </a:solidFill>
            <a:prstDash val="solid"/>
          </a:ln>
        </p:spPr>
      </p:sp>
      <p:sp>
        <p:nvSpPr>
          <p:cNvPr id="8" name="Shape 6"/>
          <p:cNvSpPr/>
          <p:nvPr/>
        </p:nvSpPr>
        <p:spPr>
          <a:xfrm>
            <a:off x="4654434" y="2571686"/>
            <a:ext cx="190495" cy="190495"/>
          </a:xfrm>
          <a:prstGeom prst="ellipse">
            <a:avLst/>
          </a:prstGeom>
          <a:solidFill>
            <a:srgbClr val="FFFFFF"/>
          </a:solidFill>
          <a:ln w="13335">
            <a:solidFill>
              <a:srgbClr val="1A1A16"/>
            </a:solidFill>
            <a:prstDash val="solid"/>
          </a:ln>
        </p:spPr>
      </p:sp>
      <p:sp>
        <p:nvSpPr>
          <p:cNvPr id="9" name="Shape 7"/>
          <p:cNvSpPr/>
          <p:nvPr/>
        </p:nvSpPr>
        <p:spPr>
          <a:xfrm>
            <a:off x="5327517" y="2571686"/>
            <a:ext cx="190495" cy="190495"/>
          </a:xfrm>
          <a:prstGeom prst="ellipse">
            <a:avLst/>
          </a:prstGeom>
          <a:solidFill>
            <a:srgbClr val="FFFFFF"/>
          </a:solidFill>
          <a:ln w="13335">
            <a:solidFill>
              <a:srgbClr val="1A1A16"/>
            </a:solidFill>
            <a:prstDash val="solid"/>
          </a:ln>
        </p:spPr>
      </p:sp>
      <p:sp>
        <p:nvSpPr>
          <p:cNvPr id="10" name="Shape 8"/>
          <p:cNvSpPr/>
          <p:nvPr/>
        </p:nvSpPr>
        <p:spPr>
          <a:xfrm>
            <a:off x="6000600" y="2571686"/>
            <a:ext cx="190495" cy="190495"/>
          </a:xfrm>
          <a:prstGeom prst="ellipse">
            <a:avLst/>
          </a:prstGeom>
          <a:solidFill>
            <a:srgbClr val="FFFFFF"/>
          </a:solidFill>
          <a:ln w="13335">
            <a:solidFill>
              <a:srgbClr val="1A1A16"/>
            </a:solidFill>
            <a:prstDash val="solid"/>
          </a:ln>
        </p:spPr>
      </p:sp>
      <p:sp>
        <p:nvSpPr>
          <p:cNvPr id="11" name="Shape 9"/>
          <p:cNvSpPr/>
          <p:nvPr/>
        </p:nvSpPr>
        <p:spPr>
          <a:xfrm>
            <a:off x="6673683" y="2571686"/>
            <a:ext cx="190495" cy="190495"/>
          </a:xfrm>
          <a:prstGeom prst="ellipse">
            <a:avLst/>
          </a:prstGeom>
          <a:solidFill>
            <a:srgbClr val="FFFFFF"/>
          </a:solidFill>
          <a:ln w="13335">
            <a:solidFill>
              <a:srgbClr val="1A1A16"/>
            </a:solidFill>
            <a:prstDash val="solid"/>
          </a:ln>
        </p:spPr>
      </p:sp>
      <p:sp>
        <p:nvSpPr>
          <p:cNvPr id="12" name="Shape 10"/>
          <p:cNvSpPr/>
          <p:nvPr/>
        </p:nvSpPr>
        <p:spPr>
          <a:xfrm>
            <a:off x="7346766" y="2571686"/>
            <a:ext cx="190495" cy="190495"/>
          </a:xfrm>
          <a:prstGeom prst="ellipse">
            <a:avLst/>
          </a:prstGeom>
          <a:solidFill>
            <a:srgbClr val="FFFFFF"/>
          </a:solidFill>
          <a:ln w="13335">
            <a:solidFill>
              <a:srgbClr val="1A1A16"/>
            </a:solidFill>
            <a:prstDash val="solid"/>
          </a:ln>
        </p:spPr>
      </p:sp>
      <p:sp>
        <p:nvSpPr>
          <p:cNvPr id="13" name="Shape 11"/>
          <p:cNvSpPr/>
          <p:nvPr/>
        </p:nvSpPr>
        <p:spPr>
          <a:xfrm>
            <a:off x="8019849" y="2571686"/>
            <a:ext cx="190495" cy="190495"/>
          </a:xfrm>
          <a:prstGeom prst="ellipse">
            <a:avLst/>
          </a:prstGeom>
          <a:solidFill>
            <a:srgbClr val="FFFFFF"/>
          </a:solidFill>
          <a:ln w="13335">
            <a:solidFill>
              <a:srgbClr val="1A1A16"/>
            </a:solidFill>
            <a:prstDash val="solid"/>
          </a:ln>
        </p:spPr>
      </p:sp>
      <p:sp>
        <p:nvSpPr>
          <p:cNvPr id="14" name="Shape 12"/>
          <p:cNvSpPr/>
          <p:nvPr/>
        </p:nvSpPr>
        <p:spPr>
          <a:xfrm>
            <a:off x="8692933" y="2571686"/>
            <a:ext cx="190495" cy="190495"/>
          </a:xfrm>
          <a:prstGeom prst="ellipse">
            <a:avLst/>
          </a:prstGeom>
          <a:solidFill>
            <a:srgbClr val="FFFFFF"/>
          </a:solidFill>
          <a:ln w="13335">
            <a:solidFill>
              <a:srgbClr val="1A1A16"/>
            </a:solidFill>
            <a:prstDash val="solid"/>
          </a:ln>
        </p:spPr>
      </p:sp>
      <p:sp>
        <p:nvSpPr>
          <p:cNvPr id="15" name="Shape 13"/>
          <p:cNvSpPr/>
          <p:nvPr/>
        </p:nvSpPr>
        <p:spPr>
          <a:xfrm>
            <a:off x="9366016" y="2571686"/>
            <a:ext cx="190495" cy="190495"/>
          </a:xfrm>
          <a:prstGeom prst="ellipse">
            <a:avLst/>
          </a:prstGeom>
          <a:solidFill>
            <a:srgbClr val="FFFFFF"/>
          </a:solidFill>
          <a:ln w="13335">
            <a:solidFill>
              <a:srgbClr val="1A1A16"/>
            </a:solidFill>
            <a:prstDash val="solid"/>
          </a:ln>
        </p:spPr>
      </p:sp>
      <p:sp>
        <p:nvSpPr>
          <p:cNvPr id="16" name="Shape 14"/>
          <p:cNvSpPr/>
          <p:nvPr/>
        </p:nvSpPr>
        <p:spPr>
          <a:xfrm>
            <a:off x="1904952" y="4825879"/>
            <a:ext cx="8381790" cy="0"/>
          </a:xfrm>
          <a:prstGeom prst="line">
            <a:avLst/>
          </a:prstGeom>
          <a:noFill/>
          <a:ln w="8890">
            <a:solidFill>
              <a:srgbClr val="8A8A80"/>
            </a:solidFill>
            <a:prstDash val="solid"/>
          </a:ln>
        </p:spPr>
      </p:sp>
      <p:sp>
        <p:nvSpPr>
          <p:cNvPr id="17" name="Shape 15"/>
          <p:cNvSpPr/>
          <p:nvPr/>
        </p:nvSpPr>
        <p:spPr>
          <a:xfrm>
            <a:off x="1663023" y="4546486"/>
            <a:ext cx="483858" cy="558786"/>
          </a:xfrm>
          <a:prstGeom prst="hexagon">
            <a:avLst/>
          </a:prstGeom>
          <a:solidFill>
            <a:srgbClr val="FFFFFF"/>
          </a:solidFill>
          <a:ln w="19050">
            <a:solidFill>
              <a:srgbClr val="1A1A16"/>
            </a:solidFill>
            <a:prstDash val="solid"/>
          </a:ln>
        </p:spPr>
      </p:sp>
      <p:sp>
        <p:nvSpPr>
          <p:cNvPr id="18" name="Shape 16"/>
          <p:cNvSpPr/>
          <p:nvPr/>
        </p:nvSpPr>
        <p:spPr>
          <a:xfrm>
            <a:off x="9952741" y="4491878"/>
            <a:ext cx="668003" cy="668003"/>
          </a:xfrm>
          <a:prstGeom prst="diamond">
            <a:avLst/>
          </a:prstGeom>
          <a:solidFill>
            <a:srgbClr val="FFFFFF"/>
          </a:solidFill>
          <a:ln w="19050">
            <a:solidFill>
              <a:srgbClr val="1A1A16"/>
            </a:solidFill>
            <a:prstDash val="solid"/>
          </a:ln>
        </p:spPr>
      </p:sp>
      <p:sp>
        <p:nvSpPr>
          <p:cNvPr id="19" name="Text 17"/>
          <p:cNvSpPr txBox="1"/>
          <p:nvPr/>
        </p:nvSpPr>
        <p:spPr>
          <a:xfrm>
            <a:off x="1904952" y="2070048"/>
            <a:ext cx="57148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with everything it passed through</a:t>
            </a:r>
            <a:endParaRPr lang="en-US" sz="1100" dirty="0"/>
          </a:p>
        </p:txBody>
      </p:sp>
      <p:sp>
        <p:nvSpPr>
          <p:cNvPr id="20" name="Text 18"/>
          <p:cNvSpPr txBox="1"/>
          <p:nvPr/>
        </p:nvSpPr>
        <p:spPr>
          <a:xfrm>
            <a:off x="1904952" y="5321167"/>
            <a:ext cx="571485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without</a:t>
            </a:r>
            <a:endParaRPr lang="en-US" sz="1100" dirty="0"/>
          </a:p>
        </p:txBody>
      </p:sp>
      <p:sp>
        <p:nvSpPr>
          <p:cNvPr id="21" name="Text 1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SAME STATEMENT, TWICE · ONCE WITH ITS INTERMEDIATES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PAPER · FROZEN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EVERY STATEMENT BECOMES ONE CLAIM RECORD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CLAIMS POINT AT EACH OTHER · A DEPENDENCY GRAPH</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8C4A2F"/>
                </a:solidFill>
                <a:latin typeface="Calibri" pitchFamily="34" charset="0"/>
                <a:ea typeface="Calibri" pitchFamily="34" charset="-122"/>
                <a:cs typeface="Calibri" pitchFamily="34" charset="-120"/>
              </a:rPr>
              <a:t>AND SOME POINT OUTSIDE THE PAPER</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CORE CLAIMS · ONLY WHAT THE RESULT RESTS ON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EVERY REMAINING STEP GOES TO AUTO-FORMALIZATION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IT HOLDS · OR WHAT IS MISSING GOES BACK IN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MATH CLAIM  ·  NORMALIZED, HASHED, ANCHORED</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LAMPORT PROOF  ·  WHAT THE MODEL RETURNED, THEN WHAT THE HOST DID</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613 NODES  ·  634 DEPENDENCIES  ·  ONE PASS OVER ONE PAPER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8C4A2F"/>
                </a:solidFill>
                <a:latin typeface="Calibri" pitchFamily="34" charset="0"/>
                <a:ea typeface="Calibri" pitchFamily="34" charset="-122"/>
                <a:cs typeface="Calibri" pitchFamily="34" charset="-120"/>
              </a:rPr>
              <a:t>240 FROM THE TARGET PAPER  ·  373 EVERYTHING ELSE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14 OF THE 240 LAND ON A RESULT THE PAPER DECLARES  ·  9 OF 9 HIT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A DIFFERENT OBJECT  ·  74 CLAIMS, AUTHORED BY HAND</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OF 74  ·  THE CLOSURE OF ONE THEOREM</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 CLAIM</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4 CLAIMS  ·  1 AND-GROUP</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7 CLAIMS  ·  3 GROUPS</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13 CLAIMS  ·  5 GROUPS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23 CLAIMS  ·  10 GROUPS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26 CLAIMS  ·  16 GROUPS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28 CLAIMS  ·  19 GROUPS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CLAIMS  ·  20 GROUPS  ·  NOTHING LEFT TO EXPAND</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9 ROOTS  ·  NOTHING BELOW THEM</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FORMALIZATION ORDER  ·  14 OF 29</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15 UNREACHABLE  ·  CHAIN_INCOMPLETE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ONE THEOREM’S CHAIN · 29 CLAIMS, 46 DEPENDENCIES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sp>
      <p:sp>
        <p:nvSpPr>
          <p:cNvPr id="110" name="Shape 108"/>
          <p:cNvSpPr/>
          <p:nvPr/>
        </p:nvSpPr>
        <p:spPr>
          <a:xfrm>
            <a:off x="3290052" y="2898292"/>
            <a:ext cx="1218335" cy="-358356"/>
          </a:xfrm>
          <a:prstGeom prst="line">
            <a:avLst/>
          </a:prstGeom>
          <a:noFill/>
          <a:ln w="13970">
            <a:solidFill>
              <a:srgbClr val="71716F"/>
            </a:solidFill>
            <a:prstDash val="solid"/>
          </a:ln>
        </p:spPr>
      </p:sp>
      <p:sp>
        <p:nvSpPr>
          <p:cNvPr id="111" name="Shape 109"/>
          <p:cNvSpPr/>
          <p:nvPr/>
        </p:nvSpPr>
        <p:spPr>
          <a:xfrm>
            <a:off x="5589702" y="2452504"/>
            <a:ext cx="-1081315" cy="87432"/>
          </a:xfrm>
          <a:prstGeom prst="line">
            <a:avLst/>
          </a:prstGeom>
          <a:noFill/>
          <a:ln w="13970">
            <a:solidFill>
              <a:srgbClr val="71716F"/>
            </a:solidFill>
            <a:prstDash val="solid"/>
          </a:ln>
        </p:spPr>
      </p:sp>
      <p:sp>
        <p:nvSpPr>
          <p:cNvPr id="112" name="Shape 110"/>
          <p:cNvSpPr/>
          <p:nvPr/>
        </p:nvSpPr>
        <p:spPr>
          <a:xfrm>
            <a:off x="5727011" y="2025686"/>
            <a:ext cx="-1218624" cy="514251"/>
          </a:xfrm>
          <a:prstGeom prst="line">
            <a:avLst/>
          </a:prstGeom>
          <a:noFill/>
          <a:ln w="13970">
            <a:solidFill>
              <a:srgbClr val="71716F"/>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sp>
      <p:sp>
        <p:nvSpPr>
          <p:cNvPr id="115" name="Shape 113"/>
          <p:cNvSpPr/>
          <p:nvPr/>
        </p:nvSpPr>
        <p:spPr>
          <a:xfrm>
            <a:off x="3766047" y="4184138"/>
            <a:ext cx="869337" cy="654441"/>
          </a:xfrm>
          <a:prstGeom prst="line">
            <a:avLst/>
          </a:prstGeom>
          <a:noFill/>
          <a:ln w="13970">
            <a:solidFill>
              <a:srgbClr val="71716F"/>
            </a:solidFill>
            <a:prstDash val="solid"/>
          </a:ln>
        </p:spPr>
      </p:sp>
      <p:sp>
        <p:nvSpPr>
          <p:cNvPr id="116" name="Shape 114"/>
          <p:cNvSpPr/>
          <p:nvPr/>
        </p:nvSpPr>
        <p:spPr>
          <a:xfrm>
            <a:off x="2639495" y="4063023"/>
            <a:ext cx="1995889" cy="775556"/>
          </a:xfrm>
          <a:prstGeom prst="line">
            <a:avLst/>
          </a:prstGeom>
          <a:noFill/>
          <a:ln w="13970">
            <a:solidFill>
              <a:srgbClr val="71716F"/>
            </a:solidFill>
            <a:prstDash val="solid"/>
          </a:ln>
        </p:spPr>
      </p:sp>
      <p:sp>
        <p:nvSpPr>
          <p:cNvPr id="117" name="Shape 115"/>
          <p:cNvSpPr/>
          <p:nvPr/>
        </p:nvSpPr>
        <p:spPr>
          <a:xfrm>
            <a:off x="5851051" y="4472956"/>
            <a:ext cx="-1215666" cy="365623"/>
          </a:xfrm>
          <a:prstGeom prst="line">
            <a:avLst/>
          </a:prstGeom>
          <a:noFill/>
          <a:ln w="13970">
            <a:solidFill>
              <a:srgbClr val="71716F"/>
            </a:solidFill>
            <a:prstDash val="solid"/>
          </a:ln>
        </p:spPr>
      </p:sp>
      <p:sp>
        <p:nvSpPr>
          <p:cNvPr id="118" name="Shape 116"/>
          <p:cNvSpPr/>
          <p:nvPr/>
        </p:nvSpPr>
        <p:spPr>
          <a:xfrm>
            <a:off x="4635384" y="4838579"/>
            <a:ext cx="1303054" cy="313716"/>
          </a:xfrm>
          <a:prstGeom prst="line">
            <a:avLst/>
          </a:prstGeom>
          <a:noFill/>
          <a:ln w="13970">
            <a:solidFill>
              <a:srgbClr val="71716F"/>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sp>
      <p:sp>
        <p:nvSpPr>
          <p:cNvPr id="121" name="Shape 119"/>
          <p:cNvSpPr/>
          <p:nvPr/>
        </p:nvSpPr>
        <p:spPr>
          <a:xfrm>
            <a:off x="7363446" y="2329139"/>
            <a:ext cx="954846" cy="147300"/>
          </a:xfrm>
          <a:prstGeom prst="line">
            <a:avLst/>
          </a:prstGeom>
          <a:noFill/>
          <a:ln w="13970">
            <a:solidFill>
              <a:srgbClr val="71716F"/>
            </a:solidFill>
            <a:prstDash val="solid"/>
          </a:ln>
        </p:spPr>
      </p:sp>
      <p:sp>
        <p:nvSpPr>
          <p:cNvPr id="122" name="Shape 120"/>
          <p:cNvSpPr/>
          <p:nvPr/>
        </p:nvSpPr>
        <p:spPr>
          <a:xfrm>
            <a:off x="7076451" y="1877942"/>
            <a:ext cx="1241841" cy="598496"/>
          </a:xfrm>
          <a:prstGeom prst="line">
            <a:avLst/>
          </a:prstGeom>
          <a:noFill/>
          <a:ln w="13970">
            <a:solidFill>
              <a:srgbClr val="71716F"/>
            </a:solidFill>
            <a:prstDash val="solid"/>
          </a:ln>
        </p:spPr>
      </p:sp>
      <p:sp>
        <p:nvSpPr>
          <p:cNvPr id="123" name="Shape 121"/>
          <p:cNvSpPr/>
          <p:nvPr/>
        </p:nvSpPr>
        <p:spPr>
          <a:xfrm>
            <a:off x="8318292" y="2476438"/>
            <a:ext cx="1580983" cy="10364"/>
          </a:xfrm>
          <a:prstGeom prst="line">
            <a:avLst/>
          </a:prstGeom>
          <a:noFill/>
          <a:ln w="13970">
            <a:solidFill>
              <a:srgbClr val="71716F"/>
            </a:solidFill>
            <a:prstDash val="solid"/>
          </a:ln>
        </p:spPr>
      </p:sp>
      <p:sp>
        <p:nvSpPr>
          <p:cNvPr id="124" name="Shape 122"/>
          <p:cNvSpPr/>
          <p:nvPr/>
        </p:nvSpPr>
        <p:spPr>
          <a:xfrm>
            <a:off x="8318292" y="2476438"/>
            <a:ext cx="1379445" cy="852316"/>
          </a:xfrm>
          <a:prstGeom prst="line">
            <a:avLst/>
          </a:prstGeom>
          <a:noFill/>
          <a:ln w="13970">
            <a:solidFill>
              <a:srgbClr val="71716F"/>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sp>
      <p:sp>
        <p:nvSpPr>
          <p:cNvPr id="127" name="Shape 125"/>
          <p:cNvSpPr/>
          <p:nvPr/>
        </p:nvSpPr>
        <p:spPr>
          <a:xfrm>
            <a:off x="7511316" y="4528358"/>
            <a:ext cx="997471" cy="-337463"/>
          </a:xfrm>
          <a:prstGeom prst="line">
            <a:avLst/>
          </a:prstGeom>
          <a:noFill/>
          <a:ln w="13970">
            <a:solidFill>
              <a:srgbClr val="71716F"/>
            </a:solidFill>
            <a:prstDash val="solid"/>
          </a:ln>
        </p:spPr>
      </p:sp>
      <p:sp>
        <p:nvSpPr>
          <p:cNvPr id="128" name="Shape 126"/>
          <p:cNvSpPr/>
          <p:nvPr/>
        </p:nvSpPr>
        <p:spPr>
          <a:xfrm>
            <a:off x="7452041" y="5035624"/>
            <a:ext cx="1056746" cy="-844729"/>
          </a:xfrm>
          <a:prstGeom prst="line">
            <a:avLst/>
          </a:prstGeom>
          <a:noFill/>
          <a:ln w="13970">
            <a:solidFill>
              <a:srgbClr val="71716F"/>
            </a:solidFill>
            <a:prstDash val="solid"/>
          </a:ln>
        </p:spPr>
      </p:sp>
      <p:sp>
        <p:nvSpPr>
          <p:cNvPr id="129" name="Shape 127"/>
          <p:cNvSpPr/>
          <p:nvPr/>
        </p:nvSpPr>
        <p:spPr>
          <a:xfrm>
            <a:off x="9645175" y="3671281"/>
            <a:ext cx="-1136388" cy="519614"/>
          </a:xfrm>
          <a:prstGeom prst="line">
            <a:avLst/>
          </a:prstGeom>
          <a:noFill/>
          <a:ln w="13970">
            <a:solidFill>
              <a:srgbClr val="71716F"/>
            </a:solidFill>
            <a:prstDash val="solid"/>
          </a:ln>
        </p:spPr>
      </p:sp>
      <p:sp>
        <p:nvSpPr>
          <p:cNvPr id="130" name="Shape 128"/>
          <p:cNvSpPr/>
          <p:nvPr/>
        </p:nvSpPr>
        <p:spPr>
          <a:xfrm>
            <a:off x="9697737" y="3328754"/>
            <a:ext cx="-1188950" cy="862142"/>
          </a:xfrm>
          <a:prstGeom prst="line">
            <a:avLst/>
          </a:prstGeom>
          <a:noFill/>
          <a:ln w="13970">
            <a:solidFill>
              <a:srgbClr val="71716F"/>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sp>
      <p:sp>
        <p:nvSpPr>
          <p:cNvPr id="135" name="Text 13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ONE · MORE PAPERS, ONE NETWORK</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CUT ONE CLAIM OUT · COUNT WHAT LEAVES THE CLOSURE</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46 DEPENDENCIES · WEIGHTED BY WHAT REMOVING ONE COSTS</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29 FREE ON THEIR OWN · TOGETHER THEY COST 14 CLAIMS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THE SKELETON · 28 DEPENDENCIES, NOTHING LOST</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sp>
      <p:sp>
        <p:nvSpPr>
          <p:cNvPr id="110" name="Shape 108"/>
          <p:cNvSpPr/>
          <p:nvPr/>
        </p:nvSpPr>
        <p:spPr>
          <a:xfrm>
            <a:off x="3290052" y="2898292"/>
            <a:ext cx="1218335" cy="-358356"/>
          </a:xfrm>
          <a:prstGeom prst="line">
            <a:avLst/>
          </a:prstGeom>
          <a:noFill/>
          <a:ln w="11430">
            <a:solidFill>
              <a:srgbClr val="BABAB9"/>
            </a:solidFill>
            <a:prstDash val="solid"/>
          </a:ln>
        </p:spPr>
      </p:sp>
      <p:sp>
        <p:nvSpPr>
          <p:cNvPr id="111" name="Shape 109"/>
          <p:cNvSpPr/>
          <p:nvPr/>
        </p:nvSpPr>
        <p:spPr>
          <a:xfrm>
            <a:off x="5589702" y="2452504"/>
            <a:ext cx="-1081315" cy="87432"/>
          </a:xfrm>
          <a:prstGeom prst="line">
            <a:avLst/>
          </a:prstGeom>
          <a:noFill/>
          <a:ln w="11430">
            <a:solidFill>
              <a:srgbClr val="BABAB9"/>
            </a:solidFill>
            <a:prstDash val="solid"/>
          </a:ln>
        </p:spPr>
      </p:sp>
      <p:sp>
        <p:nvSpPr>
          <p:cNvPr id="112" name="Shape 110"/>
          <p:cNvSpPr/>
          <p:nvPr/>
        </p:nvSpPr>
        <p:spPr>
          <a:xfrm>
            <a:off x="5727011" y="2025686"/>
            <a:ext cx="-1218624" cy="514251"/>
          </a:xfrm>
          <a:prstGeom prst="line">
            <a:avLst/>
          </a:prstGeom>
          <a:noFill/>
          <a:ln w="11430">
            <a:solidFill>
              <a:srgbClr val="BABAB9"/>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sp>
      <p:sp>
        <p:nvSpPr>
          <p:cNvPr id="115" name="Shape 113"/>
          <p:cNvSpPr/>
          <p:nvPr/>
        </p:nvSpPr>
        <p:spPr>
          <a:xfrm>
            <a:off x="3766047" y="4184138"/>
            <a:ext cx="869337" cy="654441"/>
          </a:xfrm>
          <a:prstGeom prst="line">
            <a:avLst/>
          </a:prstGeom>
          <a:noFill/>
          <a:ln w="11430">
            <a:solidFill>
              <a:srgbClr val="BABAB9"/>
            </a:solidFill>
            <a:prstDash val="solid"/>
          </a:ln>
        </p:spPr>
      </p:sp>
      <p:sp>
        <p:nvSpPr>
          <p:cNvPr id="116" name="Shape 114"/>
          <p:cNvSpPr/>
          <p:nvPr/>
        </p:nvSpPr>
        <p:spPr>
          <a:xfrm>
            <a:off x="2639495" y="4063023"/>
            <a:ext cx="1995889" cy="775556"/>
          </a:xfrm>
          <a:prstGeom prst="line">
            <a:avLst/>
          </a:prstGeom>
          <a:noFill/>
          <a:ln w="11430">
            <a:solidFill>
              <a:srgbClr val="BABAB9"/>
            </a:solidFill>
            <a:prstDash val="solid"/>
          </a:ln>
        </p:spPr>
      </p:sp>
      <p:sp>
        <p:nvSpPr>
          <p:cNvPr id="117" name="Shape 115"/>
          <p:cNvSpPr/>
          <p:nvPr/>
        </p:nvSpPr>
        <p:spPr>
          <a:xfrm>
            <a:off x="5851051" y="4472956"/>
            <a:ext cx="-1215666" cy="365623"/>
          </a:xfrm>
          <a:prstGeom prst="line">
            <a:avLst/>
          </a:prstGeom>
          <a:noFill/>
          <a:ln w="11430">
            <a:solidFill>
              <a:srgbClr val="BABAB9"/>
            </a:solidFill>
            <a:prstDash val="solid"/>
          </a:ln>
        </p:spPr>
      </p:sp>
      <p:sp>
        <p:nvSpPr>
          <p:cNvPr id="118" name="Shape 116"/>
          <p:cNvSpPr/>
          <p:nvPr/>
        </p:nvSpPr>
        <p:spPr>
          <a:xfrm>
            <a:off x="4635384" y="4838579"/>
            <a:ext cx="1303054" cy="313716"/>
          </a:xfrm>
          <a:prstGeom prst="line">
            <a:avLst/>
          </a:prstGeom>
          <a:noFill/>
          <a:ln w="11430">
            <a:solidFill>
              <a:srgbClr val="BABAB9"/>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sp>
      <p:sp>
        <p:nvSpPr>
          <p:cNvPr id="121" name="Shape 119"/>
          <p:cNvSpPr/>
          <p:nvPr/>
        </p:nvSpPr>
        <p:spPr>
          <a:xfrm>
            <a:off x="7363446" y="2329139"/>
            <a:ext cx="954846" cy="147300"/>
          </a:xfrm>
          <a:prstGeom prst="line">
            <a:avLst/>
          </a:prstGeom>
          <a:noFill/>
          <a:ln w="11430">
            <a:solidFill>
              <a:srgbClr val="BABAB9"/>
            </a:solidFill>
            <a:prstDash val="solid"/>
          </a:ln>
        </p:spPr>
      </p:sp>
      <p:sp>
        <p:nvSpPr>
          <p:cNvPr id="122" name="Shape 120"/>
          <p:cNvSpPr/>
          <p:nvPr/>
        </p:nvSpPr>
        <p:spPr>
          <a:xfrm>
            <a:off x="7076451" y="1877942"/>
            <a:ext cx="1241841" cy="598496"/>
          </a:xfrm>
          <a:prstGeom prst="line">
            <a:avLst/>
          </a:prstGeom>
          <a:noFill/>
          <a:ln w="11430">
            <a:solidFill>
              <a:srgbClr val="BABAB9"/>
            </a:solidFill>
            <a:prstDash val="solid"/>
          </a:ln>
        </p:spPr>
      </p:sp>
      <p:sp>
        <p:nvSpPr>
          <p:cNvPr id="123" name="Shape 121"/>
          <p:cNvSpPr/>
          <p:nvPr/>
        </p:nvSpPr>
        <p:spPr>
          <a:xfrm>
            <a:off x="8318292" y="2476438"/>
            <a:ext cx="1580983" cy="10364"/>
          </a:xfrm>
          <a:prstGeom prst="line">
            <a:avLst/>
          </a:prstGeom>
          <a:noFill/>
          <a:ln w="11430">
            <a:solidFill>
              <a:srgbClr val="BABAB9"/>
            </a:solidFill>
            <a:prstDash val="solid"/>
          </a:ln>
        </p:spPr>
      </p:sp>
      <p:sp>
        <p:nvSpPr>
          <p:cNvPr id="124" name="Shape 122"/>
          <p:cNvSpPr/>
          <p:nvPr/>
        </p:nvSpPr>
        <p:spPr>
          <a:xfrm>
            <a:off x="8318292" y="2476438"/>
            <a:ext cx="1379445" cy="852316"/>
          </a:xfrm>
          <a:prstGeom prst="line">
            <a:avLst/>
          </a:prstGeom>
          <a:noFill/>
          <a:ln w="11430">
            <a:solidFill>
              <a:srgbClr val="BABAB9"/>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sp>
      <p:sp>
        <p:nvSpPr>
          <p:cNvPr id="127" name="Shape 125"/>
          <p:cNvSpPr/>
          <p:nvPr/>
        </p:nvSpPr>
        <p:spPr>
          <a:xfrm>
            <a:off x="7511316" y="4528358"/>
            <a:ext cx="997471" cy="-337463"/>
          </a:xfrm>
          <a:prstGeom prst="line">
            <a:avLst/>
          </a:prstGeom>
          <a:noFill/>
          <a:ln w="11430">
            <a:solidFill>
              <a:srgbClr val="BABAB9"/>
            </a:solidFill>
            <a:prstDash val="solid"/>
          </a:ln>
        </p:spPr>
      </p:sp>
      <p:sp>
        <p:nvSpPr>
          <p:cNvPr id="128" name="Shape 126"/>
          <p:cNvSpPr/>
          <p:nvPr/>
        </p:nvSpPr>
        <p:spPr>
          <a:xfrm>
            <a:off x="7452041" y="5035624"/>
            <a:ext cx="1056746" cy="-844729"/>
          </a:xfrm>
          <a:prstGeom prst="line">
            <a:avLst/>
          </a:prstGeom>
          <a:noFill/>
          <a:ln w="11430">
            <a:solidFill>
              <a:srgbClr val="BABAB9"/>
            </a:solidFill>
            <a:prstDash val="solid"/>
          </a:ln>
        </p:spPr>
      </p:sp>
      <p:sp>
        <p:nvSpPr>
          <p:cNvPr id="129" name="Shape 127"/>
          <p:cNvSpPr/>
          <p:nvPr/>
        </p:nvSpPr>
        <p:spPr>
          <a:xfrm>
            <a:off x="9645175" y="3671281"/>
            <a:ext cx="-1136388" cy="519614"/>
          </a:xfrm>
          <a:prstGeom prst="line">
            <a:avLst/>
          </a:prstGeom>
          <a:noFill/>
          <a:ln w="11430">
            <a:solidFill>
              <a:srgbClr val="BABAB9"/>
            </a:solidFill>
            <a:prstDash val="solid"/>
          </a:ln>
        </p:spPr>
      </p:sp>
      <p:sp>
        <p:nvSpPr>
          <p:cNvPr id="130" name="Shape 128"/>
          <p:cNvSpPr/>
          <p:nvPr/>
        </p:nvSpPr>
        <p:spPr>
          <a:xfrm>
            <a:off x="9697737" y="3328754"/>
            <a:ext cx="-1188950" cy="862142"/>
          </a:xfrm>
          <a:prstGeom prst="line">
            <a:avLst/>
          </a:prstGeom>
          <a:noFill/>
          <a:ln w="11430">
            <a:solidFill>
              <a:srgbClr val="BABAB9"/>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sp>
      <p:sp>
        <p:nvSpPr>
          <p:cNvPr id="133" name="Shape 131"/>
          <p:cNvSpPr/>
          <p:nvPr/>
        </p:nvSpPr>
        <p:spPr>
          <a:xfrm>
            <a:off x="2639495" y="4063023"/>
            <a:ext cx="1881592" cy="108822"/>
          </a:xfrm>
          <a:prstGeom prst="line">
            <a:avLst/>
          </a:prstGeom>
          <a:noFill/>
          <a:ln w="11430">
            <a:solidFill>
              <a:srgbClr val="1F6F78"/>
            </a:solidFill>
            <a:prstDash val="solid"/>
          </a:ln>
        </p:spPr>
      </p:sp>
      <p:sp>
        <p:nvSpPr>
          <p:cNvPr id="134" name="Shape 132"/>
          <p:cNvSpPr/>
          <p:nvPr/>
        </p:nvSpPr>
        <p:spPr>
          <a:xfrm>
            <a:off x="4521087" y="4171846"/>
            <a:ext cx="2842359" cy="-1842707"/>
          </a:xfrm>
          <a:prstGeom prst="line">
            <a:avLst/>
          </a:prstGeom>
          <a:noFill/>
          <a:ln w="11430">
            <a:solidFill>
              <a:srgbClr val="1F6F78"/>
            </a:solidFill>
            <a:prstDash val="solid"/>
          </a:ln>
        </p:spPr>
      </p:sp>
      <p:sp>
        <p:nvSpPr>
          <p:cNvPr id="135" name="Shape 133"/>
          <p:cNvSpPr/>
          <p:nvPr/>
        </p:nvSpPr>
        <p:spPr>
          <a:xfrm>
            <a:off x="4521087" y="4171846"/>
            <a:ext cx="1417351" cy="980449"/>
          </a:xfrm>
          <a:prstGeom prst="line">
            <a:avLst/>
          </a:prstGeom>
          <a:noFill/>
          <a:ln w="11430">
            <a:solidFill>
              <a:srgbClr val="1F6F78"/>
            </a:solidFill>
            <a:prstDash val="solid"/>
          </a:ln>
        </p:spPr>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sp>
      <p:sp>
        <p:nvSpPr>
          <p:cNvPr id="137" name="Shape 135"/>
          <p:cNvSpPr/>
          <p:nvPr/>
        </p:nvSpPr>
        <p:spPr>
          <a:xfrm>
            <a:off x="4470288" y="4171846"/>
            <a:ext cx="101597" cy="0"/>
          </a:xfrm>
          <a:prstGeom prst="line">
            <a:avLst/>
          </a:prstGeom>
          <a:noFill/>
          <a:ln w="13970">
            <a:solidFill>
              <a:srgbClr val="1F6F78"/>
            </a:solidFill>
            <a:prstDash val="solid"/>
          </a:ln>
        </p:spPr>
      </p:sp>
      <p:sp>
        <p:nvSpPr>
          <p:cNvPr id="138" name="Shape 136"/>
          <p:cNvSpPr/>
          <p:nvPr/>
        </p:nvSpPr>
        <p:spPr>
          <a:xfrm>
            <a:off x="4521087" y="4121047"/>
            <a:ext cx="0" cy="101597"/>
          </a:xfrm>
          <a:prstGeom prst="line">
            <a:avLst/>
          </a:prstGeom>
          <a:noFill/>
          <a:ln w="13970">
            <a:solidFill>
              <a:srgbClr val="1F6F78"/>
            </a:solidFill>
            <a:prstDash val="solid"/>
          </a:ln>
        </p:spPr>
      </p:sp>
      <p:sp>
        <p:nvSpPr>
          <p:cNvPr id="139" name="Shape 137"/>
          <p:cNvSpPr/>
          <p:nvPr/>
        </p:nvSpPr>
        <p:spPr>
          <a:xfrm>
            <a:off x="4521087" y="3625759"/>
            <a:ext cx="0" cy="463538"/>
          </a:xfrm>
          <a:prstGeom prst="line">
            <a:avLst/>
          </a:prstGeom>
          <a:noFill/>
          <a:ln w="15240">
            <a:solidFill>
              <a:srgbClr val="1A1A16"/>
            </a:solidFill>
            <a:prstDash val="solid"/>
            <a:headEnd type="triangle"/>
          </a:ln>
        </p:spPr>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sp>
      <p:sp>
        <p:nvSpPr>
          <p:cNvPr id="141" name="Text 13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TWO · A CLAIM IN A GAP THE STRUCTURE NAMES</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688185" y="1680612"/>
            <a:ext cx="-18048" cy="479344"/>
          </a:xfrm>
          <a:prstGeom prst="line">
            <a:avLst/>
          </a:prstGeom>
          <a:noFill/>
          <a:ln w="8890">
            <a:solidFill>
              <a:srgbClr val="8A8A80"/>
            </a:solidFill>
            <a:prstDash val="solid"/>
          </a:ln>
        </p:spPr>
      </p:sp>
      <p:sp>
        <p:nvSpPr>
          <p:cNvPr id="50" name="Shape 48"/>
          <p:cNvSpPr/>
          <p:nvPr/>
        </p:nvSpPr>
        <p:spPr>
          <a:xfrm>
            <a:off x="8446727" y="2923346"/>
            <a:ext cx="272469" cy="-333001"/>
          </a:xfrm>
          <a:prstGeom prst="line">
            <a:avLst/>
          </a:prstGeom>
          <a:noFill/>
          <a:ln w="8890">
            <a:solidFill>
              <a:srgbClr val="8A8A80"/>
            </a:solidFill>
            <a:prstDash val="solid"/>
          </a:ln>
        </p:spPr>
      </p:sp>
      <p:sp>
        <p:nvSpPr>
          <p:cNvPr id="51" name="Shape 49"/>
          <p:cNvSpPr/>
          <p:nvPr/>
        </p:nvSpPr>
        <p:spPr>
          <a:xfrm>
            <a:off x="8719196" y="2590345"/>
            <a:ext cx="336885" cy="383210"/>
          </a:xfrm>
          <a:prstGeom prst="line">
            <a:avLst/>
          </a:prstGeom>
          <a:noFill/>
          <a:ln w="8890">
            <a:solidFill>
              <a:srgbClr val="8A8A80"/>
            </a:solidFill>
            <a:prstDash val="solid"/>
          </a:ln>
        </p:spPr>
      </p:sp>
      <p:sp>
        <p:nvSpPr>
          <p:cNvPr id="52" name="Shape 50"/>
          <p:cNvSpPr/>
          <p:nvPr/>
        </p:nvSpPr>
        <p:spPr>
          <a:xfrm>
            <a:off x="8719196" y="2590345"/>
            <a:ext cx="265373" cy="-225045"/>
          </a:xfrm>
          <a:prstGeom prst="line">
            <a:avLst/>
          </a:prstGeom>
          <a:noFill/>
          <a:ln w="8890">
            <a:solidFill>
              <a:srgbClr val="8A8A80"/>
            </a:solidFill>
            <a:prstDash val="solid"/>
          </a:ln>
        </p:spPr>
      </p:sp>
      <p:sp>
        <p:nvSpPr>
          <p:cNvPr id="53" name="Shape 51"/>
          <p:cNvSpPr/>
          <p:nvPr/>
        </p:nvSpPr>
        <p:spPr>
          <a:xfrm>
            <a:off x="9056080" y="2973555"/>
            <a:ext cx="660537" cy="-160648"/>
          </a:xfrm>
          <a:prstGeom prst="line">
            <a:avLst/>
          </a:prstGeom>
          <a:noFill/>
          <a:ln w="8890">
            <a:solidFill>
              <a:srgbClr val="8A8A80"/>
            </a:solidFill>
            <a:prstDash val="solid"/>
          </a:ln>
        </p:spPr>
      </p:sp>
      <p:sp>
        <p:nvSpPr>
          <p:cNvPr id="54" name="Shape 52"/>
          <p:cNvSpPr/>
          <p:nvPr/>
        </p:nvSpPr>
        <p:spPr>
          <a:xfrm>
            <a:off x="8688185" y="1680612"/>
            <a:ext cx="566972" cy="-53507"/>
          </a:xfrm>
          <a:prstGeom prst="line">
            <a:avLst/>
          </a:prstGeom>
          <a:noFill/>
          <a:ln w="8890">
            <a:solidFill>
              <a:srgbClr val="8A8A80"/>
            </a:solidFill>
            <a:prstDash val="solid"/>
          </a:ln>
        </p:spPr>
      </p:sp>
      <p:sp>
        <p:nvSpPr>
          <p:cNvPr id="55" name="Shape 53"/>
          <p:cNvSpPr/>
          <p:nvPr/>
        </p:nvSpPr>
        <p:spPr>
          <a:xfrm>
            <a:off x="7425539" y="2236676"/>
            <a:ext cx="-90356" cy="1153428"/>
          </a:xfrm>
          <a:prstGeom prst="line">
            <a:avLst/>
          </a:prstGeom>
          <a:noFill/>
          <a:ln w="8890">
            <a:solidFill>
              <a:srgbClr val="8A8A80"/>
            </a:solidFill>
            <a:prstDash val="solid"/>
          </a:ln>
        </p:spPr>
      </p:sp>
      <p:sp>
        <p:nvSpPr>
          <p:cNvPr id="56" name="Shape 54"/>
          <p:cNvSpPr/>
          <p:nvPr/>
        </p:nvSpPr>
        <p:spPr>
          <a:xfrm>
            <a:off x="8968483" y="1320239"/>
            <a:ext cx="286675" cy="306866"/>
          </a:xfrm>
          <a:prstGeom prst="line">
            <a:avLst/>
          </a:prstGeom>
          <a:noFill/>
          <a:ln w="8890">
            <a:solidFill>
              <a:srgbClr val="8A8A80"/>
            </a:solidFill>
            <a:prstDash val="solid"/>
          </a:ln>
        </p:spPr>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sp>
      <p:sp>
        <p:nvSpPr>
          <p:cNvPr id="69" name="Text 67"/>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3130941"/>
          </a:xfrm>
          <a:prstGeom prst="line">
            <a:avLst/>
          </a:prstGeom>
          <a:noFill/>
          <a:ln w="8255">
            <a:solidFill>
              <a:srgbClr val="BFBFBE"/>
            </a:solidFill>
            <a:prstDash val="solid"/>
          </a:ln>
        </p:spPr>
      </p:sp>
      <p:sp>
        <p:nvSpPr>
          <p:cNvPr id="71" name="Shape 69"/>
          <p:cNvSpPr/>
          <p:nvPr/>
        </p:nvSpPr>
        <p:spPr>
          <a:xfrm>
            <a:off x="3183992" y="4670679"/>
            <a:ext cx="5262735" cy="-1747334"/>
          </a:xfrm>
          <a:prstGeom prst="line">
            <a:avLst/>
          </a:prstGeom>
          <a:noFill/>
          <a:ln w="8255">
            <a:solidFill>
              <a:srgbClr val="BFBFBE"/>
            </a:solidFill>
            <a:prstDash val="solid"/>
          </a:ln>
        </p:spPr>
      </p:sp>
      <p:sp>
        <p:nvSpPr>
          <p:cNvPr id="72" name="Shape 70"/>
          <p:cNvSpPr/>
          <p:nvPr/>
        </p:nvSpPr>
        <p:spPr>
          <a:xfrm>
            <a:off x="3679884" y="4808508"/>
            <a:ext cx="4990253" cy="-2648551"/>
          </a:xfrm>
          <a:prstGeom prst="line">
            <a:avLst/>
          </a:prstGeom>
          <a:noFill/>
          <a:ln w="8255">
            <a:solidFill>
              <a:srgbClr val="BFBFBE"/>
            </a:solidFill>
            <a:prstDash val="solid"/>
          </a:ln>
        </p:spPr>
      </p:sp>
      <p:sp>
        <p:nvSpPr>
          <p:cNvPr id="73" name="Shape 71"/>
          <p:cNvSpPr/>
          <p:nvPr/>
        </p:nvSpPr>
        <p:spPr>
          <a:xfrm>
            <a:off x="4175777" y="4812065"/>
            <a:ext cx="4543419" cy="-2221721"/>
          </a:xfrm>
          <a:prstGeom prst="line">
            <a:avLst/>
          </a:prstGeom>
          <a:noFill/>
          <a:ln w="8255">
            <a:solidFill>
              <a:srgbClr val="BFBFBE"/>
            </a:solidFill>
            <a:prstDash val="solid"/>
          </a:ln>
        </p:spPr>
      </p:sp>
      <p:sp>
        <p:nvSpPr>
          <p:cNvPr id="74" name="Shape 72"/>
          <p:cNvSpPr/>
          <p:nvPr/>
        </p:nvSpPr>
        <p:spPr>
          <a:xfrm>
            <a:off x="5167561" y="5040886"/>
            <a:ext cx="3817008" cy="-2675587"/>
          </a:xfrm>
          <a:prstGeom prst="line">
            <a:avLst/>
          </a:prstGeom>
          <a:noFill/>
          <a:ln w="8255">
            <a:solidFill>
              <a:srgbClr val="BFBFBE"/>
            </a:solidFill>
            <a:prstDash val="solid"/>
          </a:ln>
        </p:spPr>
      </p:sp>
      <p:sp>
        <p:nvSpPr>
          <p:cNvPr id="75" name="Shape 73"/>
          <p:cNvSpPr/>
          <p:nvPr/>
        </p:nvSpPr>
        <p:spPr>
          <a:xfrm>
            <a:off x="5663454" y="4966815"/>
            <a:ext cx="4053164" cy="-2153909"/>
          </a:xfrm>
          <a:prstGeom prst="line">
            <a:avLst/>
          </a:prstGeom>
          <a:noFill/>
          <a:ln w="8255">
            <a:solidFill>
              <a:srgbClr val="BFBFBE"/>
            </a:solidFill>
            <a:prstDash val="solid"/>
          </a:ln>
        </p:spPr>
      </p:sp>
      <p:sp>
        <p:nvSpPr>
          <p:cNvPr id="76" name="Shape 74"/>
          <p:cNvSpPr/>
          <p:nvPr/>
        </p:nvSpPr>
        <p:spPr>
          <a:xfrm>
            <a:off x="6159346" y="4571193"/>
            <a:ext cx="3095811" cy="-2944088"/>
          </a:xfrm>
          <a:prstGeom prst="line">
            <a:avLst/>
          </a:prstGeom>
          <a:noFill/>
          <a:ln w="8255">
            <a:solidFill>
              <a:srgbClr val="BFBFBE"/>
            </a:solidFill>
            <a:prstDash val="solid"/>
          </a:ln>
        </p:spPr>
      </p:sp>
      <p:sp>
        <p:nvSpPr>
          <p:cNvPr id="77" name="Shape 75"/>
          <p:cNvSpPr/>
          <p:nvPr/>
        </p:nvSpPr>
        <p:spPr>
          <a:xfrm>
            <a:off x="1200422" y="4851717"/>
            <a:ext cx="6134760" cy="-1461613"/>
          </a:xfrm>
          <a:prstGeom prst="line">
            <a:avLst/>
          </a:prstGeom>
          <a:noFill/>
          <a:ln w="8255">
            <a:solidFill>
              <a:srgbClr val="BFBFBE"/>
            </a:solidFill>
            <a:prstDash val="solid"/>
          </a:ln>
        </p:spPr>
      </p:sp>
      <p:sp>
        <p:nvSpPr>
          <p:cNvPr id="78" name="Shape 76"/>
          <p:cNvSpPr/>
          <p:nvPr/>
        </p:nvSpPr>
        <p:spPr>
          <a:xfrm>
            <a:off x="1696315" y="4886588"/>
            <a:ext cx="7272168" cy="-3566349"/>
          </a:xfrm>
          <a:prstGeom prst="line">
            <a:avLst/>
          </a:prstGeom>
          <a:noFill/>
          <a:ln w="8255">
            <a:solidFill>
              <a:srgbClr val="BFBFBE"/>
            </a:solidFill>
            <a:prstDash val="solid"/>
          </a:ln>
        </p:spPr>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sp>
      <p:sp>
        <p:nvSpPr>
          <p:cNvPr id="80" name="Shape 78"/>
          <p:cNvSpPr/>
          <p:nvPr/>
        </p:nvSpPr>
        <p:spPr>
          <a:xfrm>
            <a:off x="7387440" y="2579568"/>
            <a:ext cx="76198" cy="0"/>
          </a:xfrm>
          <a:prstGeom prst="line">
            <a:avLst/>
          </a:prstGeom>
          <a:noFill/>
          <a:ln w="12700">
            <a:solidFill>
              <a:srgbClr val="1F6F78"/>
            </a:solidFill>
            <a:prstDash val="solid"/>
          </a:ln>
        </p:spPr>
      </p:sp>
      <p:sp>
        <p:nvSpPr>
          <p:cNvPr id="81" name="Shape 79"/>
          <p:cNvSpPr/>
          <p:nvPr/>
        </p:nvSpPr>
        <p:spPr>
          <a:xfrm>
            <a:off x="7425539" y="2541469"/>
            <a:ext cx="0" cy="76198"/>
          </a:xfrm>
          <a:prstGeom prst="line">
            <a:avLst/>
          </a:prstGeom>
          <a:noFill/>
          <a:ln w="12700">
            <a:solidFill>
              <a:srgbClr val="1F6F78"/>
            </a:solidFill>
            <a:prstDash val="solid"/>
          </a:ln>
        </p:spPr>
      </p:sp>
      <p:sp>
        <p:nvSpPr>
          <p:cNvPr id="82" name="Shape 80"/>
          <p:cNvSpPr/>
          <p:nvPr/>
        </p:nvSpPr>
        <p:spPr>
          <a:xfrm>
            <a:off x="7425539" y="2331924"/>
            <a:ext cx="0" cy="177796"/>
          </a:xfrm>
          <a:prstGeom prst="line">
            <a:avLst/>
          </a:prstGeom>
          <a:noFill/>
          <a:ln w="13970">
            <a:solidFill>
              <a:srgbClr val="1A1A16"/>
            </a:solidFill>
            <a:prstDash val="solid"/>
            <a:headEnd type="triangle"/>
          </a:ln>
        </p:spPr>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sp>
      <p:sp>
        <p:nvSpPr>
          <p:cNvPr id="84" name="Shape 82"/>
          <p:cNvSpPr/>
          <p:nvPr/>
        </p:nvSpPr>
        <p:spPr>
          <a:xfrm>
            <a:off x="8650086" y="2023504"/>
            <a:ext cx="76198" cy="0"/>
          </a:xfrm>
          <a:prstGeom prst="line">
            <a:avLst/>
          </a:prstGeom>
          <a:noFill/>
          <a:ln w="12700">
            <a:solidFill>
              <a:srgbClr val="1F6F78"/>
            </a:solidFill>
            <a:prstDash val="solid"/>
          </a:ln>
        </p:spPr>
      </p:sp>
      <p:sp>
        <p:nvSpPr>
          <p:cNvPr id="85" name="Shape 83"/>
          <p:cNvSpPr/>
          <p:nvPr/>
        </p:nvSpPr>
        <p:spPr>
          <a:xfrm>
            <a:off x="8688185" y="1985405"/>
            <a:ext cx="0" cy="76198"/>
          </a:xfrm>
          <a:prstGeom prst="line">
            <a:avLst/>
          </a:prstGeom>
          <a:noFill/>
          <a:ln w="12700">
            <a:solidFill>
              <a:srgbClr val="1F6F78"/>
            </a:solidFill>
            <a:prstDash val="solid"/>
          </a:ln>
        </p:spPr>
      </p:sp>
      <p:sp>
        <p:nvSpPr>
          <p:cNvPr id="86" name="Shape 84"/>
          <p:cNvSpPr/>
          <p:nvPr/>
        </p:nvSpPr>
        <p:spPr>
          <a:xfrm>
            <a:off x="8688185" y="1775860"/>
            <a:ext cx="0" cy="177796"/>
          </a:xfrm>
          <a:prstGeom prst="line">
            <a:avLst/>
          </a:prstGeom>
          <a:noFill/>
          <a:ln w="13970">
            <a:solidFill>
              <a:srgbClr val="1A1A16"/>
            </a:solidFill>
            <a:prstDash val="solid"/>
            <a:headEnd type="triangle"/>
          </a:ln>
        </p:spPr>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sp>
      <p:sp>
        <p:nvSpPr>
          <p:cNvPr id="88" name="Shape 86"/>
          <p:cNvSpPr/>
          <p:nvPr/>
        </p:nvSpPr>
        <p:spPr>
          <a:xfrm>
            <a:off x="9017981" y="3316446"/>
            <a:ext cx="76198" cy="0"/>
          </a:xfrm>
          <a:prstGeom prst="line">
            <a:avLst/>
          </a:prstGeom>
          <a:noFill/>
          <a:ln w="12700">
            <a:solidFill>
              <a:srgbClr val="1F6F78"/>
            </a:solidFill>
            <a:prstDash val="solid"/>
          </a:ln>
        </p:spPr>
      </p:sp>
      <p:sp>
        <p:nvSpPr>
          <p:cNvPr id="89" name="Shape 87"/>
          <p:cNvSpPr/>
          <p:nvPr/>
        </p:nvSpPr>
        <p:spPr>
          <a:xfrm>
            <a:off x="9056080" y="3278347"/>
            <a:ext cx="0" cy="76198"/>
          </a:xfrm>
          <a:prstGeom prst="line">
            <a:avLst/>
          </a:prstGeom>
          <a:noFill/>
          <a:ln w="12700">
            <a:solidFill>
              <a:srgbClr val="1F6F78"/>
            </a:solidFill>
            <a:prstDash val="solid"/>
          </a:ln>
        </p:spPr>
      </p:sp>
      <p:sp>
        <p:nvSpPr>
          <p:cNvPr id="90" name="Shape 88"/>
          <p:cNvSpPr/>
          <p:nvPr/>
        </p:nvSpPr>
        <p:spPr>
          <a:xfrm>
            <a:off x="9056080" y="3068802"/>
            <a:ext cx="0" cy="177796"/>
          </a:xfrm>
          <a:prstGeom prst="line">
            <a:avLst/>
          </a:prstGeom>
          <a:noFill/>
          <a:ln w="13970">
            <a:solidFill>
              <a:srgbClr val="1A1A16"/>
            </a:solidFill>
            <a:prstDash val="solid"/>
            <a:headEnd type="triangle"/>
          </a:ln>
        </p:spPr>
      </p:sp>
      <p:sp>
        <p:nvSpPr>
          <p:cNvPr id="91" name="Text 89"/>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291072"/>
            <a:ext cx="9326880" cy="292608"/>
          </a:xfrm>
          <a:prstGeom prst="rect">
            <a:avLst/>
          </a:prstGeom>
          <a:noFill/>
          <a:ln/>
        </p:spPr>
        <p:txBody>
          <a:bodyPr wrap="square" lIns="0" tIns="0" rIns="0" bIns="0" rtlCol="0" anchor="t"/>
          <a:lstStyle/>
          <a:p>
            <a:pPr indent="0" marL="0">
              <a:buNone/>
            </a:pPr>
            <a:r>
              <a:rPr lang="en-US" sz="1200" spc="140" kern="0" dirty="0">
                <a:solidFill>
                  <a:srgbClr val="1A1A16"/>
                </a:solidFill>
                <a:latin typeface="Calibri" pitchFamily="34" charset="0"/>
                <a:ea typeface="Calibri" pitchFamily="34" charset="-122"/>
                <a:cs typeface="Calibri" pitchFamily="34" charset="-120"/>
              </a:rPr>
              <a:t>WISH THREE · A NEW PAPER INHERITS WHAT IS ALREADY CHECKED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paper to a checked chain</dc:title>
  <dc:subject>PptxGenJS Presentation</dc:subject>
  <dc:creator>Yingjian Liu</dc:creator>
  <cp:lastModifiedBy>Yingjian Liu</cp:lastModifiedBy>
  <cp:revision>1</cp:revision>
  <dcterms:created xsi:type="dcterms:W3CDTF">2026-09-23T15:38:35Z</dcterms:created>
  <dcterms:modified xsi:type="dcterms:W3CDTF">2026-09-23T15:38:35Z</dcterms:modified>
</cp:coreProperties>
</file>