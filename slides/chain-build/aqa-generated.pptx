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sp>
      <p:sp>
        <p:nvSpPr>
          <p:cNvPr id="110" name="Shape 108"/>
          <p:cNvSpPr/>
          <p:nvPr/>
        </p:nvSpPr>
        <p:spPr>
          <a:xfrm>
            <a:off x="3290052" y="2898292"/>
            <a:ext cx="1218335" cy="-358356"/>
          </a:xfrm>
          <a:prstGeom prst="line">
            <a:avLst/>
          </a:prstGeom>
          <a:noFill/>
          <a:ln w="13970">
            <a:solidFill>
              <a:srgbClr val="71716F"/>
            </a:solidFill>
            <a:prstDash val="solid"/>
          </a:ln>
        </p:spPr>
      </p:sp>
      <p:sp>
        <p:nvSpPr>
          <p:cNvPr id="111" name="Shape 109"/>
          <p:cNvSpPr/>
          <p:nvPr/>
        </p:nvSpPr>
        <p:spPr>
          <a:xfrm>
            <a:off x="5589702" y="2452504"/>
            <a:ext cx="-1081315" cy="87432"/>
          </a:xfrm>
          <a:prstGeom prst="line">
            <a:avLst/>
          </a:prstGeom>
          <a:noFill/>
          <a:ln w="13970">
            <a:solidFill>
              <a:srgbClr val="71716F"/>
            </a:solidFill>
            <a:prstDash val="solid"/>
          </a:ln>
        </p:spPr>
      </p:sp>
      <p:sp>
        <p:nvSpPr>
          <p:cNvPr id="112" name="Shape 110"/>
          <p:cNvSpPr/>
          <p:nvPr/>
        </p:nvSpPr>
        <p:spPr>
          <a:xfrm>
            <a:off x="5727011" y="2025686"/>
            <a:ext cx="-1218624" cy="514251"/>
          </a:xfrm>
          <a:prstGeom prst="line">
            <a:avLst/>
          </a:prstGeom>
          <a:noFill/>
          <a:ln w="13970">
            <a:solidFill>
              <a:srgbClr val="71716F"/>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sp>
      <p:sp>
        <p:nvSpPr>
          <p:cNvPr id="115" name="Shape 113"/>
          <p:cNvSpPr/>
          <p:nvPr/>
        </p:nvSpPr>
        <p:spPr>
          <a:xfrm>
            <a:off x="3766047" y="4184138"/>
            <a:ext cx="869337" cy="654441"/>
          </a:xfrm>
          <a:prstGeom prst="line">
            <a:avLst/>
          </a:prstGeom>
          <a:noFill/>
          <a:ln w="13970">
            <a:solidFill>
              <a:srgbClr val="71716F"/>
            </a:solidFill>
            <a:prstDash val="solid"/>
          </a:ln>
        </p:spPr>
      </p:sp>
      <p:sp>
        <p:nvSpPr>
          <p:cNvPr id="116" name="Shape 114"/>
          <p:cNvSpPr/>
          <p:nvPr/>
        </p:nvSpPr>
        <p:spPr>
          <a:xfrm>
            <a:off x="2639495" y="4063023"/>
            <a:ext cx="1995889" cy="775556"/>
          </a:xfrm>
          <a:prstGeom prst="line">
            <a:avLst/>
          </a:prstGeom>
          <a:noFill/>
          <a:ln w="13970">
            <a:solidFill>
              <a:srgbClr val="71716F"/>
            </a:solidFill>
            <a:prstDash val="solid"/>
          </a:ln>
        </p:spPr>
      </p:sp>
      <p:sp>
        <p:nvSpPr>
          <p:cNvPr id="117" name="Shape 115"/>
          <p:cNvSpPr/>
          <p:nvPr/>
        </p:nvSpPr>
        <p:spPr>
          <a:xfrm>
            <a:off x="5851051" y="4472956"/>
            <a:ext cx="-1215666" cy="365623"/>
          </a:xfrm>
          <a:prstGeom prst="line">
            <a:avLst/>
          </a:prstGeom>
          <a:noFill/>
          <a:ln w="13970">
            <a:solidFill>
              <a:srgbClr val="71716F"/>
            </a:solidFill>
            <a:prstDash val="solid"/>
          </a:ln>
        </p:spPr>
      </p:sp>
      <p:sp>
        <p:nvSpPr>
          <p:cNvPr id="118" name="Shape 116"/>
          <p:cNvSpPr/>
          <p:nvPr/>
        </p:nvSpPr>
        <p:spPr>
          <a:xfrm>
            <a:off x="4635384" y="4838579"/>
            <a:ext cx="1303054" cy="313716"/>
          </a:xfrm>
          <a:prstGeom prst="line">
            <a:avLst/>
          </a:prstGeom>
          <a:noFill/>
          <a:ln w="13970">
            <a:solidFill>
              <a:srgbClr val="71716F"/>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sp>
      <p:sp>
        <p:nvSpPr>
          <p:cNvPr id="121" name="Shape 119"/>
          <p:cNvSpPr/>
          <p:nvPr/>
        </p:nvSpPr>
        <p:spPr>
          <a:xfrm>
            <a:off x="7363446" y="2329139"/>
            <a:ext cx="954846" cy="147300"/>
          </a:xfrm>
          <a:prstGeom prst="line">
            <a:avLst/>
          </a:prstGeom>
          <a:noFill/>
          <a:ln w="13970">
            <a:solidFill>
              <a:srgbClr val="71716F"/>
            </a:solidFill>
            <a:prstDash val="solid"/>
          </a:ln>
        </p:spPr>
      </p:sp>
      <p:sp>
        <p:nvSpPr>
          <p:cNvPr id="122" name="Shape 120"/>
          <p:cNvSpPr/>
          <p:nvPr/>
        </p:nvSpPr>
        <p:spPr>
          <a:xfrm>
            <a:off x="7076451" y="1877942"/>
            <a:ext cx="1241841" cy="598496"/>
          </a:xfrm>
          <a:prstGeom prst="line">
            <a:avLst/>
          </a:prstGeom>
          <a:noFill/>
          <a:ln w="13970">
            <a:solidFill>
              <a:srgbClr val="71716F"/>
            </a:solidFill>
            <a:prstDash val="solid"/>
          </a:ln>
        </p:spPr>
      </p:sp>
      <p:sp>
        <p:nvSpPr>
          <p:cNvPr id="123" name="Shape 121"/>
          <p:cNvSpPr/>
          <p:nvPr/>
        </p:nvSpPr>
        <p:spPr>
          <a:xfrm>
            <a:off x="8318292" y="2476438"/>
            <a:ext cx="1580983" cy="10364"/>
          </a:xfrm>
          <a:prstGeom prst="line">
            <a:avLst/>
          </a:prstGeom>
          <a:noFill/>
          <a:ln w="13970">
            <a:solidFill>
              <a:srgbClr val="71716F"/>
            </a:solidFill>
            <a:prstDash val="solid"/>
          </a:ln>
        </p:spPr>
      </p:sp>
      <p:sp>
        <p:nvSpPr>
          <p:cNvPr id="124" name="Shape 122"/>
          <p:cNvSpPr/>
          <p:nvPr/>
        </p:nvSpPr>
        <p:spPr>
          <a:xfrm>
            <a:off x="8318292" y="2476438"/>
            <a:ext cx="1379445" cy="852316"/>
          </a:xfrm>
          <a:prstGeom prst="line">
            <a:avLst/>
          </a:prstGeom>
          <a:noFill/>
          <a:ln w="13970">
            <a:solidFill>
              <a:srgbClr val="71716F"/>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sp>
      <p:sp>
        <p:nvSpPr>
          <p:cNvPr id="127" name="Shape 125"/>
          <p:cNvSpPr/>
          <p:nvPr/>
        </p:nvSpPr>
        <p:spPr>
          <a:xfrm>
            <a:off x="7511316" y="4528358"/>
            <a:ext cx="997471" cy="-337463"/>
          </a:xfrm>
          <a:prstGeom prst="line">
            <a:avLst/>
          </a:prstGeom>
          <a:noFill/>
          <a:ln w="13970">
            <a:solidFill>
              <a:srgbClr val="71716F"/>
            </a:solidFill>
            <a:prstDash val="solid"/>
          </a:ln>
        </p:spPr>
      </p:sp>
      <p:sp>
        <p:nvSpPr>
          <p:cNvPr id="128" name="Shape 126"/>
          <p:cNvSpPr/>
          <p:nvPr/>
        </p:nvSpPr>
        <p:spPr>
          <a:xfrm>
            <a:off x="7452041" y="5035624"/>
            <a:ext cx="1056746" cy="-844729"/>
          </a:xfrm>
          <a:prstGeom prst="line">
            <a:avLst/>
          </a:prstGeom>
          <a:noFill/>
          <a:ln w="13970">
            <a:solidFill>
              <a:srgbClr val="71716F"/>
            </a:solidFill>
            <a:prstDash val="solid"/>
          </a:ln>
        </p:spPr>
      </p:sp>
      <p:sp>
        <p:nvSpPr>
          <p:cNvPr id="129" name="Shape 127"/>
          <p:cNvSpPr/>
          <p:nvPr/>
        </p:nvSpPr>
        <p:spPr>
          <a:xfrm>
            <a:off x="9645175" y="3671281"/>
            <a:ext cx="-1136388" cy="519614"/>
          </a:xfrm>
          <a:prstGeom prst="line">
            <a:avLst/>
          </a:prstGeom>
          <a:noFill/>
          <a:ln w="13970">
            <a:solidFill>
              <a:srgbClr val="71716F"/>
            </a:solidFill>
            <a:prstDash val="solid"/>
          </a:ln>
        </p:spPr>
      </p:sp>
      <p:sp>
        <p:nvSpPr>
          <p:cNvPr id="130" name="Shape 128"/>
          <p:cNvSpPr/>
          <p:nvPr/>
        </p:nvSpPr>
        <p:spPr>
          <a:xfrm>
            <a:off x="9697737" y="3328754"/>
            <a:ext cx="-1188950" cy="862142"/>
          </a:xfrm>
          <a:prstGeom prst="line">
            <a:avLst/>
          </a:prstGeom>
          <a:noFill/>
          <a:ln w="13970">
            <a:solidFill>
              <a:srgbClr val="71716F"/>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sp>
      <p:sp>
        <p:nvSpPr>
          <p:cNvPr id="135" name="Text 13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7620">
            <a:solidFill>
              <a:srgbClr val="DADADA"/>
            </a:solidFill>
            <a:prstDash val="solid"/>
          </a:ln>
        </p:spPr>
      </p:sp>
      <p:sp>
        <p:nvSpPr>
          <p:cNvPr id="3" name="Shape 1"/>
          <p:cNvSpPr/>
          <p:nvPr/>
        </p:nvSpPr>
        <p:spPr>
          <a:xfrm>
            <a:off x="5512488" y="1958093"/>
            <a:ext cx="0" cy="446830"/>
          </a:xfrm>
          <a:prstGeom prst="line">
            <a:avLst/>
          </a:prstGeom>
          <a:noFill/>
          <a:ln w="7620">
            <a:solidFill>
              <a:srgbClr val="DADADA"/>
            </a:solidFill>
            <a:prstDash val="solid"/>
          </a:ln>
        </p:spPr>
      </p:sp>
      <p:sp>
        <p:nvSpPr>
          <p:cNvPr id="4" name="Shape 2"/>
          <p:cNvSpPr/>
          <p:nvPr/>
        </p:nvSpPr>
        <p:spPr>
          <a:xfrm>
            <a:off x="5512488" y="2404923"/>
            <a:ext cx="207418" cy="446830"/>
          </a:xfrm>
          <a:prstGeom prst="line">
            <a:avLst/>
          </a:prstGeom>
          <a:noFill/>
          <a:ln w="7620">
            <a:solidFill>
              <a:srgbClr val="DADADA"/>
            </a:solidFill>
            <a:prstDash val="solid"/>
          </a:ln>
        </p:spPr>
      </p:sp>
      <p:sp>
        <p:nvSpPr>
          <p:cNvPr id="5" name="Shape 3"/>
          <p:cNvSpPr/>
          <p:nvPr/>
        </p:nvSpPr>
        <p:spPr>
          <a:xfrm>
            <a:off x="5719905" y="2851753"/>
            <a:ext cx="-1959434" cy="893661"/>
          </a:xfrm>
          <a:prstGeom prst="line">
            <a:avLst/>
          </a:prstGeom>
          <a:noFill/>
          <a:ln w="7620">
            <a:solidFill>
              <a:srgbClr val="DADADA"/>
            </a:solidFill>
            <a:prstDash val="solid"/>
          </a:ln>
        </p:spPr>
      </p:sp>
      <p:sp>
        <p:nvSpPr>
          <p:cNvPr id="6" name="Shape 4"/>
          <p:cNvSpPr/>
          <p:nvPr/>
        </p:nvSpPr>
        <p:spPr>
          <a:xfrm>
            <a:off x="3760471" y="3745414"/>
            <a:ext cx="-1315116" cy="446830"/>
          </a:xfrm>
          <a:prstGeom prst="line">
            <a:avLst/>
          </a:prstGeom>
          <a:noFill/>
          <a:ln w="7620">
            <a:solidFill>
              <a:srgbClr val="DADADA"/>
            </a:solidFill>
            <a:prstDash val="solid"/>
          </a:ln>
        </p:spPr>
      </p:sp>
      <p:sp>
        <p:nvSpPr>
          <p:cNvPr id="7" name="Shape 5"/>
          <p:cNvSpPr/>
          <p:nvPr/>
        </p:nvSpPr>
        <p:spPr>
          <a:xfrm>
            <a:off x="3967889" y="1511262"/>
            <a:ext cx="3111263" cy="1340491"/>
          </a:xfrm>
          <a:prstGeom prst="line">
            <a:avLst/>
          </a:prstGeom>
          <a:noFill/>
          <a:ln w="7620">
            <a:solidFill>
              <a:srgbClr val="DADADA"/>
            </a:solidFill>
            <a:prstDash val="solid"/>
          </a:ln>
        </p:spPr>
      </p:sp>
      <p:sp>
        <p:nvSpPr>
          <p:cNvPr id="8" name="Shape 6"/>
          <p:cNvSpPr/>
          <p:nvPr/>
        </p:nvSpPr>
        <p:spPr>
          <a:xfrm>
            <a:off x="2445356" y="4192245"/>
            <a:ext cx="-1315116" cy="446830"/>
          </a:xfrm>
          <a:prstGeom prst="line">
            <a:avLst/>
          </a:prstGeom>
          <a:noFill/>
          <a:ln w="7620">
            <a:solidFill>
              <a:srgbClr val="DADADA"/>
            </a:solidFill>
            <a:prstDash val="solid"/>
          </a:ln>
        </p:spPr>
      </p:sp>
      <p:sp>
        <p:nvSpPr>
          <p:cNvPr id="9" name="Shape 7"/>
          <p:cNvSpPr/>
          <p:nvPr/>
        </p:nvSpPr>
        <p:spPr>
          <a:xfrm>
            <a:off x="2030520" y="3745414"/>
            <a:ext cx="414835" cy="0"/>
          </a:xfrm>
          <a:prstGeom prst="line">
            <a:avLst/>
          </a:prstGeom>
          <a:noFill/>
          <a:ln w="7620">
            <a:solidFill>
              <a:srgbClr val="DADADA"/>
            </a:solidFill>
            <a:prstDash val="solid"/>
          </a:ln>
        </p:spPr>
      </p:sp>
      <p:sp>
        <p:nvSpPr>
          <p:cNvPr id="10" name="Shape 8"/>
          <p:cNvSpPr/>
          <p:nvPr/>
        </p:nvSpPr>
        <p:spPr>
          <a:xfrm>
            <a:off x="5512488" y="1958093"/>
            <a:ext cx="-1544599" cy="446830"/>
          </a:xfrm>
          <a:prstGeom prst="line">
            <a:avLst/>
          </a:prstGeom>
          <a:noFill/>
          <a:ln w="7620">
            <a:solidFill>
              <a:srgbClr val="DADADA"/>
            </a:solidFill>
            <a:prstDash val="solid"/>
          </a:ln>
        </p:spPr>
      </p:sp>
      <p:sp>
        <p:nvSpPr>
          <p:cNvPr id="11" name="Shape 9"/>
          <p:cNvSpPr/>
          <p:nvPr/>
        </p:nvSpPr>
        <p:spPr>
          <a:xfrm>
            <a:off x="1130240" y="4639075"/>
            <a:ext cx="-207418" cy="446830"/>
          </a:xfrm>
          <a:prstGeom prst="line">
            <a:avLst/>
          </a:prstGeom>
          <a:noFill/>
          <a:ln w="7620">
            <a:solidFill>
              <a:srgbClr val="DADADA"/>
            </a:solidFill>
            <a:prstDash val="solid"/>
          </a:ln>
        </p:spPr>
      </p:sp>
      <p:sp>
        <p:nvSpPr>
          <p:cNvPr id="12" name="Shape 10"/>
          <p:cNvSpPr/>
          <p:nvPr/>
        </p:nvSpPr>
        <p:spPr>
          <a:xfrm>
            <a:off x="715405" y="4639075"/>
            <a:ext cx="-207418" cy="446830"/>
          </a:xfrm>
          <a:prstGeom prst="line">
            <a:avLst/>
          </a:prstGeom>
          <a:noFill/>
          <a:ln w="7620">
            <a:solidFill>
              <a:srgbClr val="DADADA"/>
            </a:solidFill>
            <a:prstDash val="solid"/>
          </a:ln>
        </p:spPr>
      </p:sp>
      <p:sp>
        <p:nvSpPr>
          <p:cNvPr id="13" name="Shape 11"/>
          <p:cNvSpPr/>
          <p:nvPr/>
        </p:nvSpPr>
        <p:spPr>
          <a:xfrm>
            <a:off x="3967889" y="2851753"/>
            <a:ext cx="0" cy="446830"/>
          </a:xfrm>
          <a:prstGeom prst="line">
            <a:avLst/>
          </a:prstGeom>
          <a:noFill/>
          <a:ln w="7620">
            <a:solidFill>
              <a:srgbClr val="DADADA"/>
            </a:solidFill>
            <a:prstDash val="solid"/>
          </a:ln>
        </p:spPr>
      </p:sp>
      <p:sp>
        <p:nvSpPr>
          <p:cNvPr id="14" name="Shape 12"/>
          <p:cNvSpPr/>
          <p:nvPr/>
        </p:nvSpPr>
        <p:spPr>
          <a:xfrm>
            <a:off x="7079152" y="2851753"/>
            <a:ext cx="0" cy="2234152"/>
          </a:xfrm>
          <a:prstGeom prst="line">
            <a:avLst/>
          </a:prstGeom>
          <a:noFill/>
          <a:ln w="7620">
            <a:solidFill>
              <a:srgbClr val="DADADA"/>
            </a:solidFill>
            <a:prstDash val="solid"/>
          </a:ln>
        </p:spPr>
      </p:sp>
      <p:sp>
        <p:nvSpPr>
          <p:cNvPr id="15" name="Shape 13"/>
          <p:cNvSpPr/>
          <p:nvPr/>
        </p:nvSpPr>
        <p:spPr>
          <a:xfrm>
            <a:off x="5719905" y="2851753"/>
            <a:ext cx="-207418" cy="446830"/>
          </a:xfrm>
          <a:prstGeom prst="line">
            <a:avLst/>
          </a:prstGeom>
          <a:noFill/>
          <a:ln w="7620">
            <a:solidFill>
              <a:srgbClr val="DADADA"/>
            </a:solidFill>
            <a:prstDash val="solid"/>
          </a:ln>
        </p:spPr>
      </p:sp>
      <p:sp>
        <p:nvSpPr>
          <p:cNvPr id="16" name="Shape 14"/>
          <p:cNvSpPr/>
          <p:nvPr/>
        </p:nvSpPr>
        <p:spPr>
          <a:xfrm>
            <a:off x="5719905" y="2851753"/>
            <a:ext cx="-207418" cy="2234152"/>
          </a:xfrm>
          <a:prstGeom prst="line">
            <a:avLst/>
          </a:prstGeom>
          <a:noFill/>
          <a:ln w="7620">
            <a:solidFill>
              <a:srgbClr val="DADADA"/>
            </a:solidFill>
            <a:prstDash val="solid"/>
          </a:ln>
        </p:spPr>
      </p:sp>
      <p:sp>
        <p:nvSpPr>
          <p:cNvPr id="17" name="Shape 15"/>
          <p:cNvSpPr/>
          <p:nvPr/>
        </p:nvSpPr>
        <p:spPr>
          <a:xfrm>
            <a:off x="5512488" y="2404923"/>
            <a:ext cx="0" cy="1340491"/>
          </a:xfrm>
          <a:prstGeom prst="line">
            <a:avLst/>
          </a:prstGeom>
          <a:noFill/>
          <a:ln w="7620">
            <a:solidFill>
              <a:srgbClr val="DADADA"/>
            </a:solidFill>
            <a:prstDash val="solid"/>
          </a:ln>
        </p:spPr>
      </p:sp>
      <p:sp>
        <p:nvSpPr>
          <p:cNvPr id="18" name="Shape 16"/>
          <p:cNvSpPr/>
          <p:nvPr/>
        </p:nvSpPr>
        <p:spPr>
          <a:xfrm>
            <a:off x="5512488" y="2404923"/>
            <a:ext cx="-207418" cy="446830"/>
          </a:xfrm>
          <a:prstGeom prst="line">
            <a:avLst/>
          </a:prstGeom>
          <a:noFill/>
          <a:ln w="7620">
            <a:solidFill>
              <a:srgbClr val="DADADA"/>
            </a:solidFill>
            <a:prstDash val="solid"/>
          </a:ln>
        </p:spPr>
      </p:sp>
      <p:sp>
        <p:nvSpPr>
          <p:cNvPr id="19" name="Shape 17"/>
          <p:cNvSpPr/>
          <p:nvPr/>
        </p:nvSpPr>
        <p:spPr>
          <a:xfrm>
            <a:off x="3967889" y="1511262"/>
            <a:ext cx="3111263" cy="2234152"/>
          </a:xfrm>
          <a:prstGeom prst="line">
            <a:avLst/>
          </a:prstGeom>
          <a:noFill/>
          <a:ln w="22859">
            <a:solidFill>
              <a:srgbClr val="353532"/>
            </a:solidFill>
            <a:prstDash val="solid"/>
          </a:ln>
        </p:spPr>
      </p:sp>
      <p:sp>
        <p:nvSpPr>
          <p:cNvPr id="20" name="Shape 18"/>
          <p:cNvSpPr/>
          <p:nvPr/>
        </p:nvSpPr>
        <p:spPr>
          <a:xfrm>
            <a:off x="2445356" y="3745414"/>
            <a:ext cx="414835" cy="446830"/>
          </a:xfrm>
          <a:prstGeom prst="line">
            <a:avLst/>
          </a:prstGeom>
          <a:noFill/>
          <a:ln w="22859">
            <a:solidFill>
              <a:srgbClr val="353532"/>
            </a:solidFill>
            <a:prstDash val="solid"/>
          </a:ln>
        </p:spPr>
      </p:sp>
      <p:sp>
        <p:nvSpPr>
          <p:cNvPr id="21" name="Shape 19"/>
          <p:cNvSpPr/>
          <p:nvPr/>
        </p:nvSpPr>
        <p:spPr>
          <a:xfrm>
            <a:off x="2445356" y="3745414"/>
            <a:ext cx="-1107698" cy="1340491"/>
          </a:xfrm>
          <a:prstGeom prst="line">
            <a:avLst/>
          </a:prstGeom>
          <a:noFill/>
          <a:ln w="22859">
            <a:solidFill>
              <a:srgbClr val="353532"/>
            </a:solidFill>
            <a:prstDash val="solid"/>
          </a:ln>
        </p:spPr>
      </p:sp>
      <p:sp>
        <p:nvSpPr>
          <p:cNvPr id="22" name="Shape 20"/>
          <p:cNvSpPr/>
          <p:nvPr/>
        </p:nvSpPr>
        <p:spPr>
          <a:xfrm>
            <a:off x="2860191" y="3745414"/>
            <a:ext cx="0" cy="446830"/>
          </a:xfrm>
          <a:prstGeom prst="line">
            <a:avLst/>
          </a:prstGeom>
          <a:noFill/>
          <a:ln w="22859">
            <a:solidFill>
              <a:srgbClr val="353532"/>
            </a:solidFill>
            <a:prstDash val="solid"/>
          </a:ln>
        </p:spPr>
      </p:sp>
      <p:sp>
        <p:nvSpPr>
          <p:cNvPr id="23" name="Shape 21"/>
          <p:cNvSpPr/>
          <p:nvPr/>
        </p:nvSpPr>
        <p:spPr>
          <a:xfrm>
            <a:off x="2860191" y="3745414"/>
            <a:ext cx="-829670" cy="446830"/>
          </a:xfrm>
          <a:prstGeom prst="line">
            <a:avLst/>
          </a:prstGeom>
          <a:noFill/>
          <a:ln w="22859">
            <a:solidFill>
              <a:srgbClr val="353532"/>
            </a:solidFill>
            <a:prstDash val="solid"/>
          </a:ln>
        </p:spPr>
      </p:sp>
      <p:sp>
        <p:nvSpPr>
          <p:cNvPr id="24" name="Shape 22"/>
          <p:cNvSpPr/>
          <p:nvPr/>
        </p:nvSpPr>
        <p:spPr>
          <a:xfrm>
            <a:off x="2860191" y="3745414"/>
            <a:ext cx="-414835" cy="1340491"/>
          </a:xfrm>
          <a:prstGeom prst="line">
            <a:avLst/>
          </a:prstGeom>
          <a:noFill/>
          <a:ln w="22859">
            <a:solidFill>
              <a:srgbClr val="353532"/>
            </a:solidFill>
            <a:prstDash val="solid"/>
          </a:ln>
        </p:spPr>
      </p:sp>
      <p:sp>
        <p:nvSpPr>
          <p:cNvPr id="25" name="Shape 23"/>
          <p:cNvSpPr/>
          <p:nvPr/>
        </p:nvSpPr>
        <p:spPr>
          <a:xfrm>
            <a:off x="2860191" y="4192245"/>
            <a:ext cx="-414835" cy="446830"/>
          </a:xfrm>
          <a:prstGeom prst="line">
            <a:avLst/>
          </a:prstGeom>
          <a:noFill/>
          <a:ln w="22859">
            <a:solidFill>
              <a:srgbClr val="353532"/>
            </a:solidFill>
            <a:prstDash val="solid"/>
          </a:ln>
        </p:spPr>
      </p:sp>
      <p:sp>
        <p:nvSpPr>
          <p:cNvPr id="26" name="Shape 24"/>
          <p:cNvSpPr/>
          <p:nvPr/>
        </p:nvSpPr>
        <p:spPr>
          <a:xfrm>
            <a:off x="2860191" y="4192245"/>
            <a:ext cx="-1522533" cy="893661"/>
          </a:xfrm>
          <a:prstGeom prst="line">
            <a:avLst/>
          </a:prstGeom>
          <a:noFill/>
          <a:ln w="22859">
            <a:solidFill>
              <a:srgbClr val="353532"/>
            </a:solidFill>
            <a:prstDash val="solid"/>
          </a:ln>
        </p:spPr>
      </p:sp>
      <p:sp>
        <p:nvSpPr>
          <p:cNvPr id="27" name="Shape 25"/>
          <p:cNvSpPr/>
          <p:nvPr/>
        </p:nvSpPr>
        <p:spPr>
          <a:xfrm>
            <a:off x="715405" y="4639075"/>
            <a:ext cx="414835" cy="0"/>
          </a:xfrm>
          <a:prstGeom prst="line">
            <a:avLst/>
          </a:prstGeom>
          <a:noFill/>
          <a:ln w="22859">
            <a:solidFill>
              <a:srgbClr val="353532"/>
            </a:solidFill>
            <a:prstDash val="solid"/>
          </a:ln>
        </p:spPr>
      </p:sp>
      <p:sp>
        <p:nvSpPr>
          <p:cNvPr id="28" name="Shape 26"/>
          <p:cNvSpPr/>
          <p:nvPr/>
        </p:nvSpPr>
        <p:spPr>
          <a:xfrm>
            <a:off x="715405" y="4639075"/>
            <a:ext cx="622253" cy="446830"/>
          </a:xfrm>
          <a:prstGeom prst="line">
            <a:avLst/>
          </a:prstGeom>
          <a:noFill/>
          <a:ln w="22859">
            <a:solidFill>
              <a:srgbClr val="353532"/>
            </a:solidFill>
            <a:prstDash val="solid"/>
          </a:ln>
        </p:spPr>
      </p:sp>
      <p:sp>
        <p:nvSpPr>
          <p:cNvPr id="29" name="Shape 27"/>
          <p:cNvSpPr/>
          <p:nvPr/>
        </p:nvSpPr>
        <p:spPr>
          <a:xfrm>
            <a:off x="3967889" y="2851753"/>
            <a:ext cx="-1522533" cy="893661"/>
          </a:xfrm>
          <a:prstGeom prst="line">
            <a:avLst/>
          </a:prstGeom>
          <a:noFill/>
          <a:ln w="22859">
            <a:solidFill>
              <a:srgbClr val="353532"/>
            </a:solidFill>
            <a:prstDash val="solid"/>
          </a:ln>
        </p:spPr>
      </p:sp>
      <p:sp>
        <p:nvSpPr>
          <p:cNvPr id="30" name="Shape 28"/>
          <p:cNvSpPr/>
          <p:nvPr/>
        </p:nvSpPr>
        <p:spPr>
          <a:xfrm>
            <a:off x="3967889" y="3298584"/>
            <a:ext cx="-1522533" cy="446830"/>
          </a:xfrm>
          <a:prstGeom prst="line">
            <a:avLst/>
          </a:prstGeom>
          <a:noFill/>
          <a:ln w="22859">
            <a:solidFill>
              <a:srgbClr val="353532"/>
            </a:solidFill>
            <a:prstDash val="solid"/>
          </a:ln>
        </p:spPr>
      </p:sp>
      <p:sp>
        <p:nvSpPr>
          <p:cNvPr id="31" name="Shape 29"/>
          <p:cNvSpPr/>
          <p:nvPr/>
        </p:nvSpPr>
        <p:spPr>
          <a:xfrm>
            <a:off x="7079152" y="2851753"/>
            <a:ext cx="0" cy="893661"/>
          </a:xfrm>
          <a:prstGeom prst="line">
            <a:avLst/>
          </a:prstGeom>
          <a:noFill/>
          <a:ln w="22859">
            <a:solidFill>
              <a:srgbClr val="353532"/>
            </a:solidFill>
            <a:prstDash val="solid"/>
          </a:ln>
        </p:spPr>
      </p:sp>
      <p:sp>
        <p:nvSpPr>
          <p:cNvPr id="32" name="Shape 30"/>
          <p:cNvSpPr/>
          <p:nvPr/>
        </p:nvSpPr>
        <p:spPr>
          <a:xfrm>
            <a:off x="2030520" y="4192245"/>
            <a:ext cx="414835" cy="0"/>
          </a:xfrm>
          <a:prstGeom prst="line">
            <a:avLst/>
          </a:prstGeom>
          <a:noFill/>
          <a:ln w="22859">
            <a:solidFill>
              <a:srgbClr val="353532"/>
            </a:solidFill>
            <a:prstDash val="solid"/>
          </a:ln>
        </p:spPr>
      </p:sp>
      <p:sp>
        <p:nvSpPr>
          <p:cNvPr id="33" name="Shape 31"/>
          <p:cNvSpPr/>
          <p:nvPr/>
        </p:nvSpPr>
        <p:spPr>
          <a:xfrm>
            <a:off x="2445356" y="4192245"/>
            <a:ext cx="0" cy="893661"/>
          </a:xfrm>
          <a:prstGeom prst="line">
            <a:avLst/>
          </a:prstGeom>
          <a:noFill/>
          <a:ln w="22859">
            <a:solidFill>
              <a:srgbClr val="353532"/>
            </a:solidFill>
            <a:prstDash val="solid"/>
          </a:ln>
        </p:spPr>
      </p:sp>
      <p:sp>
        <p:nvSpPr>
          <p:cNvPr id="34" name="Shape 32"/>
          <p:cNvSpPr/>
          <p:nvPr/>
        </p:nvSpPr>
        <p:spPr>
          <a:xfrm>
            <a:off x="2030520" y="4192245"/>
            <a:ext cx="-1315116" cy="446830"/>
          </a:xfrm>
          <a:prstGeom prst="line">
            <a:avLst/>
          </a:prstGeom>
          <a:noFill/>
          <a:ln w="22859">
            <a:solidFill>
              <a:srgbClr val="353532"/>
            </a:solidFill>
            <a:prstDash val="solid"/>
          </a:ln>
        </p:spPr>
      </p:sp>
      <p:sp>
        <p:nvSpPr>
          <p:cNvPr id="35" name="Shape 33"/>
          <p:cNvSpPr/>
          <p:nvPr/>
        </p:nvSpPr>
        <p:spPr>
          <a:xfrm>
            <a:off x="2030520" y="4192245"/>
            <a:ext cx="414835" cy="446830"/>
          </a:xfrm>
          <a:prstGeom prst="line">
            <a:avLst/>
          </a:prstGeom>
          <a:noFill/>
          <a:ln w="22859">
            <a:solidFill>
              <a:srgbClr val="353532"/>
            </a:solidFill>
            <a:prstDash val="solid"/>
          </a:ln>
        </p:spPr>
      </p:sp>
      <p:sp>
        <p:nvSpPr>
          <p:cNvPr id="36" name="Shape 34"/>
          <p:cNvSpPr/>
          <p:nvPr/>
        </p:nvSpPr>
        <p:spPr>
          <a:xfrm>
            <a:off x="2030520" y="4192245"/>
            <a:ext cx="414835" cy="893661"/>
          </a:xfrm>
          <a:prstGeom prst="line">
            <a:avLst/>
          </a:prstGeom>
          <a:noFill/>
          <a:ln w="22859">
            <a:solidFill>
              <a:srgbClr val="353532"/>
            </a:solidFill>
            <a:prstDash val="solid"/>
          </a:ln>
        </p:spPr>
      </p:sp>
      <p:sp>
        <p:nvSpPr>
          <p:cNvPr id="37" name="Shape 35"/>
          <p:cNvSpPr/>
          <p:nvPr/>
        </p:nvSpPr>
        <p:spPr>
          <a:xfrm>
            <a:off x="3967889" y="2404923"/>
            <a:ext cx="-1107698" cy="1340491"/>
          </a:xfrm>
          <a:prstGeom prst="line">
            <a:avLst/>
          </a:prstGeom>
          <a:noFill/>
          <a:ln w="22859">
            <a:solidFill>
              <a:srgbClr val="353532"/>
            </a:solidFill>
            <a:prstDash val="solid"/>
          </a:ln>
        </p:spPr>
      </p:sp>
      <p:sp>
        <p:nvSpPr>
          <p:cNvPr id="38" name="Shape 36"/>
          <p:cNvSpPr/>
          <p:nvPr/>
        </p:nvSpPr>
        <p:spPr>
          <a:xfrm>
            <a:off x="3967889" y="2404923"/>
            <a:ext cx="0" cy="446830"/>
          </a:xfrm>
          <a:prstGeom prst="line">
            <a:avLst/>
          </a:prstGeom>
          <a:noFill/>
          <a:ln w="22859">
            <a:solidFill>
              <a:srgbClr val="353532"/>
            </a:solidFill>
            <a:prstDash val="solid"/>
          </a:ln>
        </p:spPr>
      </p:sp>
      <p:sp>
        <p:nvSpPr>
          <p:cNvPr id="39" name="Shape 37"/>
          <p:cNvSpPr/>
          <p:nvPr/>
        </p:nvSpPr>
        <p:spPr>
          <a:xfrm>
            <a:off x="5512488" y="3298584"/>
            <a:ext cx="-1337181" cy="446830"/>
          </a:xfrm>
          <a:prstGeom prst="line">
            <a:avLst/>
          </a:prstGeom>
          <a:noFill/>
          <a:ln w="22859">
            <a:solidFill>
              <a:srgbClr val="353532"/>
            </a:solidFill>
            <a:prstDash val="solid"/>
          </a:ln>
        </p:spPr>
      </p:sp>
      <p:sp>
        <p:nvSpPr>
          <p:cNvPr id="40" name="Shape 38"/>
          <p:cNvSpPr/>
          <p:nvPr/>
        </p:nvSpPr>
        <p:spPr>
          <a:xfrm>
            <a:off x="5719905" y="2851753"/>
            <a:ext cx="-1544599" cy="893661"/>
          </a:xfrm>
          <a:prstGeom prst="line">
            <a:avLst/>
          </a:prstGeom>
          <a:noFill/>
          <a:ln w="22859">
            <a:solidFill>
              <a:srgbClr val="353532"/>
            </a:solidFill>
            <a:prstDash val="solid"/>
          </a:ln>
        </p:spPr>
      </p:sp>
      <p:sp>
        <p:nvSpPr>
          <p:cNvPr id="41" name="Shape 39"/>
          <p:cNvSpPr/>
          <p:nvPr/>
        </p:nvSpPr>
        <p:spPr>
          <a:xfrm>
            <a:off x="5512488" y="2404923"/>
            <a:ext cx="-2652297" cy="1787322"/>
          </a:xfrm>
          <a:prstGeom prst="line">
            <a:avLst/>
          </a:prstGeom>
          <a:noFill/>
          <a:ln w="22859">
            <a:solidFill>
              <a:srgbClr val="353532"/>
            </a:solidFill>
            <a:prstDash val="solid"/>
          </a:ln>
        </p:spPr>
      </p:sp>
      <p:sp>
        <p:nvSpPr>
          <p:cNvPr id="42" name="Shape 40"/>
          <p:cNvSpPr/>
          <p:nvPr/>
        </p:nvSpPr>
        <p:spPr>
          <a:xfrm>
            <a:off x="3760471" y="3745414"/>
            <a:ext cx="414835" cy="0"/>
          </a:xfrm>
          <a:prstGeom prst="line">
            <a:avLst/>
          </a:prstGeom>
          <a:noFill/>
          <a:ln w="22859">
            <a:solidFill>
              <a:srgbClr val="353532"/>
            </a:solidFill>
            <a:prstDash val="solid"/>
          </a:ln>
        </p:spPr>
      </p:sp>
      <p:sp>
        <p:nvSpPr>
          <p:cNvPr id="43" name="Shape 41"/>
          <p:cNvSpPr/>
          <p:nvPr/>
        </p:nvSpPr>
        <p:spPr>
          <a:xfrm>
            <a:off x="3967889" y="2851753"/>
            <a:ext cx="1337181" cy="0"/>
          </a:xfrm>
          <a:prstGeom prst="line">
            <a:avLst/>
          </a:prstGeom>
          <a:noFill/>
          <a:ln w="22859">
            <a:solidFill>
              <a:srgbClr val="353532"/>
            </a:solidFill>
            <a:prstDash val="solid"/>
          </a:ln>
        </p:spPr>
      </p:sp>
      <p:sp>
        <p:nvSpPr>
          <p:cNvPr id="44" name="Shape 42"/>
          <p:cNvSpPr/>
          <p:nvPr/>
        </p:nvSpPr>
        <p:spPr>
          <a:xfrm>
            <a:off x="5305070" y="2851753"/>
            <a:ext cx="-1129764" cy="893661"/>
          </a:xfrm>
          <a:prstGeom prst="line">
            <a:avLst/>
          </a:prstGeom>
          <a:noFill/>
          <a:ln w="22859">
            <a:solidFill>
              <a:srgbClr val="353532"/>
            </a:solidFill>
            <a:prstDash val="solid"/>
          </a:ln>
        </p:spPr>
      </p:sp>
      <p:sp>
        <p:nvSpPr>
          <p:cNvPr id="45" name="Shape 43"/>
          <p:cNvSpPr/>
          <p:nvPr/>
        </p:nvSpPr>
        <p:spPr>
          <a:xfrm>
            <a:off x="2860191" y="3745414"/>
            <a:ext cx="1315116" cy="0"/>
          </a:xfrm>
          <a:prstGeom prst="line">
            <a:avLst/>
          </a:prstGeom>
          <a:noFill/>
          <a:ln w="22859">
            <a:solidFill>
              <a:srgbClr val="353532"/>
            </a:solidFill>
            <a:prstDash val="solid"/>
          </a:ln>
        </p:spPr>
      </p:sp>
      <p:sp>
        <p:nvSpPr>
          <p:cNvPr id="46" name="Shape 44"/>
          <p:cNvSpPr/>
          <p:nvPr/>
        </p:nvSpPr>
        <p:spPr>
          <a:xfrm>
            <a:off x="2030520" y="3745414"/>
            <a:ext cx="829670" cy="446830"/>
          </a:xfrm>
          <a:prstGeom prst="line">
            <a:avLst/>
          </a:prstGeom>
          <a:noFill/>
          <a:ln w="22859">
            <a:solidFill>
              <a:srgbClr val="353532"/>
            </a:solidFill>
            <a:prstDash val="solid"/>
          </a:ln>
        </p:spPr>
      </p:sp>
      <p:sp>
        <p:nvSpPr>
          <p:cNvPr id="47" name="Shape 45"/>
          <p:cNvSpPr/>
          <p:nvPr/>
        </p:nvSpPr>
        <p:spPr>
          <a:xfrm>
            <a:off x="2030520" y="3745414"/>
            <a:ext cx="-692863" cy="1340491"/>
          </a:xfrm>
          <a:prstGeom prst="line">
            <a:avLst/>
          </a:prstGeom>
          <a:noFill/>
          <a:ln w="22859">
            <a:solidFill>
              <a:srgbClr val="353532"/>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prstGeom prst="line">
            <a:avLst/>
          </a:prstGeom>
          <a:noFill/>
          <a:ln w="41274">
            <a:solidFill>
              <a:srgbClr val="1A1A16"/>
            </a:solidFill>
            <a:prstDash val="solid"/>
          </a:ln>
        </p:spPr>
      </p:sp>
      <p:sp>
        <p:nvSpPr>
          <p:cNvPr id="3" name="Shape 1"/>
          <p:cNvSpPr/>
          <p:nvPr/>
        </p:nvSpPr>
        <p:spPr>
          <a:xfrm>
            <a:off x="5512488" y="1958093"/>
            <a:ext cx="0" cy="446830"/>
          </a:xfrm>
          <a:prstGeom prst="line">
            <a:avLst/>
          </a:prstGeom>
          <a:noFill/>
          <a:ln w="24917">
            <a:solidFill>
              <a:srgbClr val="747471"/>
            </a:solidFill>
            <a:prstDash val="solid"/>
          </a:ln>
        </p:spPr>
      </p:sp>
      <p:sp>
        <p:nvSpPr>
          <p:cNvPr id="4" name="Shape 2"/>
          <p:cNvSpPr/>
          <p:nvPr/>
        </p:nvSpPr>
        <p:spPr>
          <a:xfrm>
            <a:off x="5512488" y="2404923"/>
            <a:ext cx="207418" cy="446830"/>
          </a:xfrm>
          <a:prstGeom prst="line">
            <a:avLst/>
          </a:prstGeom>
          <a:noFill/>
          <a:ln w="20243">
            <a:solidFill>
              <a:srgbClr val="8D8D8B"/>
            </a:solidFill>
            <a:prstDash val="solid"/>
          </a:ln>
        </p:spPr>
      </p:sp>
      <p:sp>
        <p:nvSpPr>
          <p:cNvPr id="5" name="Shape 3"/>
          <p:cNvSpPr/>
          <p:nvPr/>
        </p:nvSpPr>
        <p:spPr>
          <a:xfrm>
            <a:off x="5719905" y="2851753"/>
            <a:ext cx="-1959434" cy="893661"/>
          </a:xfrm>
          <a:prstGeom prst="line">
            <a:avLst/>
          </a:prstGeom>
          <a:noFill/>
          <a:ln w="16738">
            <a:solidFill>
              <a:srgbClr val="A1A19F"/>
            </a:solidFill>
            <a:prstDash val="solid"/>
          </a:ln>
        </p:spPr>
      </p:sp>
      <p:sp>
        <p:nvSpPr>
          <p:cNvPr id="6" name="Shape 4"/>
          <p:cNvSpPr/>
          <p:nvPr/>
        </p:nvSpPr>
        <p:spPr>
          <a:xfrm>
            <a:off x="3760471" y="3745414"/>
            <a:ext cx="-1315116" cy="446830"/>
          </a:xfrm>
          <a:prstGeom prst="line">
            <a:avLst/>
          </a:prstGeom>
          <a:noFill/>
          <a:ln w="15570">
            <a:solidFill>
              <a:srgbClr val="A7A7A6"/>
            </a:solidFill>
            <a:prstDash val="solid"/>
          </a:ln>
        </p:spPr>
      </p:sp>
      <p:sp>
        <p:nvSpPr>
          <p:cNvPr id="7" name="Shape 5"/>
          <p:cNvSpPr/>
          <p:nvPr/>
        </p:nvSpPr>
        <p:spPr>
          <a:xfrm>
            <a:off x="3967889" y="1511262"/>
            <a:ext cx="3111263" cy="1340491"/>
          </a:xfrm>
          <a:prstGeom prst="line">
            <a:avLst/>
          </a:prstGeom>
          <a:noFill/>
          <a:ln w="14401">
            <a:solidFill>
              <a:srgbClr val="ADADAC"/>
            </a:solidFill>
            <a:prstDash val="solid"/>
          </a:ln>
        </p:spPr>
      </p:sp>
      <p:sp>
        <p:nvSpPr>
          <p:cNvPr id="8" name="Shape 6"/>
          <p:cNvSpPr/>
          <p:nvPr/>
        </p:nvSpPr>
        <p:spPr>
          <a:xfrm>
            <a:off x="2445356" y="4192245"/>
            <a:ext cx="-1315116" cy="446830"/>
          </a:xfrm>
          <a:prstGeom prst="line">
            <a:avLst/>
          </a:prstGeom>
          <a:noFill/>
          <a:ln w="14401">
            <a:solidFill>
              <a:srgbClr val="ADADAC"/>
            </a:solidFill>
            <a:prstDash val="solid"/>
          </a:ln>
        </p:spPr>
      </p:sp>
      <p:sp>
        <p:nvSpPr>
          <p:cNvPr id="9" name="Shape 7"/>
          <p:cNvSpPr/>
          <p:nvPr/>
        </p:nvSpPr>
        <p:spPr>
          <a:xfrm>
            <a:off x="2030520" y="3745414"/>
            <a:ext cx="414835" cy="0"/>
          </a:xfrm>
          <a:prstGeom prst="line">
            <a:avLst/>
          </a:prstGeom>
          <a:noFill/>
          <a:ln w="13233">
            <a:solidFill>
              <a:srgbClr val="B4B4B3"/>
            </a:solidFill>
            <a:prstDash val="solid"/>
          </a:ln>
        </p:spPr>
      </p:sp>
      <p:sp>
        <p:nvSpPr>
          <p:cNvPr id="10" name="Shape 8"/>
          <p:cNvSpPr/>
          <p:nvPr/>
        </p:nvSpPr>
        <p:spPr>
          <a:xfrm>
            <a:off x="5512488" y="1958093"/>
            <a:ext cx="-1544599" cy="446830"/>
          </a:xfrm>
          <a:prstGeom prst="line">
            <a:avLst/>
          </a:prstGeom>
          <a:noFill/>
          <a:ln w="13233">
            <a:solidFill>
              <a:srgbClr val="B4B4B3"/>
            </a:solidFill>
            <a:prstDash val="solid"/>
          </a:ln>
        </p:spPr>
      </p:sp>
      <p:sp>
        <p:nvSpPr>
          <p:cNvPr id="11" name="Shape 9"/>
          <p:cNvSpPr/>
          <p:nvPr/>
        </p:nvSpPr>
        <p:spPr>
          <a:xfrm>
            <a:off x="1130240" y="4639075"/>
            <a:ext cx="-207418" cy="446830"/>
          </a:xfrm>
          <a:prstGeom prst="line">
            <a:avLst/>
          </a:prstGeom>
          <a:noFill/>
          <a:ln w="13233">
            <a:solidFill>
              <a:srgbClr val="B4B4B3"/>
            </a:solidFill>
            <a:prstDash val="solid"/>
          </a:ln>
        </p:spPr>
      </p:sp>
      <p:sp>
        <p:nvSpPr>
          <p:cNvPr id="12" name="Shape 10"/>
          <p:cNvSpPr/>
          <p:nvPr/>
        </p:nvSpPr>
        <p:spPr>
          <a:xfrm>
            <a:off x="715405" y="4639075"/>
            <a:ext cx="-207418" cy="446830"/>
          </a:xfrm>
          <a:prstGeom prst="line">
            <a:avLst/>
          </a:prstGeom>
          <a:noFill/>
          <a:ln w="13233">
            <a:solidFill>
              <a:srgbClr val="B4B4B3"/>
            </a:solidFill>
            <a:prstDash val="solid"/>
          </a:ln>
        </p:spPr>
      </p:sp>
      <p:sp>
        <p:nvSpPr>
          <p:cNvPr id="13" name="Shape 11"/>
          <p:cNvSpPr/>
          <p:nvPr/>
        </p:nvSpPr>
        <p:spPr>
          <a:xfrm>
            <a:off x="3967889" y="2851753"/>
            <a:ext cx="0" cy="446830"/>
          </a:xfrm>
          <a:prstGeom prst="line">
            <a:avLst/>
          </a:prstGeom>
          <a:noFill/>
          <a:ln w="13233">
            <a:solidFill>
              <a:srgbClr val="B4B4B3"/>
            </a:solidFill>
            <a:prstDash val="solid"/>
          </a:ln>
        </p:spPr>
      </p:sp>
      <p:sp>
        <p:nvSpPr>
          <p:cNvPr id="14" name="Shape 12"/>
          <p:cNvSpPr/>
          <p:nvPr/>
        </p:nvSpPr>
        <p:spPr>
          <a:xfrm>
            <a:off x="7079152" y="2851753"/>
            <a:ext cx="0" cy="2234152"/>
          </a:xfrm>
          <a:prstGeom prst="line">
            <a:avLst/>
          </a:prstGeom>
          <a:noFill/>
          <a:ln w="13233">
            <a:solidFill>
              <a:srgbClr val="B4B4B3"/>
            </a:solidFill>
            <a:prstDash val="solid"/>
          </a:ln>
        </p:spPr>
      </p:sp>
      <p:sp>
        <p:nvSpPr>
          <p:cNvPr id="15" name="Shape 13"/>
          <p:cNvSpPr/>
          <p:nvPr/>
        </p:nvSpPr>
        <p:spPr>
          <a:xfrm>
            <a:off x="5719905" y="2851753"/>
            <a:ext cx="-207418" cy="446830"/>
          </a:xfrm>
          <a:prstGeom prst="line">
            <a:avLst/>
          </a:prstGeom>
          <a:noFill/>
          <a:ln w="13233">
            <a:solidFill>
              <a:srgbClr val="B4B4B3"/>
            </a:solidFill>
            <a:prstDash val="solid"/>
          </a:ln>
        </p:spPr>
      </p:sp>
      <p:sp>
        <p:nvSpPr>
          <p:cNvPr id="16" name="Shape 14"/>
          <p:cNvSpPr/>
          <p:nvPr/>
        </p:nvSpPr>
        <p:spPr>
          <a:xfrm>
            <a:off x="5719905" y="2851753"/>
            <a:ext cx="-207418" cy="2234152"/>
          </a:xfrm>
          <a:prstGeom prst="line">
            <a:avLst/>
          </a:prstGeom>
          <a:noFill/>
          <a:ln w="13233">
            <a:solidFill>
              <a:srgbClr val="B4B4B3"/>
            </a:solidFill>
            <a:prstDash val="solid"/>
          </a:ln>
        </p:spPr>
      </p:sp>
      <p:sp>
        <p:nvSpPr>
          <p:cNvPr id="17" name="Shape 15"/>
          <p:cNvSpPr/>
          <p:nvPr/>
        </p:nvSpPr>
        <p:spPr>
          <a:xfrm>
            <a:off x="5512488" y="2404923"/>
            <a:ext cx="0" cy="1340491"/>
          </a:xfrm>
          <a:prstGeom prst="line">
            <a:avLst/>
          </a:prstGeom>
          <a:noFill/>
          <a:ln w="13233">
            <a:solidFill>
              <a:srgbClr val="B4B4B3"/>
            </a:solidFill>
            <a:prstDash val="solid"/>
          </a:ln>
        </p:spPr>
      </p:sp>
      <p:sp>
        <p:nvSpPr>
          <p:cNvPr id="18" name="Shape 16"/>
          <p:cNvSpPr/>
          <p:nvPr/>
        </p:nvSpPr>
        <p:spPr>
          <a:xfrm>
            <a:off x="5512488" y="2404923"/>
            <a:ext cx="-207418" cy="446830"/>
          </a:xfrm>
          <a:prstGeom prst="line">
            <a:avLst/>
          </a:prstGeom>
          <a:noFill/>
          <a:ln w="13233">
            <a:solidFill>
              <a:srgbClr val="B4B4B3"/>
            </a:solidFill>
            <a:prstDash val="solid"/>
          </a:ln>
        </p:spPr>
      </p:sp>
      <p:sp>
        <p:nvSpPr>
          <p:cNvPr id="19" name="Shape 17"/>
          <p:cNvSpPr/>
          <p:nvPr/>
        </p:nvSpPr>
        <p:spPr>
          <a:xfrm>
            <a:off x="3967889" y="3298584"/>
            <a:ext cx="-1522533" cy="446830"/>
          </a:xfrm>
          <a:prstGeom prst="line">
            <a:avLst/>
          </a:prstGeom>
          <a:noFill/>
          <a:ln w="12065">
            <a:solidFill>
              <a:srgbClr val="BABAB9"/>
            </a:solidFill>
            <a:prstDash val="solid"/>
          </a:ln>
        </p:spPr>
      </p:sp>
      <p:sp>
        <p:nvSpPr>
          <p:cNvPr id="20" name="Shape 18"/>
          <p:cNvSpPr/>
          <p:nvPr/>
        </p:nvSpPr>
        <p:spPr>
          <a:xfrm>
            <a:off x="7079152" y="2851753"/>
            <a:ext cx="0" cy="893661"/>
          </a:xfrm>
          <a:prstGeom prst="line">
            <a:avLst/>
          </a:prstGeom>
          <a:noFill/>
          <a:ln w="12065">
            <a:solidFill>
              <a:srgbClr val="BABAB9"/>
            </a:solidFill>
            <a:prstDash val="solid"/>
          </a:ln>
        </p:spPr>
      </p:sp>
      <p:sp>
        <p:nvSpPr>
          <p:cNvPr id="21" name="Shape 19"/>
          <p:cNvSpPr/>
          <p:nvPr/>
        </p:nvSpPr>
        <p:spPr>
          <a:xfrm>
            <a:off x="2030520" y="4192245"/>
            <a:ext cx="414835" cy="0"/>
          </a:xfrm>
          <a:prstGeom prst="line">
            <a:avLst/>
          </a:prstGeom>
          <a:noFill/>
          <a:ln w="12065">
            <a:solidFill>
              <a:srgbClr val="BABAB9"/>
            </a:solidFill>
            <a:prstDash val="solid"/>
          </a:ln>
        </p:spPr>
      </p:sp>
      <p:sp>
        <p:nvSpPr>
          <p:cNvPr id="22" name="Shape 20"/>
          <p:cNvSpPr/>
          <p:nvPr/>
        </p:nvSpPr>
        <p:spPr>
          <a:xfrm>
            <a:off x="2030520" y="4192245"/>
            <a:ext cx="-1315116" cy="446830"/>
          </a:xfrm>
          <a:prstGeom prst="line">
            <a:avLst/>
          </a:prstGeom>
          <a:noFill/>
          <a:ln w="12065">
            <a:solidFill>
              <a:srgbClr val="BABAB9"/>
            </a:solidFill>
            <a:prstDash val="solid"/>
          </a:ln>
        </p:spPr>
      </p:sp>
      <p:sp>
        <p:nvSpPr>
          <p:cNvPr id="23" name="Shape 21"/>
          <p:cNvSpPr/>
          <p:nvPr/>
        </p:nvSpPr>
        <p:spPr>
          <a:xfrm>
            <a:off x="2030520" y="4192245"/>
            <a:ext cx="414835" cy="446830"/>
          </a:xfrm>
          <a:prstGeom prst="line">
            <a:avLst/>
          </a:prstGeom>
          <a:noFill/>
          <a:ln w="12065">
            <a:solidFill>
              <a:srgbClr val="BABAB9"/>
            </a:solidFill>
            <a:prstDash val="solid"/>
          </a:ln>
        </p:spPr>
      </p:sp>
      <p:sp>
        <p:nvSpPr>
          <p:cNvPr id="24" name="Shape 22"/>
          <p:cNvSpPr/>
          <p:nvPr/>
        </p:nvSpPr>
        <p:spPr>
          <a:xfrm>
            <a:off x="2030520" y="4192245"/>
            <a:ext cx="414835" cy="893661"/>
          </a:xfrm>
          <a:prstGeom prst="line">
            <a:avLst/>
          </a:prstGeom>
          <a:noFill/>
          <a:ln w="12065">
            <a:solidFill>
              <a:srgbClr val="BABAB9"/>
            </a:solidFill>
            <a:prstDash val="solid"/>
          </a:ln>
        </p:spPr>
      </p:sp>
      <p:sp>
        <p:nvSpPr>
          <p:cNvPr id="25" name="Shape 23"/>
          <p:cNvSpPr/>
          <p:nvPr/>
        </p:nvSpPr>
        <p:spPr>
          <a:xfrm>
            <a:off x="3967889" y="2851753"/>
            <a:ext cx="1337181" cy="0"/>
          </a:xfrm>
          <a:prstGeom prst="line">
            <a:avLst/>
          </a:prstGeom>
          <a:noFill/>
          <a:ln w="12065">
            <a:solidFill>
              <a:srgbClr val="BABAB9"/>
            </a:solidFill>
            <a:prstDash val="solid"/>
          </a:ln>
        </p:spPr>
      </p:sp>
      <p:sp>
        <p:nvSpPr>
          <p:cNvPr id="26" name="Shape 24"/>
          <p:cNvSpPr/>
          <p:nvPr/>
        </p:nvSpPr>
        <p:spPr>
          <a:xfrm>
            <a:off x="5305070" y="2851753"/>
            <a:ext cx="-1129764" cy="893661"/>
          </a:xfrm>
          <a:prstGeom prst="line">
            <a:avLst/>
          </a:prstGeom>
          <a:noFill/>
          <a:ln w="12065">
            <a:solidFill>
              <a:srgbClr val="BABAB9"/>
            </a:solidFill>
            <a:prstDash val="solid"/>
          </a:ln>
        </p:spPr>
      </p:sp>
      <p:sp>
        <p:nvSpPr>
          <p:cNvPr id="27" name="Shape 25"/>
          <p:cNvSpPr/>
          <p:nvPr/>
        </p:nvSpPr>
        <p:spPr>
          <a:xfrm>
            <a:off x="2860191" y="3745414"/>
            <a:ext cx="1315116" cy="0"/>
          </a:xfrm>
          <a:prstGeom prst="line">
            <a:avLst/>
          </a:prstGeom>
          <a:noFill/>
          <a:ln w="12065">
            <a:solidFill>
              <a:srgbClr val="BABAB9"/>
            </a:solidFill>
            <a:prstDash val="solid"/>
          </a:ln>
        </p:spPr>
      </p:sp>
      <p:sp>
        <p:nvSpPr>
          <p:cNvPr id="28" name="Shape 26"/>
          <p:cNvSpPr/>
          <p:nvPr/>
        </p:nvSpPr>
        <p:spPr>
          <a:xfrm>
            <a:off x="2030520" y="3745414"/>
            <a:ext cx="829670" cy="446830"/>
          </a:xfrm>
          <a:prstGeom prst="line">
            <a:avLst/>
          </a:prstGeom>
          <a:noFill/>
          <a:ln w="12065">
            <a:solidFill>
              <a:srgbClr val="BABAB9"/>
            </a:solidFill>
            <a:prstDash val="solid"/>
          </a:ln>
        </p:spPr>
      </p:sp>
      <p:sp>
        <p:nvSpPr>
          <p:cNvPr id="29" name="Shape 27"/>
          <p:cNvSpPr/>
          <p:nvPr/>
        </p:nvSpPr>
        <p:spPr>
          <a:xfrm>
            <a:off x="2030520" y="3745414"/>
            <a:ext cx="-692863" cy="1340491"/>
          </a:xfrm>
          <a:prstGeom prst="line">
            <a:avLst/>
          </a:prstGeom>
          <a:noFill/>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sp>
      <p:sp>
        <p:nvSpPr>
          <p:cNvPr id="110" name="Shape 108"/>
          <p:cNvSpPr/>
          <p:nvPr/>
        </p:nvSpPr>
        <p:spPr>
          <a:xfrm>
            <a:off x="3290052" y="2898292"/>
            <a:ext cx="1218335" cy="-358356"/>
          </a:xfrm>
          <a:prstGeom prst="line">
            <a:avLst/>
          </a:prstGeom>
          <a:noFill/>
          <a:ln w="11430">
            <a:solidFill>
              <a:srgbClr val="BABAB9"/>
            </a:solidFill>
            <a:prstDash val="solid"/>
          </a:ln>
        </p:spPr>
      </p:sp>
      <p:sp>
        <p:nvSpPr>
          <p:cNvPr id="111" name="Shape 109"/>
          <p:cNvSpPr/>
          <p:nvPr/>
        </p:nvSpPr>
        <p:spPr>
          <a:xfrm>
            <a:off x="5589702" y="2452504"/>
            <a:ext cx="-1081315" cy="87432"/>
          </a:xfrm>
          <a:prstGeom prst="line">
            <a:avLst/>
          </a:prstGeom>
          <a:noFill/>
          <a:ln w="11430">
            <a:solidFill>
              <a:srgbClr val="BABAB9"/>
            </a:solidFill>
            <a:prstDash val="solid"/>
          </a:ln>
        </p:spPr>
      </p:sp>
      <p:sp>
        <p:nvSpPr>
          <p:cNvPr id="112" name="Shape 110"/>
          <p:cNvSpPr/>
          <p:nvPr/>
        </p:nvSpPr>
        <p:spPr>
          <a:xfrm>
            <a:off x="5727011" y="2025686"/>
            <a:ext cx="-1218624" cy="514251"/>
          </a:xfrm>
          <a:prstGeom prst="line">
            <a:avLst/>
          </a:prstGeom>
          <a:noFill/>
          <a:ln w="11430">
            <a:solidFill>
              <a:srgbClr val="BABAB9"/>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sp>
      <p:sp>
        <p:nvSpPr>
          <p:cNvPr id="115" name="Shape 113"/>
          <p:cNvSpPr/>
          <p:nvPr/>
        </p:nvSpPr>
        <p:spPr>
          <a:xfrm>
            <a:off x="3766047" y="4184138"/>
            <a:ext cx="869337" cy="654441"/>
          </a:xfrm>
          <a:prstGeom prst="line">
            <a:avLst/>
          </a:prstGeom>
          <a:noFill/>
          <a:ln w="11430">
            <a:solidFill>
              <a:srgbClr val="BABAB9"/>
            </a:solidFill>
            <a:prstDash val="solid"/>
          </a:ln>
        </p:spPr>
      </p:sp>
      <p:sp>
        <p:nvSpPr>
          <p:cNvPr id="116" name="Shape 114"/>
          <p:cNvSpPr/>
          <p:nvPr/>
        </p:nvSpPr>
        <p:spPr>
          <a:xfrm>
            <a:off x="2639495" y="4063023"/>
            <a:ext cx="1995889" cy="775556"/>
          </a:xfrm>
          <a:prstGeom prst="line">
            <a:avLst/>
          </a:prstGeom>
          <a:noFill/>
          <a:ln w="11430">
            <a:solidFill>
              <a:srgbClr val="BABAB9"/>
            </a:solidFill>
            <a:prstDash val="solid"/>
          </a:ln>
        </p:spPr>
      </p:sp>
      <p:sp>
        <p:nvSpPr>
          <p:cNvPr id="117" name="Shape 115"/>
          <p:cNvSpPr/>
          <p:nvPr/>
        </p:nvSpPr>
        <p:spPr>
          <a:xfrm>
            <a:off x="5851051" y="4472956"/>
            <a:ext cx="-1215666" cy="365623"/>
          </a:xfrm>
          <a:prstGeom prst="line">
            <a:avLst/>
          </a:prstGeom>
          <a:noFill/>
          <a:ln w="11430">
            <a:solidFill>
              <a:srgbClr val="BABAB9"/>
            </a:solidFill>
            <a:prstDash val="solid"/>
          </a:ln>
        </p:spPr>
      </p:sp>
      <p:sp>
        <p:nvSpPr>
          <p:cNvPr id="118" name="Shape 116"/>
          <p:cNvSpPr/>
          <p:nvPr/>
        </p:nvSpPr>
        <p:spPr>
          <a:xfrm>
            <a:off x="4635384" y="4838579"/>
            <a:ext cx="1303054" cy="313716"/>
          </a:xfrm>
          <a:prstGeom prst="line">
            <a:avLst/>
          </a:prstGeom>
          <a:noFill/>
          <a:ln w="11430">
            <a:solidFill>
              <a:srgbClr val="BABAB9"/>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sp>
      <p:sp>
        <p:nvSpPr>
          <p:cNvPr id="121" name="Shape 119"/>
          <p:cNvSpPr/>
          <p:nvPr/>
        </p:nvSpPr>
        <p:spPr>
          <a:xfrm>
            <a:off x="7363446" y="2329139"/>
            <a:ext cx="954846" cy="147300"/>
          </a:xfrm>
          <a:prstGeom prst="line">
            <a:avLst/>
          </a:prstGeom>
          <a:noFill/>
          <a:ln w="11430">
            <a:solidFill>
              <a:srgbClr val="BABAB9"/>
            </a:solidFill>
            <a:prstDash val="solid"/>
          </a:ln>
        </p:spPr>
      </p:sp>
      <p:sp>
        <p:nvSpPr>
          <p:cNvPr id="122" name="Shape 120"/>
          <p:cNvSpPr/>
          <p:nvPr/>
        </p:nvSpPr>
        <p:spPr>
          <a:xfrm>
            <a:off x="7076451" y="1877942"/>
            <a:ext cx="1241841" cy="598496"/>
          </a:xfrm>
          <a:prstGeom prst="line">
            <a:avLst/>
          </a:prstGeom>
          <a:noFill/>
          <a:ln w="11430">
            <a:solidFill>
              <a:srgbClr val="BABAB9"/>
            </a:solidFill>
            <a:prstDash val="solid"/>
          </a:ln>
        </p:spPr>
      </p:sp>
      <p:sp>
        <p:nvSpPr>
          <p:cNvPr id="123" name="Shape 121"/>
          <p:cNvSpPr/>
          <p:nvPr/>
        </p:nvSpPr>
        <p:spPr>
          <a:xfrm>
            <a:off x="8318292" y="2476438"/>
            <a:ext cx="1580983" cy="10364"/>
          </a:xfrm>
          <a:prstGeom prst="line">
            <a:avLst/>
          </a:prstGeom>
          <a:noFill/>
          <a:ln w="11430">
            <a:solidFill>
              <a:srgbClr val="BABAB9"/>
            </a:solidFill>
            <a:prstDash val="solid"/>
          </a:ln>
        </p:spPr>
      </p:sp>
      <p:sp>
        <p:nvSpPr>
          <p:cNvPr id="124" name="Shape 122"/>
          <p:cNvSpPr/>
          <p:nvPr/>
        </p:nvSpPr>
        <p:spPr>
          <a:xfrm>
            <a:off x="8318292" y="2476438"/>
            <a:ext cx="1379445" cy="852316"/>
          </a:xfrm>
          <a:prstGeom prst="line">
            <a:avLst/>
          </a:prstGeom>
          <a:noFill/>
          <a:ln w="11430">
            <a:solidFill>
              <a:srgbClr val="BABAB9"/>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sp>
      <p:sp>
        <p:nvSpPr>
          <p:cNvPr id="127" name="Shape 125"/>
          <p:cNvSpPr/>
          <p:nvPr/>
        </p:nvSpPr>
        <p:spPr>
          <a:xfrm>
            <a:off x="7511316" y="4528358"/>
            <a:ext cx="997471" cy="-337463"/>
          </a:xfrm>
          <a:prstGeom prst="line">
            <a:avLst/>
          </a:prstGeom>
          <a:noFill/>
          <a:ln w="11430">
            <a:solidFill>
              <a:srgbClr val="BABAB9"/>
            </a:solidFill>
            <a:prstDash val="solid"/>
          </a:ln>
        </p:spPr>
      </p:sp>
      <p:sp>
        <p:nvSpPr>
          <p:cNvPr id="128" name="Shape 126"/>
          <p:cNvSpPr/>
          <p:nvPr/>
        </p:nvSpPr>
        <p:spPr>
          <a:xfrm>
            <a:off x="7452041" y="5035624"/>
            <a:ext cx="1056746" cy="-844729"/>
          </a:xfrm>
          <a:prstGeom prst="line">
            <a:avLst/>
          </a:prstGeom>
          <a:noFill/>
          <a:ln w="11430">
            <a:solidFill>
              <a:srgbClr val="BABAB9"/>
            </a:solidFill>
            <a:prstDash val="solid"/>
          </a:ln>
        </p:spPr>
      </p:sp>
      <p:sp>
        <p:nvSpPr>
          <p:cNvPr id="129" name="Shape 127"/>
          <p:cNvSpPr/>
          <p:nvPr/>
        </p:nvSpPr>
        <p:spPr>
          <a:xfrm>
            <a:off x="9645175" y="3671281"/>
            <a:ext cx="-1136388" cy="519614"/>
          </a:xfrm>
          <a:prstGeom prst="line">
            <a:avLst/>
          </a:prstGeom>
          <a:noFill/>
          <a:ln w="11430">
            <a:solidFill>
              <a:srgbClr val="BABAB9"/>
            </a:solidFill>
            <a:prstDash val="solid"/>
          </a:ln>
        </p:spPr>
      </p:sp>
      <p:sp>
        <p:nvSpPr>
          <p:cNvPr id="130" name="Shape 128"/>
          <p:cNvSpPr/>
          <p:nvPr/>
        </p:nvSpPr>
        <p:spPr>
          <a:xfrm>
            <a:off x="9697737" y="3328754"/>
            <a:ext cx="-1188950" cy="862142"/>
          </a:xfrm>
          <a:prstGeom prst="line">
            <a:avLst/>
          </a:prstGeom>
          <a:noFill/>
          <a:ln w="11430">
            <a:solidFill>
              <a:srgbClr val="BABAB9"/>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sp>
      <p:sp>
        <p:nvSpPr>
          <p:cNvPr id="133" name="Shape 131"/>
          <p:cNvSpPr/>
          <p:nvPr/>
        </p:nvSpPr>
        <p:spPr>
          <a:xfrm>
            <a:off x="2639495" y="4063023"/>
            <a:ext cx="1881592" cy="108822"/>
          </a:xfrm>
          <a:prstGeom prst="line">
            <a:avLst/>
          </a:prstGeom>
          <a:noFill/>
          <a:ln w="11430">
            <a:solidFill>
              <a:srgbClr val="1F6F78"/>
            </a:solidFill>
            <a:prstDash val="solid"/>
          </a:ln>
        </p:spPr>
      </p:sp>
      <p:sp>
        <p:nvSpPr>
          <p:cNvPr id="134" name="Shape 132"/>
          <p:cNvSpPr/>
          <p:nvPr/>
        </p:nvSpPr>
        <p:spPr>
          <a:xfrm>
            <a:off x="4521087" y="4171846"/>
            <a:ext cx="2842359" cy="-1842707"/>
          </a:xfrm>
          <a:prstGeom prst="line">
            <a:avLst/>
          </a:prstGeom>
          <a:noFill/>
          <a:ln w="11430">
            <a:solidFill>
              <a:srgbClr val="1F6F78"/>
            </a:solidFill>
            <a:prstDash val="solid"/>
          </a:ln>
        </p:spPr>
      </p:sp>
      <p:sp>
        <p:nvSpPr>
          <p:cNvPr id="135" name="Shape 133"/>
          <p:cNvSpPr/>
          <p:nvPr/>
        </p:nvSpPr>
        <p:spPr>
          <a:xfrm>
            <a:off x="4521087" y="4171846"/>
            <a:ext cx="1417351" cy="980449"/>
          </a:xfrm>
          <a:prstGeom prst="line">
            <a:avLst/>
          </a:prstGeom>
          <a:noFill/>
          <a:ln w="11430">
            <a:solidFill>
              <a:srgbClr val="1F6F78"/>
            </a:solidFill>
            <a:prstDash val="solid"/>
          </a:ln>
        </p:spPr>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sp>
      <p:sp>
        <p:nvSpPr>
          <p:cNvPr id="137" name="Shape 135"/>
          <p:cNvSpPr/>
          <p:nvPr/>
        </p:nvSpPr>
        <p:spPr>
          <a:xfrm>
            <a:off x="4470288" y="4171846"/>
            <a:ext cx="101597" cy="0"/>
          </a:xfrm>
          <a:prstGeom prst="line">
            <a:avLst/>
          </a:prstGeom>
          <a:noFill/>
          <a:ln w="13970">
            <a:solidFill>
              <a:srgbClr val="1F6F78"/>
            </a:solidFill>
            <a:prstDash val="solid"/>
          </a:ln>
        </p:spPr>
      </p:sp>
      <p:sp>
        <p:nvSpPr>
          <p:cNvPr id="138" name="Shape 136"/>
          <p:cNvSpPr/>
          <p:nvPr/>
        </p:nvSpPr>
        <p:spPr>
          <a:xfrm>
            <a:off x="4521087" y="4121047"/>
            <a:ext cx="0" cy="101597"/>
          </a:xfrm>
          <a:prstGeom prst="line">
            <a:avLst/>
          </a:prstGeom>
          <a:noFill/>
          <a:ln w="13970">
            <a:solidFill>
              <a:srgbClr val="1F6F78"/>
            </a:solidFill>
            <a:prstDash val="solid"/>
          </a:ln>
        </p:spPr>
      </p:sp>
      <p:sp>
        <p:nvSpPr>
          <p:cNvPr id="139" name="Shape 137"/>
          <p:cNvSpPr/>
          <p:nvPr/>
        </p:nvSpPr>
        <p:spPr>
          <a:xfrm>
            <a:off x="4521087" y="3625759"/>
            <a:ext cx="0" cy="463538"/>
          </a:xfrm>
          <a:prstGeom prst="line">
            <a:avLst/>
          </a:prstGeom>
          <a:noFill/>
          <a:ln w="15240">
            <a:solidFill>
              <a:srgbClr val="1A1A16"/>
            </a:solidFill>
            <a:prstDash val="solid"/>
            <a:headEnd type="triangle"/>
          </a:ln>
        </p:spPr>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sp>
      <p:sp>
        <p:nvSpPr>
          <p:cNvPr id="141" name="Text 13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688185" y="1680612"/>
            <a:ext cx="-18048" cy="479344"/>
          </a:xfrm>
          <a:prstGeom prst="line">
            <a:avLst/>
          </a:prstGeom>
          <a:noFill/>
          <a:ln w="8890">
            <a:solidFill>
              <a:srgbClr val="8A8A80"/>
            </a:solidFill>
            <a:prstDash val="solid"/>
          </a:ln>
        </p:spPr>
      </p:sp>
      <p:sp>
        <p:nvSpPr>
          <p:cNvPr id="50" name="Shape 48"/>
          <p:cNvSpPr/>
          <p:nvPr/>
        </p:nvSpPr>
        <p:spPr>
          <a:xfrm>
            <a:off x="8446727" y="2923346"/>
            <a:ext cx="272469" cy="-333001"/>
          </a:xfrm>
          <a:prstGeom prst="line">
            <a:avLst/>
          </a:prstGeom>
          <a:noFill/>
          <a:ln w="8890">
            <a:solidFill>
              <a:srgbClr val="8A8A80"/>
            </a:solidFill>
            <a:prstDash val="solid"/>
          </a:ln>
        </p:spPr>
      </p:sp>
      <p:sp>
        <p:nvSpPr>
          <p:cNvPr id="51" name="Shape 49"/>
          <p:cNvSpPr/>
          <p:nvPr/>
        </p:nvSpPr>
        <p:spPr>
          <a:xfrm>
            <a:off x="8719196" y="2590345"/>
            <a:ext cx="336885" cy="383210"/>
          </a:xfrm>
          <a:prstGeom prst="line">
            <a:avLst/>
          </a:prstGeom>
          <a:noFill/>
          <a:ln w="8890">
            <a:solidFill>
              <a:srgbClr val="8A8A80"/>
            </a:solidFill>
            <a:prstDash val="solid"/>
          </a:ln>
        </p:spPr>
      </p:sp>
      <p:sp>
        <p:nvSpPr>
          <p:cNvPr id="52" name="Shape 50"/>
          <p:cNvSpPr/>
          <p:nvPr/>
        </p:nvSpPr>
        <p:spPr>
          <a:xfrm>
            <a:off x="8719196" y="2590345"/>
            <a:ext cx="265373" cy="-225045"/>
          </a:xfrm>
          <a:prstGeom prst="line">
            <a:avLst/>
          </a:prstGeom>
          <a:noFill/>
          <a:ln w="8890">
            <a:solidFill>
              <a:srgbClr val="8A8A80"/>
            </a:solidFill>
            <a:prstDash val="solid"/>
          </a:ln>
        </p:spPr>
      </p:sp>
      <p:sp>
        <p:nvSpPr>
          <p:cNvPr id="53" name="Shape 51"/>
          <p:cNvSpPr/>
          <p:nvPr/>
        </p:nvSpPr>
        <p:spPr>
          <a:xfrm>
            <a:off x="9056080" y="2973555"/>
            <a:ext cx="660537" cy="-160648"/>
          </a:xfrm>
          <a:prstGeom prst="line">
            <a:avLst/>
          </a:prstGeom>
          <a:noFill/>
          <a:ln w="8890">
            <a:solidFill>
              <a:srgbClr val="8A8A80"/>
            </a:solidFill>
            <a:prstDash val="solid"/>
          </a:ln>
        </p:spPr>
      </p:sp>
      <p:sp>
        <p:nvSpPr>
          <p:cNvPr id="54" name="Shape 52"/>
          <p:cNvSpPr/>
          <p:nvPr/>
        </p:nvSpPr>
        <p:spPr>
          <a:xfrm>
            <a:off x="8688185" y="1680612"/>
            <a:ext cx="566972" cy="-53507"/>
          </a:xfrm>
          <a:prstGeom prst="line">
            <a:avLst/>
          </a:prstGeom>
          <a:noFill/>
          <a:ln w="8890">
            <a:solidFill>
              <a:srgbClr val="8A8A80"/>
            </a:solidFill>
            <a:prstDash val="solid"/>
          </a:ln>
        </p:spPr>
      </p:sp>
      <p:sp>
        <p:nvSpPr>
          <p:cNvPr id="55" name="Shape 53"/>
          <p:cNvSpPr/>
          <p:nvPr/>
        </p:nvSpPr>
        <p:spPr>
          <a:xfrm>
            <a:off x="7425539" y="2236676"/>
            <a:ext cx="-90356" cy="1153428"/>
          </a:xfrm>
          <a:prstGeom prst="line">
            <a:avLst/>
          </a:prstGeom>
          <a:noFill/>
          <a:ln w="8890">
            <a:solidFill>
              <a:srgbClr val="8A8A80"/>
            </a:solidFill>
            <a:prstDash val="solid"/>
          </a:ln>
        </p:spPr>
      </p:sp>
      <p:sp>
        <p:nvSpPr>
          <p:cNvPr id="56" name="Shape 54"/>
          <p:cNvSpPr/>
          <p:nvPr/>
        </p:nvSpPr>
        <p:spPr>
          <a:xfrm>
            <a:off x="8968483" y="1320239"/>
            <a:ext cx="286675" cy="306866"/>
          </a:xfrm>
          <a:prstGeom prst="line">
            <a:avLst/>
          </a:prstGeom>
          <a:noFill/>
          <a:ln w="8890">
            <a:solidFill>
              <a:srgbClr val="8A8A80"/>
            </a:solidFill>
            <a:prstDash val="solid"/>
          </a:ln>
        </p:spPr>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sp>
      <p:sp>
        <p:nvSpPr>
          <p:cNvPr id="69" name="Text 67"/>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3130941"/>
          </a:xfrm>
          <a:prstGeom prst="line">
            <a:avLst/>
          </a:prstGeom>
          <a:noFill/>
          <a:ln w="8255">
            <a:solidFill>
              <a:srgbClr val="BFBFBE"/>
            </a:solidFill>
            <a:prstDash val="solid"/>
          </a:ln>
        </p:spPr>
      </p:sp>
      <p:sp>
        <p:nvSpPr>
          <p:cNvPr id="71" name="Shape 69"/>
          <p:cNvSpPr/>
          <p:nvPr/>
        </p:nvSpPr>
        <p:spPr>
          <a:xfrm>
            <a:off x="3183992" y="4670679"/>
            <a:ext cx="5262735" cy="-1747334"/>
          </a:xfrm>
          <a:prstGeom prst="line">
            <a:avLst/>
          </a:prstGeom>
          <a:noFill/>
          <a:ln w="8255">
            <a:solidFill>
              <a:srgbClr val="BFBFBE"/>
            </a:solidFill>
            <a:prstDash val="solid"/>
          </a:ln>
        </p:spPr>
      </p:sp>
      <p:sp>
        <p:nvSpPr>
          <p:cNvPr id="72" name="Shape 70"/>
          <p:cNvSpPr/>
          <p:nvPr/>
        </p:nvSpPr>
        <p:spPr>
          <a:xfrm>
            <a:off x="3679884" y="4808508"/>
            <a:ext cx="4990253" cy="-2648551"/>
          </a:xfrm>
          <a:prstGeom prst="line">
            <a:avLst/>
          </a:prstGeom>
          <a:noFill/>
          <a:ln w="8255">
            <a:solidFill>
              <a:srgbClr val="BFBFBE"/>
            </a:solidFill>
            <a:prstDash val="solid"/>
          </a:ln>
        </p:spPr>
      </p:sp>
      <p:sp>
        <p:nvSpPr>
          <p:cNvPr id="73" name="Shape 71"/>
          <p:cNvSpPr/>
          <p:nvPr/>
        </p:nvSpPr>
        <p:spPr>
          <a:xfrm>
            <a:off x="4175777" y="4812065"/>
            <a:ext cx="4543419" cy="-2221721"/>
          </a:xfrm>
          <a:prstGeom prst="line">
            <a:avLst/>
          </a:prstGeom>
          <a:noFill/>
          <a:ln w="8255">
            <a:solidFill>
              <a:srgbClr val="BFBFBE"/>
            </a:solidFill>
            <a:prstDash val="solid"/>
          </a:ln>
        </p:spPr>
      </p:sp>
      <p:sp>
        <p:nvSpPr>
          <p:cNvPr id="74" name="Shape 72"/>
          <p:cNvSpPr/>
          <p:nvPr/>
        </p:nvSpPr>
        <p:spPr>
          <a:xfrm>
            <a:off x="5167561" y="5040886"/>
            <a:ext cx="3817008" cy="-2675587"/>
          </a:xfrm>
          <a:prstGeom prst="line">
            <a:avLst/>
          </a:prstGeom>
          <a:noFill/>
          <a:ln w="8255">
            <a:solidFill>
              <a:srgbClr val="BFBFBE"/>
            </a:solidFill>
            <a:prstDash val="solid"/>
          </a:ln>
        </p:spPr>
      </p:sp>
      <p:sp>
        <p:nvSpPr>
          <p:cNvPr id="75" name="Shape 73"/>
          <p:cNvSpPr/>
          <p:nvPr/>
        </p:nvSpPr>
        <p:spPr>
          <a:xfrm>
            <a:off x="5663454" y="4966815"/>
            <a:ext cx="4053164" cy="-2153909"/>
          </a:xfrm>
          <a:prstGeom prst="line">
            <a:avLst/>
          </a:prstGeom>
          <a:noFill/>
          <a:ln w="8255">
            <a:solidFill>
              <a:srgbClr val="BFBFBE"/>
            </a:solidFill>
            <a:prstDash val="solid"/>
          </a:ln>
        </p:spPr>
      </p:sp>
      <p:sp>
        <p:nvSpPr>
          <p:cNvPr id="76" name="Shape 74"/>
          <p:cNvSpPr/>
          <p:nvPr/>
        </p:nvSpPr>
        <p:spPr>
          <a:xfrm>
            <a:off x="6159346" y="4571193"/>
            <a:ext cx="3095811" cy="-2944088"/>
          </a:xfrm>
          <a:prstGeom prst="line">
            <a:avLst/>
          </a:prstGeom>
          <a:noFill/>
          <a:ln w="8255">
            <a:solidFill>
              <a:srgbClr val="BFBFBE"/>
            </a:solidFill>
            <a:prstDash val="solid"/>
          </a:ln>
        </p:spPr>
      </p:sp>
      <p:sp>
        <p:nvSpPr>
          <p:cNvPr id="77" name="Shape 75"/>
          <p:cNvSpPr/>
          <p:nvPr/>
        </p:nvSpPr>
        <p:spPr>
          <a:xfrm>
            <a:off x="1200422" y="4851717"/>
            <a:ext cx="6134760" cy="-1461613"/>
          </a:xfrm>
          <a:prstGeom prst="line">
            <a:avLst/>
          </a:prstGeom>
          <a:noFill/>
          <a:ln w="8255">
            <a:solidFill>
              <a:srgbClr val="BFBFBE"/>
            </a:solidFill>
            <a:prstDash val="solid"/>
          </a:ln>
        </p:spPr>
      </p:sp>
      <p:sp>
        <p:nvSpPr>
          <p:cNvPr id="78" name="Shape 76"/>
          <p:cNvSpPr/>
          <p:nvPr/>
        </p:nvSpPr>
        <p:spPr>
          <a:xfrm>
            <a:off x="1696315" y="4886588"/>
            <a:ext cx="7272168" cy="-3566349"/>
          </a:xfrm>
          <a:prstGeom prst="line">
            <a:avLst/>
          </a:prstGeom>
          <a:noFill/>
          <a:ln w="8255">
            <a:solidFill>
              <a:srgbClr val="BFBFBE"/>
            </a:solidFill>
            <a:prstDash val="solid"/>
          </a:ln>
        </p:spPr>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sp>
      <p:sp>
        <p:nvSpPr>
          <p:cNvPr id="80" name="Shape 78"/>
          <p:cNvSpPr/>
          <p:nvPr/>
        </p:nvSpPr>
        <p:spPr>
          <a:xfrm>
            <a:off x="7387440" y="2579568"/>
            <a:ext cx="76198" cy="0"/>
          </a:xfrm>
          <a:prstGeom prst="line">
            <a:avLst/>
          </a:prstGeom>
          <a:noFill/>
          <a:ln w="12700">
            <a:solidFill>
              <a:srgbClr val="1F6F78"/>
            </a:solidFill>
            <a:prstDash val="solid"/>
          </a:ln>
        </p:spPr>
      </p:sp>
      <p:sp>
        <p:nvSpPr>
          <p:cNvPr id="81" name="Shape 79"/>
          <p:cNvSpPr/>
          <p:nvPr/>
        </p:nvSpPr>
        <p:spPr>
          <a:xfrm>
            <a:off x="7425539" y="2541469"/>
            <a:ext cx="0" cy="76198"/>
          </a:xfrm>
          <a:prstGeom prst="line">
            <a:avLst/>
          </a:prstGeom>
          <a:noFill/>
          <a:ln w="12700">
            <a:solidFill>
              <a:srgbClr val="1F6F78"/>
            </a:solidFill>
            <a:prstDash val="solid"/>
          </a:ln>
        </p:spPr>
      </p:sp>
      <p:sp>
        <p:nvSpPr>
          <p:cNvPr id="82" name="Shape 80"/>
          <p:cNvSpPr/>
          <p:nvPr/>
        </p:nvSpPr>
        <p:spPr>
          <a:xfrm>
            <a:off x="7425539" y="2331924"/>
            <a:ext cx="0" cy="177796"/>
          </a:xfrm>
          <a:prstGeom prst="line">
            <a:avLst/>
          </a:prstGeom>
          <a:noFill/>
          <a:ln w="13970">
            <a:solidFill>
              <a:srgbClr val="1A1A16"/>
            </a:solidFill>
            <a:prstDash val="solid"/>
            <a:headEnd type="triangle"/>
          </a:ln>
        </p:spPr>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sp>
      <p:sp>
        <p:nvSpPr>
          <p:cNvPr id="84" name="Shape 82"/>
          <p:cNvSpPr/>
          <p:nvPr/>
        </p:nvSpPr>
        <p:spPr>
          <a:xfrm>
            <a:off x="8650086" y="2023504"/>
            <a:ext cx="76198" cy="0"/>
          </a:xfrm>
          <a:prstGeom prst="line">
            <a:avLst/>
          </a:prstGeom>
          <a:noFill/>
          <a:ln w="12700">
            <a:solidFill>
              <a:srgbClr val="1F6F78"/>
            </a:solidFill>
            <a:prstDash val="solid"/>
          </a:ln>
        </p:spPr>
      </p:sp>
      <p:sp>
        <p:nvSpPr>
          <p:cNvPr id="85" name="Shape 83"/>
          <p:cNvSpPr/>
          <p:nvPr/>
        </p:nvSpPr>
        <p:spPr>
          <a:xfrm>
            <a:off x="8688185" y="1985405"/>
            <a:ext cx="0" cy="76198"/>
          </a:xfrm>
          <a:prstGeom prst="line">
            <a:avLst/>
          </a:prstGeom>
          <a:noFill/>
          <a:ln w="12700">
            <a:solidFill>
              <a:srgbClr val="1F6F78"/>
            </a:solidFill>
            <a:prstDash val="solid"/>
          </a:ln>
        </p:spPr>
      </p:sp>
      <p:sp>
        <p:nvSpPr>
          <p:cNvPr id="86" name="Shape 84"/>
          <p:cNvSpPr/>
          <p:nvPr/>
        </p:nvSpPr>
        <p:spPr>
          <a:xfrm>
            <a:off x="8688185" y="1775860"/>
            <a:ext cx="0" cy="177796"/>
          </a:xfrm>
          <a:prstGeom prst="line">
            <a:avLst/>
          </a:prstGeom>
          <a:noFill/>
          <a:ln w="13970">
            <a:solidFill>
              <a:srgbClr val="1A1A16"/>
            </a:solidFill>
            <a:prstDash val="solid"/>
            <a:headEnd type="triangle"/>
          </a:ln>
        </p:spPr>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sp>
      <p:sp>
        <p:nvSpPr>
          <p:cNvPr id="88" name="Shape 86"/>
          <p:cNvSpPr/>
          <p:nvPr/>
        </p:nvSpPr>
        <p:spPr>
          <a:xfrm>
            <a:off x="9017981" y="3316446"/>
            <a:ext cx="76198" cy="0"/>
          </a:xfrm>
          <a:prstGeom prst="line">
            <a:avLst/>
          </a:prstGeom>
          <a:noFill/>
          <a:ln w="12700">
            <a:solidFill>
              <a:srgbClr val="1F6F78"/>
            </a:solidFill>
            <a:prstDash val="solid"/>
          </a:ln>
        </p:spPr>
      </p:sp>
      <p:sp>
        <p:nvSpPr>
          <p:cNvPr id="89" name="Shape 87"/>
          <p:cNvSpPr/>
          <p:nvPr/>
        </p:nvSpPr>
        <p:spPr>
          <a:xfrm>
            <a:off x="9056080" y="3278347"/>
            <a:ext cx="0" cy="76198"/>
          </a:xfrm>
          <a:prstGeom prst="line">
            <a:avLst/>
          </a:prstGeom>
          <a:noFill/>
          <a:ln w="12700">
            <a:solidFill>
              <a:srgbClr val="1F6F78"/>
            </a:solidFill>
            <a:prstDash val="solid"/>
          </a:ln>
        </p:spPr>
      </p:sp>
      <p:sp>
        <p:nvSpPr>
          <p:cNvPr id="90" name="Shape 88"/>
          <p:cNvSpPr/>
          <p:nvPr/>
        </p:nvSpPr>
        <p:spPr>
          <a:xfrm>
            <a:off x="9056080" y="3068802"/>
            <a:ext cx="0" cy="177796"/>
          </a:xfrm>
          <a:prstGeom prst="line">
            <a:avLst/>
          </a:prstGeom>
          <a:noFill/>
          <a:ln w="13970">
            <a:solidFill>
              <a:srgbClr val="1A1A16"/>
            </a:solidFill>
            <a:prstDash val="solid"/>
            <a:headEnd type="triangle"/>
          </a:ln>
        </p:spPr>
      </p:sp>
      <p:sp>
        <p:nvSpPr>
          <p:cNvPr id="91" name="Text 89"/>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Some thoughts about LLM for theoretical research</dc:title>
  <dc:subject>PptxGenJS Presentation</dc:subject>
  <dc:creator>Yingjian Liu</dc:creator>
  <cp:lastModifiedBy>Yingjian Liu</cp:lastModifiedBy>
  <cp:revision>1</cp:revision>
  <dcterms:created xsi:type="dcterms:W3CDTF">2026-09-22T11:06:02Z</dcterms:created>
  <dcterms:modified xsi:type="dcterms:W3CDTF">2026-09-22T11:06:02Z</dcterms:modified>
</cp:coreProperties>
</file>