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Some thoughts about LLM</a:t>
            </a:r>
            <a:endParaRPr lang="en-US" sz="3600" dirty="0"/>
          </a:p>
        </p:txBody>
      </p:sp>
      <p:sp>
        <p:nvSpPr>
          <p:cNvPr id="3" name="Text 1"/>
          <p:cNvSpPr txBox="1"/>
          <p:nvPr/>
        </p:nvSpPr>
        <p:spPr>
          <a:xfrm>
            <a:off x="952476" y="2641534"/>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for theoretical research</a:t>
            </a:r>
            <a:endParaRPr lang="en-US" sz="3600" dirty="0"/>
          </a:p>
        </p:txBody>
      </p:sp>
      <p:sp>
        <p:nvSpPr>
          <p:cNvPr id="4" name="Shape 2"/>
          <p:cNvSpPr/>
          <p:nvPr/>
        </p:nvSpPr>
        <p:spPr>
          <a:xfrm>
            <a:off x="952476" y="3530512"/>
            <a:ext cx="4762381" cy="0"/>
          </a:xfrm>
          <a:prstGeom prst="line">
            <a:avLst/>
          </a:prstGeom>
          <a:noFill/>
          <a:ln w="8890">
            <a:solidFill>
              <a:srgbClr val="8A8A80"/>
            </a:solidFill>
            <a:prstDash val="solid"/>
          </a:ln>
        </p:spPr>
      </p:sp>
      <p:sp>
        <p:nvSpPr>
          <p:cNvPr id="5" name="Text 3"/>
          <p:cNvSpPr txBox="1"/>
          <p:nvPr/>
        </p:nvSpPr>
        <p:spPr>
          <a:xfrm>
            <a:off x="952476" y="3784505"/>
            <a:ext cx="5714857"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Yingjian Liu</a:t>
            </a: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look at what it is doing when it writes.</a:t>
            </a:r>
            <a:endParaRPr lang="en-US" sz="2700" dirty="0"/>
          </a:p>
        </p:txBody>
      </p:sp>
      <p:sp>
        <p:nvSpPr>
          <p:cNvPr id="4" name="Shape 2"/>
          <p:cNvSpPr/>
          <p:nvPr/>
        </p:nvSpPr>
        <p:spPr>
          <a:xfrm>
            <a:off x="952476" y="3708307"/>
            <a:ext cx="3492413" cy="0"/>
          </a:xfrm>
          <a:prstGeom prst="line">
            <a:avLst/>
          </a:prstGeom>
          <a:noFill/>
          <a:ln w="8890">
            <a:solidFill>
              <a:srgbClr val="8A8A80"/>
            </a:solidFill>
            <a:prstDash val="solid"/>
          </a:ln>
        </p:spPr>
      </p:sp>
      <p:sp>
        <p:nvSpPr>
          <p:cNvPr id="5" name="Text 3"/>
          <p:cNvSpPr txBox="1"/>
          <p:nvPr/>
        </p:nvSpPr>
        <p:spPr>
          <a:xfrm>
            <a:off x="952476" y="3936902"/>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Nothing in the next four frames is a criticism. It is a description.</a:t>
            </a:r>
            <a:endParaRPr lang="en-US" sz="13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sp>
      <p:sp>
        <p:nvSpPr>
          <p:cNvPr id="4" name="Text 2"/>
          <p:cNvSpPr txBox="1"/>
          <p:nvPr/>
        </p:nvSpPr>
        <p:spPr>
          <a:xfrm>
            <a:off x="1181070" y="1904952"/>
            <a:ext cx="4368691"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sp>
      <p:sp>
        <p:nvSpPr>
          <p:cNvPr id="11" name="Text 9"/>
          <p:cNvSpPr txBox="1"/>
          <p:nvPr/>
        </p:nvSpPr>
        <p:spPr>
          <a:xfrm>
            <a:off x="6641934" y="1904952"/>
            <a:ext cx="4368691"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sp>
      <p:sp>
        <p:nvSpPr>
          <p:cNvPr id="16" name="Text 14"/>
          <p:cNvSpPr txBox="1"/>
          <p:nvPr/>
        </p:nvSpPr>
        <p:spPr>
          <a:xfrm>
            <a:off x="9016775" y="2895528"/>
            <a:ext cx="203194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46486"/>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sp>
      <p:sp>
        <p:nvSpPr>
          <p:cNvPr id="3" name="Text 1"/>
          <p:cNvSpPr txBox="1"/>
          <p:nvPr/>
        </p:nvSpPr>
        <p:spPr>
          <a:xfrm>
            <a:off x="1117572" y="1777956"/>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sp>
      <p:sp>
        <p:nvSpPr>
          <p:cNvPr id="6" name="Text 4"/>
          <p:cNvSpPr txBox="1"/>
          <p:nvPr/>
        </p:nvSpPr>
        <p:spPr>
          <a:xfrm>
            <a:off x="6387940" y="1777956"/>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sp>
      <p:sp>
        <p:nvSpPr>
          <p:cNvPr id="9" name="Text 7"/>
          <p:cNvSpPr txBox="1"/>
          <p:nvPr/>
        </p:nvSpPr>
        <p:spPr>
          <a:xfrm>
            <a:off x="1117572"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sp>
      <p:sp>
        <p:nvSpPr>
          <p:cNvPr id="12" name="Text 10"/>
          <p:cNvSpPr txBox="1"/>
          <p:nvPr/>
        </p:nvSpPr>
        <p:spPr>
          <a:xfrm>
            <a:off x="6387940"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sp>
      <p:sp>
        <p:nvSpPr>
          <p:cNvPr id="15" name="Text 13"/>
          <p:cNvSpPr txBox="1"/>
          <p:nvPr/>
        </p:nvSpPr>
        <p:spPr>
          <a:xfrm>
            <a:off x="952476" y="5016375"/>
            <a:ext cx="106677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sp>
      <p:sp>
        <p:nvSpPr>
          <p:cNvPr id="4" name="Text 2"/>
          <p:cNvSpPr txBox="1"/>
          <p:nvPr/>
        </p:nvSpPr>
        <p:spPr>
          <a:xfrm>
            <a:off x="1142971"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sp>
      <p:sp>
        <p:nvSpPr>
          <p:cNvPr id="7" name="Text 5"/>
          <p:cNvSpPr txBox="1"/>
          <p:nvPr/>
        </p:nvSpPr>
        <p:spPr>
          <a:xfrm>
            <a:off x="4635384"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sp>
      <p:sp>
        <p:nvSpPr>
          <p:cNvPr id="10" name="Text 8"/>
          <p:cNvSpPr txBox="1"/>
          <p:nvPr/>
        </p:nvSpPr>
        <p:spPr>
          <a:xfrm>
            <a:off x="8127797"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sp>
      <p:sp>
        <p:nvSpPr>
          <p:cNvPr id="13" name="Shape 11"/>
          <p:cNvSpPr/>
          <p:nvPr/>
        </p:nvSpPr>
        <p:spPr>
          <a:xfrm>
            <a:off x="952476" y="3746406"/>
            <a:ext cx="2158946" cy="952476"/>
          </a:xfrm>
          <a:prstGeom prst="rect">
            <a:avLst/>
          </a:prstGeom>
          <a:ln w="11430">
            <a:solidFill>
              <a:srgbClr val="8A8A80"/>
            </a:solidFill>
            <a:prstDash val="solid"/>
          </a:ln>
        </p:spPr>
      </p:sp>
      <p:sp>
        <p:nvSpPr>
          <p:cNvPr id="14" name="Text 12"/>
          <p:cNvSpPr txBox="1"/>
          <p:nvPr/>
        </p:nvSpPr>
        <p:spPr>
          <a:xfrm>
            <a:off x="1092173"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sp>
      <p:sp>
        <p:nvSpPr>
          <p:cNvPr id="17" name="Shape 15"/>
          <p:cNvSpPr/>
          <p:nvPr/>
        </p:nvSpPr>
        <p:spPr>
          <a:xfrm>
            <a:off x="3492413" y="3746406"/>
            <a:ext cx="2158946" cy="952476"/>
          </a:xfrm>
          <a:prstGeom prst="rect">
            <a:avLst/>
          </a:prstGeom>
          <a:ln w="11430">
            <a:solidFill>
              <a:srgbClr val="8A8A80"/>
            </a:solidFill>
            <a:prstDash val="solid"/>
          </a:ln>
        </p:spPr>
      </p:sp>
      <p:sp>
        <p:nvSpPr>
          <p:cNvPr id="18" name="Text 16"/>
          <p:cNvSpPr txBox="1"/>
          <p:nvPr/>
        </p:nvSpPr>
        <p:spPr>
          <a:xfrm>
            <a:off x="3632109"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sp>
      <p:sp>
        <p:nvSpPr>
          <p:cNvPr id="21" name="Shape 19"/>
          <p:cNvSpPr/>
          <p:nvPr/>
        </p:nvSpPr>
        <p:spPr>
          <a:xfrm>
            <a:off x="6032349" y="3746406"/>
            <a:ext cx="2158946" cy="952476"/>
          </a:xfrm>
          <a:prstGeom prst="rect">
            <a:avLst/>
          </a:prstGeom>
          <a:ln w="11430">
            <a:solidFill>
              <a:srgbClr val="8A8A80"/>
            </a:solidFill>
            <a:prstDash val="solid"/>
          </a:ln>
        </p:spPr>
      </p:sp>
      <p:sp>
        <p:nvSpPr>
          <p:cNvPr id="22" name="Text 20"/>
          <p:cNvSpPr txBox="1"/>
          <p:nvPr/>
        </p:nvSpPr>
        <p:spPr>
          <a:xfrm>
            <a:off x="6172046"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sp>
      <p:sp>
        <p:nvSpPr>
          <p:cNvPr id="25" name="Shape 23"/>
          <p:cNvSpPr/>
          <p:nvPr/>
        </p:nvSpPr>
        <p:spPr>
          <a:xfrm>
            <a:off x="8572286" y="3746406"/>
            <a:ext cx="2158946" cy="952476"/>
          </a:xfrm>
          <a:prstGeom prst="rect">
            <a:avLst/>
          </a:prstGeom>
          <a:ln w="11430">
            <a:solidFill>
              <a:srgbClr val="8A8A80"/>
            </a:solidFill>
            <a:prstDash val="solid"/>
          </a:ln>
        </p:spPr>
      </p:sp>
      <p:sp>
        <p:nvSpPr>
          <p:cNvPr id="26" name="Text 24"/>
          <p:cNvSpPr txBox="1"/>
          <p:nvPr/>
        </p:nvSpPr>
        <p:spPr>
          <a:xfrm>
            <a:off x="8711982"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sp>
      <p:sp>
        <p:nvSpPr>
          <p:cNvPr id="5" name="Text 3"/>
          <p:cNvSpPr txBox="1"/>
          <p:nvPr/>
        </p:nvSpPr>
        <p:spPr>
          <a:xfrm>
            <a:off x="1181070" y="1790655"/>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21087"/>
            <a:ext cx="10286743"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sp>
      <p:sp>
        <p:nvSpPr>
          <p:cNvPr id="4" name="Text 2"/>
          <p:cNvSpPr txBox="1"/>
          <p:nvPr/>
        </p:nvSpPr>
        <p:spPr>
          <a:xfrm>
            <a:off x="1181070" y="1816055"/>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sp>
      <p:sp>
        <p:nvSpPr>
          <p:cNvPr id="8" name="Text 6"/>
          <p:cNvSpPr txBox="1"/>
          <p:nvPr/>
        </p:nvSpPr>
        <p:spPr>
          <a:xfrm>
            <a:off x="6641934" y="1816055"/>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sp>
      <p:sp>
        <p:nvSpPr>
          <p:cNvPr id="12" name="Text 10"/>
          <p:cNvSpPr txBox="1"/>
          <p:nvPr/>
        </p:nvSpPr>
        <p:spPr>
          <a:xfrm>
            <a:off x="952476" y="3733707"/>
            <a:ext cx="10286743"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algn="l" indent="0" marL="0">
              <a:buNone/>
            </a:pPr>
            <a:r>
              <a:rPr lang="en-US" sz="2000" dirty="0">
                <a:solidFill>
                  <a:srgbClr val="1A1A16"/>
                </a:solidFill>
                <a:latin typeface="Consolas" pitchFamily="34" charset="0"/>
                <a:ea typeface="Consolas" pitchFamily="34" charset="-122"/>
                <a:cs typeface="Consolas"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algn="l" indent="0" marL="0">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sp>
      <p:sp>
        <p:nvSpPr>
          <p:cNvPr id="13" name="Text 11"/>
          <p:cNvSpPr txBox="1"/>
          <p:nvPr/>
        </p:nvSpPr>
        <p:spPr>
          <a:xfrm>
            <a:off x="952476" y="4279793"/>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CDCDCC"/>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CDCDCC"/>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CDCDCC"/>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CDCDCC"/>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75997" y="3999525"/>
            <a:ext cx="126997" cy="126997"/>
          </a:xfrm>
          <a:prstGeom prst="ellipse">
            <a:avLst/>
          </a:prstGeom>
          <a:solidFill>
            <a:srgbClr val="FFFFFF"/>
          </a:solidFill>
          <a:ln w="15875">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99948" y="2265640"/>
            <a:ext cx="126997" cy="126997"/>
          </a:xfrm>
          <a:prstGeom prst="ellipse">
            <a:avLst/>
          </a:prstGeom>
          <a:solidFill>
            <a:srgbClr val="FFFFFF"/>
          </a:solidFill>
          <a:ln w="15875">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74939" y="5088797"/>
            <a:ext cx="126997" cy="126997"/>
          </a:xfrm>
          <a:prstGeom prst="ellipse">
            <a:avLst/>
          </a:prstGeom>
          <a:solidFill>
            <a:srgbClr val="FFFFFF"/>
          </a:solidFill>
          <a:ln w="15875">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62099" y="2857126"/>
            <a:ext cx="126997" cy="126997"/>
          </a:xfrm>
          <a:prstGeom prst="ellipse">
            <a:avLst/>
          </a:prstGeom>
          <a:solidFill>
            <a:srgbClr val="FFFFFF"/>
          </a:solidFill>
          <a:ln w="15875">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3970">
            <a:solidFill>
              <a:srgbClr val="71716F"/>
            </a:solidFill>
            <a:prstDash val="solid"/>
          </a:ln>
        </p:spPr>
      </p:sp>
      <p:sp>
        <p:nvSpPr>
          <p:cNvPr id="110" name="Shape 108"/>
          <p:cNvSpPr/>
          <p:nvPr/>
        </p:nvSpPr>
        <p:spPr>
          <a:xfrm>
            <a:off x="3290052" y="2898292"/>
            <a:ext cx="1218335" cy="-358356"/>
          </a:xfrm>
          <a:prstGeom prst="line">
            <a:avLst/>
          </a:prstGeom>
          <a:noFill/>
          <a:ln w="13970">
            <a:solidFill>
              <a:srgbClr val="71716F"/>
            </a:solidFill>
            <a:prstDash val="solid"/>
          </a:ln>
        </p:spPr>
      </p:sp>
      <p:sp>
        <p:nvSpPr>
          <p:cNvPr id="111" name="Shape 109"/>
          <p:cNvSpPr/>
          <p:nvPr/>
        </p:nvSpPr>
        <p:spPr>
          <a:xfrm>
            <a:off x="5589702" y="2452504"/>
            <a:ext cx="-1081315" cy="87432"/>
          </a:xfrm>
          <a:prstGeom prst="line">
            <a:avLst/>
          </a:prstGeom>
          <a:noFill/>
          <a:ln w="13970">
            <a:solidFill>
              <a:srgbClr val="71716F"/>
            </a:solidFill>
            <a:prstDash val="solid"/>
          </a:ln>
        </p:spPr>
      </p:sp>
      <p:sp>
        <p:nvSpPr>
          <p:cNvPr id="112" name="Shape 110"/>
          <p:cNvSpPr/>
          <p:nvPr/>
        </p:nvSpPr>
        <p:spPr>
          <a:xfrm>
            <a:off x="5727011" y="2025686"/>
            <a:ext cx="-1218624" cy="514251"/>
          </a:xfrm>
          <a:prstGeom prst="line">
            <a:avLst/>
          </a:prstGeom>
          <a:noFill/>
          <a:ln w="13970">
            <a:solidFill>
              <a:srgbClr val="71716F"/>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BABAB9"/>
            </a:solidFill>
            <a:prstDash val="solid"/>
          </a:ln>
        </p:spPr>
      </p:sp>
      <p:sp>
        <p:nvSpPr>
          <p:cNvPr id="114" name="Shape 112"/>
          <p:cNvSpPr/>
          <p:nvPr/>
        </p:nvSpPr>
        <p:spPr>
          <a:xfrm>
            <a:off x="4394090" y="2425639"/>
            <a:ext cx="228594" cy="228594"/>
          </a:xfrm>
          <a:prstGeom prst="ellipse">
            <a:avLst/>
          </a:prstGeom>
          <a:solidFill>
            <a:srgbClr val="FFFFFF"/>
          </a:solidFill>
          <a:ln w="25399">
            <a:solidFill>
              <a:srgbClr val="1A1A16"/>
            </a:solidFill>
            <a:prstDash val="solid"/>
          </a:ln>
        </p:spPr>
      </p:sp>
      <p:sp>
        <p:nvSpPr>
          <p:cNvPr id="115" name="Shape 113"/>
          <p:cNvSpPr/>
          <p:nvPr/>
        </p:nvSpPr>
        <p:spPr>
          <a:xfrm>
            <a:off x="3766047" y="4184138"/>
            <a:ext cx="869337" cy="654441"/>
          </a:xfrm>
          <a:prstGeom prst="line">
            <a:avLst/>
          </a:prstGeom>
          <a:noFill/>
          <a:ln w="13970">
            <a:solidFill>
              <a:srgbClr val="71716F"/>
            </a:solidFill>
            <a:prstDash val="solid"/>
          </a:ln>
        </p:spPr>
      </p:sp>
      <p:sp>
        <p:nvSpPr>
          <p:cNvPr id="116" name="Shape 114"/>
          <p:cNvSpPr/>
          <p:nvPr/>
        </p:nvSpPr>
        <p:spPr>
          <a:xfrm>
            <a:off x="2639495" y="4063023"/>
            <a:ext cx="1995889" cy="775556"/>
          </a:xfrm>
          <a:prstGeom prst="line">
            <a:avLst/>
          </a:prstGeom>
          <a:noFill/>
          <a:ln w="13970">
            <a:solidFill>
              <a:srgbClr val="71716F"/>
            </a:solidFill>
            <a:prstDash val="solid"/>
          </a:ln>
        </p:spPr>
      </p:sp>
      <p:sp>
        <p:nvSpPr>
          <p:cNvPr id="117" name="Shape 115"/>
          <p:cNvSpPr/>
          <p:nvPr/>
        </p:nvSpPr>
        <p:spPr>
          <a:xfrm>
            <a:off x="5851051" y="4472956"/>
            <a:ext cx="-1215666" cy="365623"/>
          </a:xfrm>
          <a:prstGeom prst="line">
            <a:avLst/>
          </a:prstGeom>
          <a:noFill/>
          <a:ln w="13970">
            <a:solidFill>
              <a:srgbClr val="71716F"/>
            </a:solidFill>
            <a:prstDash val="solid"/>
          </a:ln>
        </p:spPr>
      </p:sp>
      <p:sp>
        <p:nvSpPr>
          <p:cNvPr id="118" name="Shape 116"/>
          <p:cNvSpPr/>
          <p:nvPr/>
        </p:nvSpPr>
        <p:spPr>
          <a:xfrm>
            <a:off x="4635384" y="4838579"/>
            <a:ext cx="1303054" cy="313716"/>
          </a:xfrm>
          <a:prstGeom prst="line">
            <a:avLst/>
          </a:prstGeom>
          <a:noFill/>
          <a:ln w="13970">
            <a:solidFill>
              <a:srgbClr val="71716F"/>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BABAB9"/>
            </a:solidFill>
            <a:prstDash val="solid"/>
          </a:ln>
        </p:spPr>
      </p:sp>
      <p:sp>
        <p:nvSpPr>
          <p:cNvPr id="120" name="Shape 118"/>
          <p:cNvSpPr/>
          <p:nvPr/>
        </p:nvSpPr>
        <p:spPr>
          <a:xfrm>
            <a:off x="4521087" y="4724282"/>
            <a:ext cx="228594" cy="228594"/>
          </a:xfrm>
          <a:prstGeom prst="ellipse">
            <a:avLst/>
          </a:prstGeom>
          <a:solidFill>
            <a:srgbClr val="FFFFFF"/>
          </a:solidFill>
          <a:ln w="25399">
            <a:solidFill>
              <a:srgbClr val="1A1A16"/>
            </a:solidFill>
            <a:prstDash val="solid"/>
          </a:ln>
        </p:spPr>
      </p:sp>
      <p:sp>
        <p:nvSpPr>
          <p:cNvPr id="121" name="Shape 119"/>
          <p:cNvSpPr/>
          <p:nvPr/>
        </p:nvSpPr>
        <p:spPr>
          <a:xfrm>
            <a:off x="7363446" y="2329139"/>
            <a:ext cx="954846" cy="147300"/>
          </a:xfrm>
          <a:prstGeom prst="line">
            <a:avLst/>
          </a:prstGeom>
          <a:noFill/>
          <a:ln w="13970">
            <a:solidFill>
              <a:srgbClr val="71716F"/>
            </a:solidFill>
            <a:prstDash val="solid"/>
          </a:ln>
        </p:spPr>
      </p:sp>
      <p:sp>
        <p:nvSpPr>
          <p:cNvPr id="122" name="Shape 120"/>
          <p:cNvSpPr/>
          <p:nvPr/>
        </p:nvSpPr>
        <p:spPr>
          <a:xfrm>
            <a:off x="7076451" y="1877942"/>
            <a:ext cx="1241841" cy="598496"/>
          </a:xfrm>
          <a:prstGeom prst="line">
            <a:avLst/>
          </a:prstGeom>
          <a:noFill/>
          <a:ln w="13970">
            <a:solidFill>
              <a:srgbClr val="71716F"/>
            </a:solidFill>
            <a:prstDash val="solid"/>
          </a:ln>
        </p:spPr>
      </p:sp>
      <p:sp>
        <p:nvSpPr>
          <p:cNvPr id="123" name="Shape 121"/>
          <p:cNvSpPr/>
          <p:nvPr/>
        </p:nvSpPr>
        <p:spPr>
          <a:xfrm>
            <a:off x="8318292" y="2476438"/>
            <a:ext cx="1580983" cy="10364"/>
          </a:xfrm>
          <a:prstGeom prst="line">
            <a:avLst/>
          </a:prstGeom>
          <a:noFill/>
          <a:ln w="13970">
            <a:solidFill>
              <a:srgbClr val="71716F"/>
            </a:solidFill>
            <a:prstDash val="solid"/>
          </a:ln>
        </p:spPr>
      </p:sp>
      <p:sp>
        <p:nvSpPr>
          <p:cNvPr id="124" name="Shape 122"/>
          <p:cNvSpPr/>
          <p:nvPr/>
        </p:nvSpPr>
        <p:spPr>
          <a:xfrm>
            <a:off x="8318292" y="2476438"/>
            <a:ext cx="1379445" cy="852316"/>
          </a:xfrm>
          <a:prstGeom prst="line">
            <a:avLst/>
          </a:prstGeom>
          <a:noFill/>
          <a:ln w="13970">
            <a:solidFill>
              <a:srgbClr val="71716F"/>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BABAB9"/>
            </a:solidFill>
            <a:prstDash val="solid"/>
          </a:ln>
        </p:spPr>
      </p:sp>
      <p:sp>
        <p:nvSpPr>
          <p:cNvPr id="126" name="Shape 124"/>
          <p:cNvSpPr/>
          <p:nvPr/>
        </p:nvSpPr>
        <p:spPr>
          <a:xfrm>
            <a:off x="8203995" y="2362141"/>
            <a:ext cx="228594" cy="228594"/>
          </a:xfrm>
          <a:prstGeom prst="ellipse">
            <a:avLst/>
          </a:prstGeom>
          <a:solidFill>
            <a:srgbClr val="FFFFFF"/>
          </a:solidFill>
          <a:ln w="25399">
            <a:solidFill>
              <a:srgbClr val="1A1A16"/>
            </a:solidFill>
            <a:prstDash val="solid"/>
          </a:ln>
        </p:spPr>
      </p:sp>
      <p:sp>
        <p:nvSpPr>
          <p:cNvPr id="127" name="Shape 125"/>
          <p:cNvSpPr/>
          <p:nvPr/>
        </p:nvSpPr>
        <p:spPr>
          <a:xfrm>
            <a:off x="7511316" y="4528358"/>
            <a:ext cx="997471" cy="-337463"/>
          </a:xfrm>
          <a:prstGeom prst="line">
            <a:avLst/>
          </a:prstGeom>
          <a:noFill/>
          <a:ln w="13970">
            <a:solidFill>
              <a:srgbClr val="71716F"/>
            </a:solidFill>
            <a:prstDash val="solid"/>
          </a:ln>
        </p:spPr>
      </p:sp>
      <p:sp>
        <p:nvSpPr>
          <p:cNvPr id="128" name="Shape 126"/>
          <p:cNvSpPr/>
          <p:nvPr/>
        </p:nvSpPr>
        <p:spPr>
          <a:xfrm>
            <a:off x="7452041" y="5035624"/>
            <a:ext cx="1056746" cy="-844729"/>
          </a:xfrm>
          <a:prstGeom prst="line">
            <a:avLst/>
          </a:prstGeom>
          <a:noFill/>
          <a:ln w="13970">
            <a:solidFill>
              <a:srgbClr val="71716F"/>
            </a:solidFill>
            <a:prstDash val="solid"/>
          </a:ln>
        </p:spPr>
      </p:sp>
      <p:sp>
        <p:nvSpPr>
          <p:cNvPr id="129" name="Shape 127"/>
          <p:cNvSpPr/>
          <p:nvPr/>
        </p:nvSpPr>
        <p:spPr>
          <a:xfrm>
            <a:off x="9645175" y="3671281"/>
            <a:ext cx="-1136388" cy="519614"/>
          </a:xfrm>
          <a:prstGeom prst="line">
            <a:avLst/>
          </a:prstGeom>
          <a:noFill/>
          <a:ln w="13970">
            <a:solidFill>
              <a:srgbClr val="71716F"/>
            </a:solidFill>
            <a:prstDash val="solid"/>
          </a:ln>
        </p:spPr>
      </p:sp>
      <p:sp>
        <p:nvSpPr>
          <p:cNvPr id="130" name="Shape 128"/>
          <p:cNvSpPr/>
          <p:nvPr/>
        </p:nvSpPr>
        <p:spPr>
          <a:xfrm>
            <a:off x="9697737" y="3328754"/>
            <a:ext cx="-1188950" cy="862142"/>
          </a:xfrm>
          <a:prstGeom prst="line">
            <a:avLst/>
          </a:prstGeom>
          <a:noFill/>
          <a:ln w="13970">
            <a:solidFill>
              <a:srgbClr val="71716F"/>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BABAB9"/>
            </a:solidFill>
            <a:prstDash val="solid"/>
          </a:ln>
        </p:spPr>
      </p:sp>
      <p:sp>
        <p:nvSpPr>
          <p:cNvPr id="132" name="Shape 130"/>
          <p:cNvSpPr/>
          <p:nvPr/>
        </p:nvSpPr>
        <p:spPr>
          <a:xfrm>
            <a:off x="8394490" y="4076598"/>
            <a:ext cx="228594" cy="228594"/>
          </a:xfrm>
          <a:prstGeom prst="ellipse">
            <a:avLst/>
          </a:prstGeom>
          <a:solidFill>
            <a:srgbClr val="FFFFFF"/>
          </a:solidFill>
          <a:ln w="25399">
            <a:solidFill>
              <a:srgbClr val="1A1A16"/>
            </a:solidFill>
            <a:prstDash val="solid"/>
          </a:ln>
        </p:spPr>
      </p:sp>
      <p:sp>
        <p:nvSpPr>
          <p:cNvPr id="133" name="Shape 131"/>
          <p:cNvSpPr/>
          <p:nvPr/>
        </p:nvSpPr>
        <p:spPr>
          <a:xfrm>
            <a:off x="1015975" y="4952876"/>
            <a:ext cx="330192" cy="330192"/>
          </a:xfrm>
          <a:prstGeom prst="ellipse">
            <a:avLst/>
          </a:prstGeom>
          <a:solidFill>
            <a:srgbClr val="FFFFFF"/>
          </a:solidFill>
          <a:ln w="10160">
            <a:solidFill>
              <a:srgbClr val="BABAB9"/>
            </a:solidFill>
            <a:prstDash val="solid"/>
          </a:ln>
        </p:spPr>
      </p:sp>
      <p:sp>
        <p:nvSpPr>
          <p:cNvPr id="134" name="Shape 132"/>
          <p:cNvSpPr/>
          <p:nvPr/>
        </p:nvSpPr>
        <p:spPr>
          <a:xfrm>
            <a:off x="1085823" y="5022724"/>
            <a:ext cx="190495" cy="190495"/>
          </a:xfrm>
          <a:prstGeom prst="ellipse">
            <a:avLst/>
          </a:prstGeom>
          <a:solidFill>
            <a:srgbClr val="FFFFFF"/>
          </a:solidFill>
          <a:ln w="21589">
            <a:solidFill>
              <a:srgbClr val="1A1A16"/>
            </a:solidFill>
            <a:prstDash val="solid"/>
          </a:ln>
        </p:spPr>
      </p:sp>
      <p:sp>
        <p:nvSpPr>
          <p:cNvPr id="135" name="Text 133"/>
          <p:cNvSpPr txBox="1"/>
          <p:nvPr/>
        </p:nvSpPr>
        <p:spPr>
          <a:xfrm>
            <a:off x="1523962" y="4965576"/>
            <a:ext cx="349241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a claim both papers lean on</a:t>
            </a:r>
            <a:endParaRPr lang="en-US" sz="1300" dirty="0"/>
          </a:p>
        </p:txBody>
      </p:sp>
      <p:sp>
        <p:nvSpPr>
          <p:cNvPr id="136" name="Text 134"/>
          <p:cNvSpPr txBox="1"/>
          <p:nvPr/>
        </p:nvSpPr>
        <p:spPr>
          <a:xfrm>
            <a:off x="1523962" y="5283068"/>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one node, not two — check it once and</a:t>
            </a:r>
            <a:endParaRPr lang="en-US" sz="1050" dirty="0"/>
          </a:p>
        </p:txBody>
      </p:sp>
      <p:sp>
        <p:nvSpPr>
          <p:cNvPr id="137" name="Text 135"/>
          <p:cNvSpPr txBox="1"/>
          <p:nvPr/>
        </p:nvSpPr>
        <p:spPr>
          <a:xfrm>
            <a:off x="1523962" y="5486263"/>
            <a:ext cx="349241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everything above it inherits the check</a:t>
            </a:r>
            <a:endParaRPr lang="en-US" sz="1050" dirty="0"/>
          </a:p>
        </p:txBody>
      </p:sp>
      <p:sp>
        <p:nvSpPr>
          <p:cNvPr id="138" name="Text 136"/>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one</a:t>
            </a:r>
            <a:endParaRPr lang="en-US" sz="1500" dirty="0"/>
          </a:p>
        </p:txBody>
      </p:sp>
      <p:sp>
        <p:nvSpPr>
          <p:cNvPr id="139" name="Text 137"/>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Papers stop being separate piles</a:t>
            </a:r>
            <a:endParaRPr lang="en-US" sz="1500" dirty="0"/>
          </a:p>
        </p:txBody>
      </p:sp>
      <p:sp>
        <p:nvSpPr>
          <p:cNvPr id="140" name="Text 138"/>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because they land on the same claims</a:t>
            </a:r>
            <a:endParaRPr lang="en-US" sz="1000" dirty="0"/>
          </a:p>
        </p:txBody>
      </p:sp>
      <p:sp>
        <p:nvSpPr>
          <p:cNvPr id="141" name="Text 13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8890">
            <a:solidFill>
              <a:srgbClr val="CDCDCC"/>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8890">
            <a:solidFill>
              <a:srgbClr val="CDCDCC"/>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8890">
            <a:solidFill>
              <a:srgbClr val="CDCDCC"/>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8890">
            <a:solidFill>
              <a:srgbClr val="CDCDC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8890">
            <a:solidFill>
              <a:srgbClr val="CDCDCC"/>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8890">
            <a:solidFill>
              <a:srgbClr val="CDCDCC"/>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8890">
            <a:solidFill>
              <a:srgbClr val="CDCDCC"/>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8890">
            <a:solidFill>
              <a:srgbClr val="CDCDCC"/>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8890">
            <a:solidFill>
              <a:srgbClr val="CDCDCC"/>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9050">
            <a:solidFill>
              <a:srgbClr val="3A3A3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9050">
            <a:solidFill>
              <a:srgbClr val="3A3A3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9050">
            <a:solidFill>
              <a:srgbClr val="3A3A3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9050">
            <a:solidFill>
              <a:srgbClr val="3A3A3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9050">
            <a:solidFill>
              <a:srgbClr val="3A3A3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9050">
            <a:solidFill>
              <a:srgbClr val="3A3A3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9050">
            <a:solidFill>
              <a:srgbClr val="3A3A3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9050">
            <a:solidFill>
              <a:srgbClr val="3A3A3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9050">
            <a:solidFill>
              <a:srgbClr val="3A3A3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9050">
            <a:solidFill>
              <a:srgbClr val="3A3A3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9050">
            <a:solidFill>
              <a:srgbClr val="3A3A3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9050">
            <a:solidFill>
              <a:srgbClr val="3A3A3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9050">
            <a:solidFill>
              <a:srgbClr val="3A3A3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9050">
            <a:solidFill>
              <a:srgbClr val="3A3A3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9050">
            <a:solidFill>
              <a:srgbClr val="3A3A3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9050">
            <a:solidFill>
              <a:srgbClr val="3A3A3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9050">
            <a:solidFill>
              <a:srgbClr val="3A3A37"/>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274">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917">
            <a:solidFill>
              <a:srgbClr val="747471"/>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20243">
            <a:solidFill>
              <a:srgbClr val="8D8D8B"/>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6738">
            <a:solidFill>
              <a:srgbClr val="A1A19F"/>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5570">
            <a:solidFill>
              <a:srgbClr val="A7A7A6"/>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4401">
            <a:solidFill>
              <a:srgbClr val="ADADA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4401">
            <a:solidFill>
              <a:srgbClr val="ADADA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3233">
            <a:solidFill>
              <a:srgbClr val="B4B4B3"/>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3233">
            <a:solidFill>
              <a:srgbClr val="B4B4B3"/>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3233">
            <a:solidFill>
              <a:srgbClr val="B4B4B3"/>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3233">
            <a:solidFill>
              <a:srgbClr val="B4B4B3"/>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3233">
            <a:solidFill>
              <a:srgbClr val="B4B4B3"/>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3233">
            <a:solidFill>
              <a:srgbClr val="B4B4B3"/>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9" name="Shape 17"/>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BABAB9"/>
            </a:solidFill>
            <a:prstDash val="solid"/>
          </a:ln>
        </p:spPr>
      </p:sp>
      <p:sp>
        <p:nvSpPr>
          <p:cNvPr id="20" name="Shape 18"/>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BABAB9"/>
            </a:solidFill>
            <a:prstDash val="solid"/>
          </a:ln>
        </p:spPr>
      </p:sp>
      <p:sp>
        <p:nvSpPr>
          <p:cNvPr id="21" name="Shape 19"/>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BABAB9"/>
            </a:solidFill>
            <a:prstDash val="solid"/>
          </a:ln>
        </p:spPr>
      </p:sp>
      <p:sp>
        <p:nvSpPr>
          <p:cNvPr id="22" name="Shape 20"/>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BABAB9"/>
            </a:solidFill>
            <a:prstDash val="solid"/>
          </a:ln>
        </p:spPr>
      </p:sp>
      <p:sp>
        <p:nvSpPr>
          <p:cNvPr id="23" name="Shape 21"/>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BABAB9"/>
            </a:solidFill>
            <a:prstDash val="solid"/>
          </a:ln>
        </p:spPr>
      </p:sp>
      <p:sp>
        <p:nvSpPr>
          <p:cNvPr id="24" name="Shape 22"/>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BABAB9"/>
            </a:solidFill>
            <a:prstDash val="solid"/>
          </a:ln>
        </p:spPr>
      </p:sp>
      <p:sp>
        <p:nvSpPr>
          <p:cNvPr id="25" name="Shape 23"/>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BABAB9"/>
            </a:solidFill>
            <a:prstDash val="solid"/>
          </a:ln>
        </p:spPr>
      </p:sp>
      <p:sp>
        <p:nvSpPr>
          <p:cNvPr id="26" name="Shape 24"/>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BABAB9"/>
            </a:solidFill>
            <a:prstDash val="solid"/>
          </a:ln>
        </p:spPr>
      </p:sp>
      <p:sp>
        <p:nvSpPr>
          <p:cNvPr id="27" name="Shape 25"/>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BABAB9"/>
            </a:solidFill>
            <a:prstDash val="solid"/>
          </a:ln>
        </p:spPr>
      </p:sp>
      <p:sp>
        <p:nvSpPr>
          <p:cNvPr id="28" name="Shape 26"/>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BABAB9"/>
            </a:solidFill>
            <a:prstDash val="solid"/>
          </a:ln>
        </p:spPr>
      </p:sp>
      <p:sp>
        <p:nvSpPr>
          <p:cNvPr id="29" name="Shape 27"/>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A3A3A2"/>
            </a:solidFill>
            <a:prstDash val="solid"/>
          </a:ln>
        </p:spPr>
      </p:sp>
      <p:sp>
        <p:nvSpPr>
          <p:cNvPr id="11" name="Shape 9"/>
          <p:cNvSpPr/>
          <p:nvPr/>
        </p:nvSpPr>
        <p:spPr>
          <a:xfrm>
            <a:off x="1644877" y="3039832"/>
            <a:ext cx="908310" cy="521607"/>
          </a:xfrm>
          <a:prstGeom prst="line">
            <a:avLst/>
          </a:prstGeom>
          <a:noFill/>
          <a:ln w="12700">
            <a:solidFill>
              <a:srgbClr val="A3A3A2"/>
            </a:solidFill>
            <a:prstDash val="solid"/>
          </a:ln>
        </p:spPr>
      </p:sp>
      <p:sp>
        <p:nvSpPr>
          <p:cNvPr id="12" name="Shape 10"/>
          <p:cNvSpPr/>
          <p:nvPr/>
        </p:nvSpPr>
        <p:spPr>
          <a:xfrm>
            <a:off x="2553187" y="3561439"/>
            <a:ext cx="218173" cy="-748073"/>
          </a:xfrm>
          <a:prstGeom prst="line">
            <a:avLst/>
          </a:prstGeom>
          <a:noFill/>
          <a:ln w="12700">
            <a:solidFill>
              <a:srgbClr val="A3A3A2"/>
            </a:solidFill>
            <a:prstDash val="solid"/>
          </a:ln>
        </p:spPr>
      </p:sp>
      <p:sp>
        <p:nvSpPr>
          <p:cNvPr id="13" name="Shape 11"/>
          <p:cNvSpPr/>
          <p:nvPr/>
        </p:nvSpPr>
        <p:spPr>
          <a:xfrm>
            <a:off x="2771360" y="2813366"/>
            <a:ext cx="-510137" cy="160071"/>
          </a:xfrm>
          <a:prstGeom prst="line">
            <a:avLst/>
          </a:prstGeom>
          <a:noFill/>
          <a:ln w="12700">
            <a:solidFill>
              <a:srgbClr val="A3A3A2"/>
            </a:solidFill>
            <a:prstDash val="solid"/>
          </a:ln>
        </p:spPr>
      </p:sp>
      <p:sp>
        <p:nvSpPr>
          <p:cNvPr id="14" name="Shape 12"/>
          <p:cNvSpPr/>
          <p:nvPr/>
        </p:nvSpPr>
        <p:spPr>
          <a:xfrm>
            <a:off x="2639495" y="4063023"/>
            <a:ext cx="1126551" cy="121115"/>
          </a:xfrm>
          <a:prstGeom prst="line">
            <a:avLst/>
          </a:prstGeom>
          <a:noFill/>
          <a:ln w="12700">
            <a:solidFill>
              <a:srgbClr val="A3A3A2"/>
            </a:solidFill>
            <a:prstDash val="solid"/>
          </a:ln>
        </p:spPr>
      </p:sp>
      <p:sp>
        <p:nvSpPr>
          <p:cNvPr id="15" name="Shape 13"/>
          <p:cNvSpPr/>
          <p:nvPr/>
        </p:nvSpPr>
        <p:spPr>
          <a:xfrm>
            <a:off x="2553187" y="3561439"/>
            <a:ext cx="-585452" cy="185647"/>
          </a:xfrm>
          <a:prstGeom prst="line">
            <a:avLst/>
          </a:prstGeom>
          <a:noFill/>
          <a:ln w="12700">
            <a:solidFill>
              <a:srgbClr val="A3A3A2"/>
            </a:solidFill>
            <a:prstDash val="solid"/>
          </a:ln>
        </p:spPr>
      </p:sp>
      <p:sp>
        <p:nvSpPr>
          <p:cNvPr id="16" name="Shape 14"/>
          <p:cNvSpPr/>
          <p:nvPr/>
        </p:nvSpPr>
        <p:spPr>
          <a:xfrm>
            <a:off x="2771360" y="2813366"/>
            <a:ext cx="311679" cy="455952"/>
          </a:xfrm>
          <a:prstGeom prst="line">
            <a:avLst/>
          </a:prstGeom>
          <a:noFill/>
          <a:ln w="12700">
            <a:solidFill>
              <a:srgbClr val="A3A3A2"/>
            </a:solidFill>
            <a:prstDash val="solid"/>
          </a:ln>
        </p:spPr>
      </p:sp>
      <p:sp>
        <p:nvSpPr>
          <p:cNvPr id="17" name="Shape 15"/>
          <p:cNvSpPr/>
          <p:nvPr/>
        </p:nvSpPr>
        <p:spPr>
          <a:xfrm>
            <a:off x="2771360" y="2813366"/>
            <a:ext cx="610430" cy="-470927"/>
          </a:xfrm>
          <a:prstGeom prst="line">
            <a:avLst/>
          </a:prstGeom>
          <a:noFill/>
          <a:ln w="12700">
            <a:solidFill>
              <a:srgbClr val="A3A3A2"/>
            </a:solidFill>
            <a:prstDash val="solid"/>
          </a:ln>
        </p:spPr>
      </p:sp>
      <p:sp>
        <p:nvSpPr>
          <p:cNvPr id="18" name="Shape 16"/>
          <p:cNvSpPr/>
          <p:nvPr/>
        </p:nvSpPr>
        <p:spPr>
          <a:xfrm>
            <a:off x="2261223" y="2973437"/>
            <a:ext cx="27198" cy="-484056"/>
          </a:xfrm>
          <a:prstGeom prst="line">
            <a:avLst/>
          </a:prstGeom>
          <a:noFill/>
          <a:ln w="12700">
            <a:solidFill>
              <a:srgbClr val="A3A3A2"/>
            </a:solidFill>
            <a:prstDash val="solid"/>
          </a:ln>
        </p:spPr>
      </p:sp>
      <p:sp>
        <p:nvSpPr>
          <p:cNvPr id="19" name="Shape 17"/>
          <p:cNvSpPr/>
          <p:nvPr/>
        </p:nvSpPr>
        <p:spPr>
          <a:xfrm>
            <a:off x="1967735" y="3747086"/>
            <a:ext cx="309178" cy="164709"/>
          </a:xfrm>
          <a:prstGeom prst="line">
            <a:avLst/>
          </a:prstGeom>
          <a:noFill/>
          <a:ln w="12700">
            <a:solidFill>
              <a:srgbClr val="A3A3A2"/>
            </a:solidFill>
            <a:prstDash val="solid"/>
          </a:ln>
        </p:spPr>
      </p:sp>
      <p:sp>
        <p:nvSpPr>
          <p:cNvPr id="20" name="Shape 18"/>
          <p:cNvSpPr/>
          <p:nvPr/>
        </p:nvSpPr>
        <p:spPr>
          <a:xfrm>
            <a:off x="2276913" y="3911794"/>
            <a:ext cx="-171717" cy="283790"/>
          </a:xfrm>
          <a:prstGeom prst="line">
            <a:avLst/>
          </a:prstGeom>
          <a:noFill/>
          <a:ln w="12700">
            <a:solidFill>
              <a:srgbClr val="A3A3A2"/>
            </a:solidFill>
            <a:prstDash val="solid"/>
          </a:ln>
        </p:spPr>
      </p:sp>
      <p:sp>
        <p:nvSpPr>
          <p:cNvPr id="21" name="Shape 19"/>
          <p:cNvSpPr/>
          <p:nvPr/>
        </p:nvSpPr>
        <p:spPr>
          <a:xfrm>
            <a:off x="2105195" y="4195584"/>
            <a:ext cx="-358194" cy="104533"/>
          </a:xfrm>
          <a:prstGeom prst="line">
            <a:avLst/>
          </a:prstGeom>
          <a:noFill/>
          <a:ln w="12700">
            <a:solidFill>
              <a:srgbClr val="A3A3A2"/>
            </a:solidFill>
            <a:prstDash val="solid"/>
          </a:ln>
        </p:spPr>
      </p:sp>
      <p:sp>
        <p:nvSpPr>
          <p:cNvPr id="22" name="Shape 20"/>
          <p:cNvSpPr/>
          <p:nvPr/>
        </p:nvSpPr>
        <p:spPr>
          <a:xfrm>
            <a:off x="2293571" y="3348276"/>
            <a:ext cx="259617" cy="213163"/>
          </a:xfrm>
          <a:prstGeom prst="line">
            <a:avLst/>
          </a:prstGeom>
          <a:noFill/>
          <a:ln w="12700">
            <a:solidFill>
              <a:srgbClr val="A3A3A2"/>
            </a:solidFill>
            <a:prstDash val="solid"/>
          </a:ln>
        </p:spPr>
      </p:sp>
      <p:sp>
        <p:nvSpPr>
          <p:cNvPr id="23" name="Shape 21"/>
          <p:cNvSpPr/>
          <p:nvPr/>
        </p:nvSpPr>
        <p:spPr>
          <a:xfrm>
            <a:off x="1644877" y="3039832"/>
            <a:ext cx="163897" cy="-326447"/>
          </a:xfrm>
          <a:prstGeom prst="line">
            <a:avLst/>
          </a:prstGeom>
          <a:noFill/>
          <a:ln w="12700">
            <a:solidFill>
              <a:srgbClr val="A3A3A2"/>
            </a:solidFill>
            <a:prstDash val="solid"/>
          </a:ln>
        </p:spPr>
      </p:sp>
      <p:sp>
        <p:nvSpPr>
          <p:cNvPr id="24" name="Shape 22"/>
          <p:cNvSpPr/>
          <p:nvPr/>
        </p:nvSpPr>
        <p:spPr>
          <a:xfrm>
            <a:off x="3083040" y="3269318"/>
            <a:ext cx="207012" cy="-371026"/>
          </a:xfrm>
          <a:prstGeom prst="line">
            <a:avLst/>
          </a:prstGeom>
          <a:noFill/>
          <a:ln w="12700">
            <a:solidFill>
              <a:srgbClr val="A3A3A2"/>
            </a:solidFill>
            <a:prstDash val="solid"/>
          </a:ln>
        </p:spPr>
      </p:sp>
      <p:sp>
        <p:nvSpPr>
          <p:cNvPr id="25" name="Shape 23"/>
          <p:cNvSpPr/>
          <p:nvPr/>
        </p:nvSpPr>
        <p:spPr>
          <a:xfrm>
            <a:off x="6412338" y="1745766"/>
            <a:ext cx="951108" cy="583373"/>
          </a:xfrm>
          <a:prstGeom prst="line">
            <a:avLst/>
          </a:prstGeom>
          <a:noFill/>
          <a:ln w="12700">
            <a:solidFill>
              <a:srgbClr val="A3A3A2"/>
            </a:solidFill>
            <a:prstDash val="solid"/>
          </a:ln>
        </p:spPr>
      </p:sp>
      <p:sp>
        <p:nvSpPr>
          <p:cNvPr id="26" name="Shape 24"/>
          <p:cNvSpPr/>
          <p:nvPr/>
        </p:nvSpPr>
        <p:spPr>
          <a:xfrm>
            <a:off x="5717452" y="1450449"/>
            <a:ext cx="694886" cy="295316"/>
          </a:xfrm>
          <a:prstGeom prst="line">
            <a:avLst/>
          </a:prstGeom>
          <a:noFill/>
          <a:ln w="12700">
            <a:solidFill>
              <a:srgbClr val="A3A3A2"/>
            </a:solidFill>
            <a:prstDash val="solid"/>
          </a:ln>
        </p:spPr>
      </p:sp>
      <p:sp>
        <p:nvSpPr>
          <p:cNvPr id="27" name="Shape 25"/>
          <p:cNvSpPr/>
          <p:nvPr/>
        </p:nvSpPr>
        <p:spPr>
          <a:xfrm>
            <a:off x="5717452" y="1450449"/>
            <a:ext cx="195391" cy="283718"/>
          </a:xfrm>
          <a:prstGeom prst="line">
            <a:avLst/>
          </a:prstGeom>
          <a:noFill/>
          <a:ln w="12700">
            <a:solidFill>
              <a:srgbClr val="A3A3A2"/>
            </a:solidFill>
            <a:prstDash val="solid"/>
          </a:ln>
        </p:spPr>
      </p:sp>
      <p:sp>
        <p:nvSpPr>
          <p:cNvPr id="28" name="Shape 26"/>
          <p:cNvSpPr/>
          <p:nvPr/>
        </p:nvSpPr>
        <p:spPr>
          <a:xfrm>
            <a:off x="5912843" y="1734167"/>
            <a:ext cx="-185832" cy="291519"/>
          </a:xfrm>
          <a:prstGeom prst="line">
            <a:avLst/>
          </a:prstGeom>
          <a:noFill/>
          <a:ln w="12700">
            <a:solidFill>
              <a:srgbClr val="A3A3A2"/>
            </a:solidFill>
            <a:prstDash val="solid"/>
          </a:ln>
        </p:spPr>
      </p:sp>
      <p:sp>
        <p:nvSpPr>
          <p:cNvPr id="29" name="Shape 27"/>
          <p:cNvSpPr/>
          <p:nvPr/>
        </p:nvSpPr>
        <p:spPr>
          <a:xfrm>
            <a:off x="5727011" y="2025686"/>
            <a:ext cx="305221" cy="126086"/>
          </a:xfrm>
          <a:prstGeom prst="line">
            <a:avLst/>
          </a:prstGeom>
          <a:noFill/>
          <a:ln w="12700">
            <a:solidFill>
              <a:srgbClr val="A3A3A2"/>
            </a:solidFill>
            <a:prstDash val="solid"/>
          </a:ln>
        </p:spPr>
      </p:sp>
      <p:sp>
        <p:nvSpPr>
          <p:cNvPr id="30" name="Shape 28"/>
          <p:cNvSpPr/>
          <p:nvPr/>
        </p:nvSpPr>
        <p:spPr>
          <a:xfrm>
            <a:off x="6412338" y="1745766"/>
            <a:ext cx="359546" cy="-220625"/>
          </a:xfrm>
          <a:prstGeom prst="line">
            <a:avLst/>
          </a:prstGeom>
          <a:noFill/>
          <a:ln w="12700">
            <a:solidFill>
              <a:srgbClr val="A3A3A2"/>
            </a:solidFill>
            <a:prstDash val="solid"/>
          </a:ln>
        </p:spPr>
      </p:sp>
      <p:sp>
        <p:nvSpPr>
          <p:cNvPr id="31" name="Shape 29"/>
          <p:cNvSpPr/>
          <p:nvPr/>
        </p:nvSpPr>
        <p:spPr>
          <a:xfrm>
            <a:off x="6771884" y="1525141"/>
            <a:ext cx="304568" cy="352801"/>
          </a:xfrm>
          <a:prstGeom prst="line">
            <a:avLst/>
          </a:prstGeom>
          <a:noFill/>
          <a:ln w="12700">
            <a:solidFill>
              <a:srgbClr val="A3A3A2"/>
            </a:solidFill>
            <a:prstDash val="solid"/>
          </a:ln>
        </p:spPr>
      </p:sp>
      <p:sp>
        <p:nvSpPr>
          <p:cNvPr id="32" name="Shape 30"/>
          <p:cNvSpPr/>
          <p:nvPr/>
        </p:nvSpPr>
        <p:spPr>
          <a:xfrm>
            <a:off x="5727011" y="2025686"/>
            <a:ext cx="-137309" cy="426818"/>
          </a:xfrm>
          <a:prstGeom prst="line">
            <a:avLst/>
          </a:prstGeom>
          <a:noFill/>
          <a:ln w="12700">
            <a:solidFill>
              <a:srgbClr val="A3A3A2"/>
            </a:solidFill>
            <a:prstDash val="solid"/>
          </a:ln>
        </p:spPr>
      </p:sp>
      <p:sp>
        <p:nvSpPr>
          <p:cNvPr id="33" name="Shape 31"/>
          <p:cNvSpPr/>
          <p:nvPr/>
        </p:nvSpPr>
        <p:spPr>
          <a:xfrm>
            <a:off x="7076451" y="1877942"/>
            <a:ext cx="-330872" cy="522532"/>
          </a:xfrm>
          <a:prstGeom prst="line">
            <a:avLst/>
          </a:prstGeom>
          <a:noFill/>
          <a:ln w="12700">
            <a:solidFill>
              <a:srgbClr val="A3A3A2"/>
            </a:solidFill>
            <a:prstDash val="solid"/>
          </a:ln>
        </p:spPr>
      </p:sp>
      <p:sp>
        <p:nvSpPr>
          <p:cNvPr id="34" name="Shape 32"/>
          <p:cNvSpPr/>
          <p:nvPr/>
        </p:nvSpPr>
        <p:spPr>
          <a:xfrm>
            <a:off x="5717452" y="1450449"/>
            <a:ext cx="347130" cy="-114625"/>
          </a:xfrm>
          <a:prstGeom prst="line">
            <a:avLst/>
          </a:prstGeom>
          <a:noFill/>
          <a:ln w="12700">
            <a:solidFill>
              <a:srgbClr val="A3A3A2"/>
            </a:solidFill>
            <a:prstDash val="solid"/>
          </a:ln>
        </p:spPr>
      </p:sp>
      <p:sp>
        <p:nvSpPr>
          <p:cNvPr id="35" name="Shape 33"/>
          <p:cNvSpPr/>
          <p:nvPr/>
        </p:nvSpPr>
        <p:spPr>
          <a:xfrm>
            <a:off x="7076451" y="1877942"/>
            <a:ext cx="295953" cy="-500815"/>
          </a:xfrm>
          <a:prstGeom prst="line">
            <a:avLst/>
          </a:prstGeom>
          <a:noFill/>
          <a:ln w="12700">
            <a:solidFill>
              <a:srgbClr val="A3A3A2"/>
            </a:solidFill>
            <a:prstDash val="solid"/>
          </a:ln>
        </p:spPr>
      </p:sp>
      <p:sp>
        <p:nvSpPr>
          <p:cNvPr id="36" name="Shape 34"/>
          <p:cNvSpPr/>
          <p:nvPr/>
        </p:nvSpPr>
        <p:spPr>
          <a:xfrm>
            <a:off x="5938438" y="5152295"/>
            <a:ext cx="1513603" cy="-116671"/>
          </a:xfrm>
          <a:prstGeom prst="line">
            <a:avLst/>
          </a:prstGeom>
          <a:noFill/>
          <a:ln w="12700">
            <a:solidFill>
              <a:srgbClr val="A3A3A2"/>
            </a:solidFill>
            <a:prstDash val="solid"/>
          </a:ln>
        </p:spPr>
      </p:sp>
      <p:sp>
        <p:nvSpPr>
          <p:cNvPr id="37" name="Shape 35"/>
          <p:cNvSpPr/>
          <p:nvPr/>
        </p:nvSpPr>
        <p:spPr>
          <a:xfrm>
            <a:off x="5938438" y="5152295"/>
            <a:ext cx="548332" cy="-104828"/>
          </a:xfrm>
          <a:prstGeom prst="line">
            <a:avLst/>
          </a:prstGeom>
          <a:noFill/>
          <a:ln w="12700">
            <a:solidFill>
              <a:srgbClr val="A3A3A2"/>
            </a:solidFill>
            <a:prstDash val="solid"/>
          </a:ln>
        </p:spPr>
      </p:sp>
      <p:sp>
        <p:nvSpPr>
          <p:cNvPr id="38" name="Shape 36"/>
          <p:cNvSpPr/>
          <p:nvPr/>
        </p:nvSpPr>
        <p:spPr>
          <a:xfrm>
            <a:off x="6486769" y="5047467"/>
            <a:ext cx="385225" cy="15092"/>
          </a:xfrm>
          <a:prstGeom prst="line">
            <a:avLst/>
          </a:prstGeom>
          <a:noFill/>
          <a:ln w="12700">
            <a:solidFill>
              <a:srgbClr val="A3A3A2"/>
            </a:solidFill>
            <a:prstDash val="solid"/>
          </a:ln>
        </p:spPr>
      </p:sp>
      <p:sp>
        <p:nvSpPr>
          <p:cNvPr id="39" name="Shape 37"/>
          <p:cNvSpPr/>
          <p:nvPr/>
        </p:nvSpPr>
        <p:spPr>
          <a:xfrm>
            <a:off x="7452041" y="5035624"/>
            <a:ext cx="-1775" cy="419356"/>
          </a:xfrm>
          <a:prstGeom prst="line">
            <a:avLst/>
          </a:prstGeom>
          <a:noFill/>
          <a:ln w="12700">
            <a:solidFill>
              <a:srgbClr val="A3A3A2"/>
            </a:solidFill>
            <a:prstDash val="solid"/>
          </a:ln>
        </p:spPr>
      </p:sp>
      <p:sp>
        <p:nvSpPr>
          <p:cNvPr id="40" name="Shape 38"/>
          <p:cNvSpPr/>
          <p:nvPr/>
        </p:nvSpPr>
        <p:spPr>
          <a:xfrm>
            <a:off x="5851051" y="4472956"/>
            <a:ext cx="87387" cy="679339"/>
          </a:xfrm>
          <a:prstGeom prst="line">
            <a:avLst/>
          </a:prstGeom>
          <a:noFill/>
          <a:ln w="12700">
            <a:solidFill>
              <a:srgbClr val="A3A3A2"/>
            </a:solidFill>
            <a:prstDash val="solid"/>
          </a:ln>
        </p:spPr>
      </p:sp>
      <p:sp>
        <p:nvSpPr>
          <p:cNvPr id="41" name="Shape 39"/>
          <p:cNvSpPr/>
          <p:nvPr/>
        </p:nvSpPr>
        <p:spPr>
          <a:xfrm>
            <a:off x="6486769" y="5047467"/>
            <a:ext cx="153973" cy="-347974"/>
          </a:xfrm>
          <a:prstGeom prst="line">
            <a:avLst/>
          </a:prstGeom>
          <a:noFill/>
          <a:ln w="12700">
            <a:solidFill>
              <a:srgbClr val="A3A3A2"/>
            </a:solidFill>
            <a:prstDash val="solid"/>
          </a:ln>
        </p:spPr>
      </p:sp>
      <p:sp>
        <p:nvSpPr>
          <p:cNvPr id="42" name="Shape 40"/>
          <p:cNvSpPr/>
          <p:nvPr/>
        </p:nvSpPr>
        <p:spPr>
          <a:xfrm>
            <a:off x="7452041" y="5035624"/>
            <a:ext cx="59275" cy="-507266"/>
          </a:xfrm>
          <a:prstGeom prst="line">
            <a:avLst/>
          </a:prstGeom>
          <a:noFill/>
          <a:ln w="12700">
            <a:solidFill>
              <a:srgbClr val="A3A3A2"/>
            </a:solidFill>
            <a:prstDash val="solid"/>
          </a:ln>
        </p:spPr>
      </p:sp>
      <p:sp>
        <p:nvSpPr>
          <p:cNvPr id="43" name="Shape 41"/>
          <p:cNvSpPr/>
          <p:nvPr/>
        </p:nvSpPr>
        <p:spPr>
          <a:xfrm>
            <a:off x="6871995" y="5062560"/>
            <a:ext cx="-120171" cy="440081"/>
          </a:xfrm>
          <a:prstGeom prst="line">
            <a:avLst/>
          </a:prstGeom>
          <a:noFill/>
          <a:ln w="12700">
            <a:solidFill>
              <a:srgbClr val="A3A3A2"/>
            </a:solidFill>
            <a:prstDash val="solid"/>
          </a:ln>
        </p:spPr>
      </p:sp>
      <p:sp>
        <p:nvSpPr>
          <p:cNvPr id="44" name="Shape 42"/>
          <p:cNvSpPr/>
          <p:nvPr/>
        </p:nvSpPr>
        <p:spPr>
          <a:xfrm>
            <a:off x="6486769" y="5047467"/>
            <a:ext cx="-159740" cy="335698"/>
          </a:xfrm>
          <a:prstGeom prst="line">
            <a:avLst/>
          </a:prstGeom>
          <a:noFill/>
          <a:ln w="12700">
            <a:solidFill>
              <a:srgbClr val="A3A3A2"/>
            </a:solidFill>
            <a:prstDash val="solid"/>
          </a:ln>
        </p:spPr>
      </p:sp>
      <p:sp>
        <p:nvSpPr>
          <p:cNvPr id="45" name="Shape 43"/>
          <p:cNvSpPr/>
          <p:nvPr/>
        </p:nvSpPr>
        <p:spPr>
          <a:xfrm>
            <a:off x="7178755" y="4813813"/>
            <a:ext cx="273286" cy="221812"/>
          </a:xfrm>
          <a:prstGeom prst="line">
            <a:avLst/>
          </a:prstGeom>
          <a:noFill/>
          <a:ln w="12700">
            <a:solidFill>
              <a:srgbClr val="A3A3A2"/>
            </a:solidFill>
            <a:prstDash val="solid"/>
          </a:ln>
        </p:spPr>
      </p:sp>
      <p:sp>
        <p:nvSpPr>
          <p:cNvPr id="46" name="Shape 44"/>
          <p:cNvSpPr/>
          <p:nvPr/>
        </p:nvSpPr>
        <p:spPr>
          <a:xfrm>
            <a:off x="10225598" y="2920625"/>
            <a:ext cx="-527861" cy="408129"/>
          </a:xfrm>
          <a:prstGeom prst="line">
            <a:avLst/>
          </a:prstGeom>
          <a:noFill/>
          <a:ln w="12700">
            <a:solidFill>
              <a:srgbClr val="A3A3A2"/>
            </a:solidFill>
            <a:prstDash val="solid"/>
          </a:ln>
        </p:spPr>
      </p:sp>
      <p:sp>
        <p:nvSpPr>
          <p:cNvPr id="47" name="Shape 45"/>
          <p:cNvSpPr/>
          <p:nvPr/>
        </p:nvSpPr>
        <p:spPr>
          <a:xfrm>
            <a:off x="9697737" y="3328754"/>
            <a:ext cx="312268" cy="767486"/>
          </a:xfrm>
          <a:prstGeom prst="line">
            <a:avLst/>
          </a:prstGeom>
          <a:noFill/>
          <a:ln w="12700">
            <a:solidFill>
              <a:srgbClr val="A3A3A2"/>
            </a:solidFill>
            <a:prstDash val="solid"/>
          </a:ln>
        </p:spPr>
      </p:sp>
      <p:sp>
        <p:nvSpPr>
          <p:cNvPr id="48" name="Shape 46"/>
          <p:cNvSpPr/>
          <p:nvPr/>
        </p:nvSpPr>
        <p:spPr>
          <a:xfrm>
            <a:off x="10225598" y="2920625"/>
            <a:ext cx="86489" cy="527841"/>
          </a:xfrm>
          <a:prstGeom prst="line">
            <a:avLst/>
          </a:prstGeom>
          <a:noFill/>
          <a:ln w="12700">
            <a:solidFill>
              <a:srgbClr val="A3A3A2"/>
            </a:solidFill>
            <a:prstDash val="solid"/>
          </a:ln>
        </p:spPr>
      </p:sp>
      <p:sp>
        <p:nvSpPr>
          <p:cNvPr id="49" name="Shape 47"/>
          <p:cNvSpPr/>
          <p:nvPr/>
        </p:nvSpPr>
        <p:spPr>
          <a:xfrm>
            <a:off x="10312087" y="3448465"/>
            <a:ext cx="575025" cy="216796"/>
          </a:xfrm>
          <a:prstGeom prst="line">
            <a:avLst/>
          </a:prstGeom>
          <a:noFill/>
          <a:ln w="12700">
            <a:solidFill>
              <a:srgbClr val="A3A3A2"/>
            </a:solidFill>
            <a:prstDash val="solid"/>
          </a:ln>
        </p:spPr>
      </p:sp>
      <p:sp>
        <p:nvSpPr>
          <p:cNvPr id="50" name="Shape 48"/>
          <p:cNvSpPr/>
          <p:nvPr/>
        </p:nvSpPr>
        <p:spPr>
          <a:xfrm>
            <a:off x="9697737" y="3328754"/>
            <a:ext cx="-52562" cy="342527"/>
          </a:xfrm>
          <a:prstGeom prst="line">
            <a:avLst/>
          </a:prstGeom>
          <a:noFill/>
          <a:ln w="12700">
            <a:solidFill>
              <a:srgbClr val="A3A3A2"/>
            </a:solidFill>
            <a:prstDash val="solid"/>
          </a:ln>
        </p:spPr>
      </p:sp>
      <p:sp>
        <p:nvSpPr>
          <p:cNvPr id="51" name="Shape 49"/>
          <p:cNvSpPr/>
          <p:nvPr/>
        </p:nvSpPr>
        <p:spPr>
          <a:xfrm>
            <a:off x="10312087" y="3448465"/>
            <a:ext cx="393078" cy="-247721"/>
          </a:xfrm>
          <a:prstGeom prst="line">
            <a:avLst/>
          </a:prstGeom>
          <a:noFill/>
          <a:ln w="12700">
            <a:solidFill>
              <a:srgbClr val="A3A3A2"/>
            </a:solidFill>
            <a:prstDash val="solid"/>
          </a:ln>
        </p:spPr>
      </p:sp>
      <p:sp>
        <p:nvSpPr>
          <p:cNvPr id="52" name="Shape 50"/>
          <p:cNvSpPr/>
          <p:nvPr/>
        </p:nvSpPr>
        <p:spPr>
          <a:xfrm>
            <a:off x="10887113" y="3665261"/>
            <a:ext cx="335545" cy="161242"/>
          </a:xfrm>
          <a:prstGeom prst="line">
            <a:avLst/>
          </a:prstGeom>
          <a:noFill/>
          <a:ln w="12700">
            <a:solidFill>
              <a:srgbClr val="A3A3A2"/>
            </a:solidFill>
            <a:prstDash val="solid"/>
          </a:ln>
        </p:spPr>
      </p:sp>
      <p:sp>
        <p:nvSpPr>
          <p:cNvPr id="53" name="Shape 51"/>
          <p:cNvSpPr/>
          <p:nvPr/>
        </p:nvSpPr>
        <p:spPr>
          <a:xfrm>
            <a:off x="10010005" y="4096240"/>
            <a:ext cx="499128" cy="-55274"/>
          </a:xfrm>
          <a:prstGeom prst="line">
            <a:avLst/>
          </a:prstGeom>
          <a:noFill/>
          <a:ln w="12700">
            <a:solidFill>
              <a:srgbClr val="A3A3A2"/>
            </a:solidFill>
            <a:prstDash val="solid"/>
          </a:ln>
        </p:spPr>
      </p:sp>
      <p:sp>
        <p:nvSpPr>
          <p:cNvPr id="54" name="Shape 52"/>
          <p:cNvSpPr/>
          <p:nvPr/>
        </p:nvSpPr>
        <p:spPr>
          <a:xfrm>
            <a:off x="10705165" y="3200744"/>
            <a:ext cx="185359" cy="-782810"/>
          </a:xfrm>
          <a:prstGeom prst="line">
            <a:avLst/>
          </a:prstGeom>
          <a:noFill/>
          <a:ln w="12700">
            <a:solidFill>
              <a:srgbClr val="A3A3A2"/>
            </a:solidFill>
            <a:prstDash val="solid"/>
          </a:ln>
        </p:spPr>
      </p:sp>
      <p:sp>
        <p:nvSpPr>
          <p:cNvPr id="55" name="Shape 53"/>
          <p:cNvSpPr/>
          <p:nvPr/>
        </p:nvSpPr>
        <p:spPr>
          <a:xfrm>
            <a:off x="10700100" y="2845835"/>
            <a:ext cx="5065" cy="354910"/>
          </a:xfrm>
          <a:prstGeom prst="line">
            <a:avLst/>
          </a:prstGeom>
          <a:noFill/>
          <a:ln w="12700">
            <a:solidFill>
              <a:srgbClr val="A3A3A2"/>
            </a:solidFill>
            <a:prstDash val="solid"/>
          </a:ln>
        </p:spPr>
      </p:sp>
      <p:sp>
        <p:nvSpPr>
          <p:cNvPr id="56" name="Shape 54"/>
          <p:cNvSpPr/>
          <p:nvPr/>
        </p:nvSpPr>
        <p:spPr>
          <a:xfrm>
            <a:off x="9899275" y="2486802"/>
            <a:ext cx="326323" cy="433822"/>
          </a:xfrm>
          <a:prstGeom prst="line">
            <a:avLst/>
          </a:prstGeom>
          <a:noFill/>
          <a:ln w="12700">
            <a:solidFill>
              <a:srgbClr val="A3A3A2"/>
            </a:solidFill>
            <a:prstDash val="solid"/>
          </a:ln>
        </p:spPr>
      </p:sp>
      <p:sp>
        <p:nvSpPr>
          <p:cNvPr id="57" name="Shape 55"/>
          <p:cNvSpPr/>
          <p:nvPr/>
        </p:nvSpPr>
        <p:spPr>
          <a:xfrm>
            <a:off x="2544248" y="3967776"/>
            <a:ext cx="190495" cy="190495"/>
          </a:xfrm>
          <a:prstGeom prst="ellipse">
            <a:avLst/>
          </a:prstGeom>
          <a:solidFill>
            <a:srgbClr val="FFFFFF"/>
          </a:solidFill>
          <a:ln w="26669">
            <a:solidFill>
              <a:srgbClr val="1A1A16"/>
            </a:solidFill>
            <a:prstDash val="solid"/>
          </a:ln>
        </p:spPr>
      </p:sp>
      <p:sp>
        <p:nvSpPr>
          <p:cNvPr id="58" name="Shape 56"/>
          <p:cNvSpPr/>
          <p:nvPr/>
        </p:nvSpPr>
        <p:spPr>
          <a:xfrm>
            <a:off x="2489689" y="3497941"/>
            <a:ext cx="126997" cy="126997"/>
          </a:xfrm>
          <a:prstGeom prst="ellipse">
            <a:avLst/>
          </a:prstGeom>
          <a:solidFill>
            <a:srgbClr val="FFFFFF"/>
          </a:solidFill>
          <a:ln w="15875">
            <a:solidFill>
              <a:srgbClr val="1A1A16"/>
            </a:solidFill>
            <a:prstDash val="solid"/>
          </a:ln>
        </p:spPr>
      </p:sp>
      <p:sp>
        <p:nvSpPr>
          <p:cNvPr id="59" name="Shape 57"/>
          <p:cNvSpPr/>
          <p:nvPr/>
        </p:nvSpPr>
        <p:spPr>
          <a:xfrm>
            <a:off x="1581379" y="2976333"/>
            <a:ext cx="126997" cy="126997"/>
          </a:xfrm>
          <a:prstGeom prst="ellipse">
            <a:avLst/>
          </a:prstGeom>
          <a:solidFill>
            <a:srgbClr val="FFFFFF"/>
          </a:solidFill>
          <a:ln w="15875">
            <a:solidFill>
              <a:srgbClr val="1A1A16"/>
            </a:solidFill>
            <a:prstDash val="solid"/>
          </a:ln>
        </p:spPr>
      </p:sp>
      <p:sp>
        <p:nvSpPr>
          <p:cNvPr id="60" name="Shape 58"/>
          <p:cNvSpPr/>
          <p:nvPr/>
        </p:nvSpPr>
        <p:spPr>
          <a:xfrm>
            <a:off x="2707862" y="2749868"/>
            <a:ext cx="126997" cy="126997"/>
          </a:xfrm>
          <a:prstGeom prst="ellipse">
            <a:avLst/>
          </a:prstGeom>
          <a:solidFill>
            <a:srgbClr val="FFFFFF"/>
          </a:solidFill>
          <a:ln w="15875">
            <a:solidFill>
              <a:srgbClr val="1A1A16"/>
            </a:solidFill>
            <a:prstDash val="solid"/>
          </a:ln>
        </p:spPr>
      </p:sp>
      <p:sp>
        <p:nvSpPr>
          <p:cNvPr id="61" name="Shape 59"/>
          <p:cNvSpPr/>
          <p:nvPr/>
        </p:nvSpPr>
        <p:spPr>
          <a:xfrm>
            <a:off x="2197725" y="2909938"/>
            <a:ext cx="126997" cy="126997"/>
          </a:xfrm>
          <a:prstGeom prst="ellipse">
            <a:avLst/>
          </a:prstGeom>
          <a:solidFill>
            <a:srgbClr val="FFFFFF"/>
          </a:solidFill>
          <a:ln w="15875">
            <a:solidFill>
              <a:srgbClr val="1A1A16"/>
            </a:solidFill>
            <a:prstDash val="solid"/>
          </a:ln>
        </p:spPr>
      </p:sp>
      <p:sp>
        <p:nvSpPr>
          <p:cNvPr id="62" name="Shape 60"/>
          <p:cNvSpPr/>
          <p:nvPr/>
        </p:nvSpPr>
        <p:spPr>
          <a:xfrm>
            <a:off x="3702548" y="4120639"/>
            <a:ext cx="126997" cy="126997"/>
          </a:xfrm>
          <a:prstGeom prst="ellipse">
            <a:avLst/>
          </a:prstGeom>
          <a:solidFill>
            <a:srgbClr val="FFFFFF"/>
          </a:solidFill>
          <a:ln w="15875">
            <a:solidFill>
              <a:srgbClr val="1A1A16"/>
            </a:solidFill>
            <a:prstDash val="solid"/>
          </a:ln>
        </p:spPr>
      </p:sp>
      <p:sp>
        <p:nvSpPr>
          <p:cNvPr id="63" name="Shape 61"/>
          <p:cNvSpPr/>
          <p:nvPr/>
        </p:nvSpPr>
        <p:spPr>
          <a:xfrm>
            <a:off x="1904236" y="3683587"/>
            <a:ext cx="126997" cy="126997"/>
          </a:xfrm>
          <a:prstGeom prst="ellipse">
            <a:avLst/>
          </a:prstGeom>
          <a:solidFill>
            <a:srgbClr val="FFFFFF"/>
          </a:solidFill>
          <a:ln w="15875">
            <a:solidFill>
              <a:srgbClr val="1A1A16"/>
            </a:solidFill>
            <a:prstDash val="solid"/>
          </a:ln>
        </p:spPr>
      </p:sp>
      <p:sp>
        <p:nvSpPr>
          <p:cNvPr id="64" name="Shape 62"/>
          <p:cNvSpPr/>
          <p:nvPr/>
        </p:nvSpPr>
        <p:spPr>
          <a:xfrm>
            <a:off x="3019541" y="3205820"/>
            <a:ext cx="126997" cy="126997"/>
          </a:xfrm>
          <a:prstGeom prst="ellipse">
            <a:avLst/>
          </a:prstGeom>
          <a:solidFill>
            <a:srgbClr val="FFFFFF"/>
          </a:solidFill>
          <a:ln w="15875">
            <a:solidFill>
              <a:srgbClr val="1A1A16"/>
            </a:solidFill>
            <a:prstDash val="solid"/>
          </a:ln>
        </p:spPr>
      </p:sp>
      <p:sp>
        <p:nvSpPr>
          <p:cNvPr id="65" name="Shape 63"/>
          <p:cNvSpPr/>
          <p:nvPr/>
        </p:nvSpPr>
        <p:spPr>
          <a:xfrm>
            <a:off x="3318292" y="2278941"/>
            <a:ext cx="126997" cy="126997"/>
          </a:xfrm>
          <a:prstGeom prst="ellipse">
            <a:avLst/>
          </a:prstGeom>
          <a:solidFill>
            <a:srgbClr val="FFFFFF"/>
          </a:solidFill>
          <a:ln w="15875">
            <a:solidFill>
              <a:srgbClr val="1A1A16"/>
            </a:solidFill>
            <a:prstDash val="solid"/>
          </a:ln>
        </p:spPr>
      </p:sp>
      <p:sp>
        <p:nvSpPr>
          <p:cNvPr id="66" name="Shape 64"/>
          <p:cNvSpPr/>
          <p:nvPr/>
        </p:nvSpPr>
        <p:spPr>
          <a:xfrm>
            <a:off x="2224923" y="2425882"/>
            <a:ext cx="126997" cy="126997"/>
          </a:xfrm>
          <a:prstGeom prst="ellipse">
            <a:avLst/>
          </a:prstGeom>
          <a:solidFill>
            <a:srgbClr val="FFFFFF"/>
          </a:solidFill>
          <a:ln w="15875">
            <a:solidFill>
              <a:srgbClr val="1A1A16"/>
            </a:solidFill>
            <a:prstDash val="solid"/>
          </a:ln>
        </p:spPr>
      </p:sp>
      <p:sp>
        <p:nvSpPr>
          <p:cNvPr id="67" name="Shape 65"/>
          <p:cNvSpPr/>
          <p:nvPr/>
        </p:nvSpPr>
        <p:spPr>
          <a:xfrm>
            <a:off x="2213414" y="3848296"/>
            <a:ext cx="126997" cy="126997"/>
          </a:xfrm>
          <a:prstGeom prst="ellipse">
            <a:avLst/>
          </a:prstGeom>
          <a:solidFill>
            <a:srgbClr val="FFFFFF"/>
          </a:solidFill>
          <a:ln w="15875">
            <a:solidFill>
              <a:srgbClr val="1A1A16"/>
            </a:solidFill>
            <a:prstDash val="solid"/>
          </a:ln>
        </p:spPr>
      </p:sp>
      <p:sp>
        <p:nvSpPr>
          <p:cNvPr id="68" name="Shape 66"/>
          <p:cNvSpPr/>
          <p:nvPr/>
        </p:nvSpPr>
        <p:spPr>
          <a:xfrm>
            <a:off x="2041697" y="4132086"/>
            <a:ext cx="126997" cy="126997"/>
          </a:xfrm>
          <a:prstGeom prst="ellipse">
            <a:avLst/>
          </a:prstGeom>
          <a:solidFill>
            <a:srgbClr val="FFFFFF"/>
          </a:solidFill>
          <a:ln w="15875">
            <a:solidFill>
              <a:srgbClr val="1A1A16"/>
            </a:solidFill>
            <a:prstDash val="solid"/>
          </a:ln>
        </p:spPr>
      </p:sp>
      <p:sp>
        <p:nvSpPr>
          <p:cNvPr id="69" name="Shape 67"/>
          <p:cNvSpPr/>
          <p:nvPr/>
        </p:nvSpPr>
        <p:spPr>
          <a:xfrm>
            <a:off x="1683502" y="4236619"/>
            <a:ext cx="126997" cy="126997"/>
          </a:xfrm>
          <a:prstGeom prst="ellipse">
            <a:avLst/>
          </a:prstGeom>
          <a:solidFill>
            <a:srgbClr val="FFFFFF"/>
          </a:solidFill>
          <a:ln w="15875">
            <a:solidFill>
              <a:srgbClr val="1A1A16"/>
            </a:solidFill>
            <a:prstDash val="solid"/>
          </a:ln>
        </p:spPr>
      </p:sp>
      <p:sp>
        <p:nvSpPr>
          <p:cNvPr id="70" name="Shape 68"/>
          <p:cNvSpPr/>
          <p:nvPr/>
        </p:nvSpPr>
        <p:spPr>
          <a:xfrm>
            <a:off x="2230072" y="3284778"/>
            <a:ext cx="126997" cy="126997"/>
          </a:xfrm>
          <a:prstGeom prst="ellipse">
            <a:avLst/>
          </a:prstGeom>
          <a:solidFill>
            <a:srgbClr val="FFFFFF"/>
          </a:solidFill>
          <a:ln w="15875">
            <a:solidFill>
              <a:srgbClr val="1A1A16"/>
            </a:solidFill>
            <a:prstDash val="solid"/>
          </a:ln>
        </p:spPr>
      </p:sp>
      <p:sp>
        <p:nvSpPr>
          <p:cNvPr id="71" name="Shape 69"/>
          <p:cNvSpPr/>
          <p:nvPr/>
        </p:nvSpPr>
        <p:spPr>
          <a:xfrm>
            <a:off x="1745276" y="2649886"/>
            <a:ext cx="126997" cy="126997"/>
          </a:xfrm>
          <a:prstGeom prst="ellipse">
            <a:avLst/>
          </a:prstGeom>
          <a:solidFill>
            <a:srgbClr val="FFFFFF"/>
          </a:solidFill>
          <a:ln w="15875">
            <a:solidFill>
              <a:srgbClr val="1A1A16"/>
            </a:solidFill>
            <a:prstDash val="solid"/>
          </a:ln>
        </p:spPr>
      </p:sp>
      <p:sp>
        <p:nvSpPr>
          <p:cNvPr id="72" name="Shape 70"/>
          <p:cNvSpPr/>
          <p:nvPr/>
        </p:nvSpPr>
        <p:spPr>
          <a:xfrm>
            <a:off x="3226554" y="2834794"/>
            <a:ext cx="126997" cy="126997"/>
          </a:xfrm>
          <a:prstGeom prst="ellipse">
            <a:avLst/>
          </a:prstGeom>
          <a:solidFill>
            <a:srgbClr val="FFFFFF"/>
          </a:solidFill>
          <a:ln w="15875">
            <a:solidFill>
              <a:srgbClr val="1A1A16"/>
            </a:solidFill>
            <a:prstDash val="solid"/>
          </a:ln>
        </p:spPr>
      </p:sp>
      <p:sp>
        <p:nvSpPr>
          <p:cNvPr id="73" name="Shape 71"/>
          <p:cNvSpPr/>
          <p:nvPr/>
        </p:nvSpPr>
        <p:spPr>
          <a:xfrm>
            <a:off x="7268198" y="2233891"/>
            <a:ext cx="190495" cy="190495"/>
          </a:xfrm>
          <a:prstGeom prst="ellipse">
            <a:avLst/>
          </a:prstGeom>
          <a:solidFill>
            <a:srgbClr val="FFFFFF"/>
          </a:solidFill>
          <a:ln w="26669">
            <a:solidFill>
              <a:srgbClr val="1A1A16"/>
            </a:solidFill>
            <a:prstDash val="solid"/>
          </a:ln>
        </p:spPr>
      </p:sp>
      <p:sp>
        <p:nvSpPr>
          <p:cNvPr id="74" name="Shape 72"/>
          <p:cNvSpPr/>
          <p:nvPr/>
        </p:nvSpPr>
        <p:spPr>
          <a:xfrm>
            <a:off x="6348839" y="1682267"/>
            <a:ext cx="126997" cy="126997"/>
          </a:xfrm>
          <a:prstGeom prst="ellipse">
            <a:avLst/>
          </a:prstGeom>
          <a:solidFill>
            <a:srgbClr val="FFFFFF"/>
          </a:solidFill>
          <a:ln w="15875">
            <a:solidFill>
              <a:srgbClr val="1A1A16"/>
            </a:solidFill>
            <a:prstDash val="solid"/>
          </a:ln>
        </p:spPr>
      </p:sp>
      <p:sp>
        <p:nvSpPr>
          <p:cNvPr id="75" name="Shape 73"/>
          <p:cNvSpPr/>
          <p:nvPr/>
        </p:nvSpPr>
        <p:spPr>
          <a:xfrm>
            <a:off x="5653953" y="1386951"/>
            <a:ext cx="126997" cy="126997"/>
          </a:xfrm>
          <a:prstGeom prst="ellipse">
            <a:avLst/>
          </a:prstGeom>
          <a:solidFill>
            <a:srgbClr val="FFFFFF"/>
          </a:solidFill>
          <a:ln w="15875">
            <a:solidFill>
              <a:srgbClr val="1A1A16"/>
            </a:solidFill>
            <a:prstDash val="solid"/>
          </a:ln>
        </p:spPr>
      </p:sp>
      <p:sp>
        <p:nvSpPr>
          <p:cNvPr id="76" name="Shape 74"/>
          <p:cNvSpPr/>
          <p:nvPr/>
        </p:nvSpPr>
        <p:spPr>
          <a:xfrm>
            <a:off x="5849345" y="1670669"/>
            <a:ext cx="126997" cy="126997"/>
          </a:xfrm>
          <a:prstGeom prst="ellipse">
            <a:avLst/>
          </a:prstGeom>
          <a:solidFill>
            <a:srgbClr val="FFFFFF"/>
          </a:solidFill>
          <a:ln w="15875">
            <a:solidFill>
              <a:srgbClr val="1A1A16"/>
            </a:solidFill>
            <a:prstDash val="solid"/>
          </a:ln>
        </p:spPr>
      </p:sp>
      <p:sp>
        <p:nvSpPr>
          <p:cNvPr id="77" name="Shape 75"/>
          <p:cNvSpPr/>
          <p:nvPr/>
        </p:nvSpPr>
        <p:spPr>
          <a:xfrm>
            <a:off x="5663513" y="1962187"/>
            <a:ext cx="126997" cy="126997"/>
          </a:xfrm>
          <a:prstGeom prst="ellipse">
            <a:avLst/>
          </a:prstGeom>
          <a:solidFill>
            <a:srgbClr val="FFFFFF"/>
          </a:solidFill>
          <a:ln w="15875">
            <a:solidFill>
              <a:srgbClr val="1A1A16"/>
            </a:solidFill>
            <a:prstDash val="solid"/>
          </a:ln>
        </p:spPr>
      </p:sp>
      <p:sp>
        <p:nvSpPr>
          <p:cNvPr id="78" name="Shape 76"/>
          <p:cNvSpPr/>
          <p:nvPr/>
        </p:nvSpPr>
        <p:spPr>
          <a:xfrm>
            <a:off x="5968734" y="2088273"/>
            <a:ext cx="126997" cy="126997"/>
          </a:xfrm>
          <a:prstGeom prst="ellipse">
            <a:avLst/>
          </a:prstGeom>
          <a:solidFill>
            <a:srgbClr val="FFFFFF"/>
          </a:solidFill>
          <a:ln w="15875">
            <a:solidFill>
              <a:srgbClr val="1A1A16"/>
            </a:solidFill>
            <a:prstDash val="solid"/>
          </a:ln>
        </p:spPr>
      </p:sp>
      <p:sp>
        <p:nvSpPr>
          <p:cNvPr id="79" name="Shape 77"/>
          <p:cNvSpPr/>
          <p:nvPr/>
        </p:nvSpPr>
        <p:spPr>
          <a:xfrm>
            <a:off x="6708385" y="1461642"/>
            <a:ext cx="126997" cy="126997"/>
          </a:xfrm>
          <a:prstGeom prst="ellipse">
            <a:avLst/>
          </a:prstGeom>
          <a:solidFill>
            <a:srgbClr val="FFFFFF"/>
          </a:solidFill>
          <a:ln w="15875">
            <a:solidFill>
              <a:srgbClr val="1A1A16"/>
            </a:solidFill>
            <a:prstDash val="solid"/>
          </a:ln>
        </p:spPr>
      </p:sp>
      <p:sp>
        <p:nvSpPr>
          <p:cNvPr id="80" name="Shape 78"/>
          <p:cNvSpPr/>
          <p:nvPr/>
        </p:nvSpPr>
        <p:spPr>
          <a:xfrm>
            <a:off x="7012953" y="1814443"/>
            <a:ext cx="126997" cy="126997"/>
          </a:xfrm>
          <a:prstGeom prst="ellipse">
            <a:avLst/>
          </a:prstGeom>
          <a:solidFill>
            <a:srgbClr val="FFFFFF"/>
          </a:solidFill>
          <a:ln w="15875">
            <a:solidFill>
              <a:srgbClr val="1A1A16"/>
            </a:solidFill>
            <a:prstDash val="solid"/>
          </a:ln>
        </p:spPr>
      </p:sp>
      <p:sp>
        <p:nvSpPr>
          <p:cNvPr id="81" name="Shape 79"/>
          <p:cNvSpPr/>
          <p:nvPr/>
        </p:nvSpPr>
        <p:spPr>
          <a:xfrm>
            <a:off x="5526204" y="2389006"/>
            <a:ext cx="126997" cy="126997"/>
          </a:xfrm>
          <a:prstGeom prst="ellipse">
            <a:avLst/>
          </a:prstGeom>
          <a:solidFill>
            <a:srgbClr val="FFFFFF"/>
          </a:solidFill>
          <a:ln w="15875">
            <a:solidFill>
              <a:srgbClr val="1A1A16"/>
            </a:solidFill>
            <a:prstDash val="solid"/>
          </a:ln>
        </p:spPr>
      </p:sp>
      <p:sp>
        <p:nvSpPr>
          <p:cNvPr id="82" name="Shape 80"/>
          <p:cNvSpPr/>
          <p:nvPr/>
        </p:nvSpPr>
        <p:spPr>
          <a:xfrm>
            <a:off x="6682081" y="2336975"/>
            <a:ext cx="126997" cy="126997"/>
          </a:xfrm>
          <a:prstGeom prst="ellipse">
            <a:avLst/>
          </a:prstGeom>
          <a:solidFill>
            <a:srgbClr val="FFFFFF"/>
          </a:solidFill>
          <a:ln w="15875">
            <a:solidFill>
              <a:srgbClr val="1A1A16"/>
            </a:solidFill>
            <a:prstDash val="solid"/>
          </a:ln>
        </p:spPr>
      </p:sp>
      <p:sp>
        <p:nvSpPr>
          <p:cNvPr id="83" name="Shape 81"/>
          <p:cNvSpPr/>
          <p:nvPr/>
        </p:nvSpPr>
        <p:spPr>
          <a:xfrm>
            <a:off x="6001084" y="1272326"/>
            <a:ext cx="126997" cy="126997"/>
          </a:xfrm>
          <a:prstGeom prst="ellipse">
            <a:avLst/>
          </a:prstGeom>
          <a:solidFill>
            <a:srgbClr val="FFFFFF"/>
          </a:solidFill>
          <a:ln w="15875">
            <a:solidFill>
              <a:srgbClr val="1A1A16"/>
            </a:solidFill>
            <a:prstDash val="solid"/>
          </a:ln>
        </p:spPr>
      </p:sp>
      <p:sp>
        <p:nvSpPr>
          <p:cNvPr id="84" name="Shape 82"/>
          <p:cNvSpPr/>
          <p:nvPr/>
        </p:nvSpPr>
        <p:spPr>
          <a:xfrm>
            <a:off x="7308906" y="1313628"/>
            <a:ext cx="126997" cy="126997"/>
          </a:xfrm>
          <a:prstGeom prst="ellipse">
            <a:avLst/>
          </a:prstGeom>
          <a:solidFill>
            <a:srgbClr val="FFFFFF"/>
          </a:solidFill>
          <a:ln w="15875">
            <a:solidFill>
              <a:srgbClr val="1A1A16"/>
            </a:solidFill>
            <a:prstDash val="solid"/>
          </a:ln>
        </p:spPr>
      </p:sp>
      <p:sp>
        <p:nvSpPr>
          <p:cNvPr id="85" name="Shape 83"/>
          <p:cNvSpPr/>
          <p:nvPr/>
        </p:nvSpPr>
        <p:spPr>
          <a:xfrm>
            <a:off x="5843190" y="5057047"/>
            <a:ext cx="190495" cy="190495"/>
          </a:xfrm>
          <a:prstGeom prst="ellipse">
            <a:avLst/>
          </a:prstGeom>
          <a:solidFill>
            <a:srgbClr val="FFFFFF"/>
          </a:solidFill>
          <a:ln w="26669">
            <a:solidFill>
              <a:srgbClr val="1A1A16"/>
            </a:solidFill>
            <a:prstDash val="solid"/>
          </a:ln>
        </p:spPr>
      </p:sp>
      <p:sp>
        <p:nvSpPr>
          <p:cNvPr id="86" name="Shape 84"/>
          <p:cNvSpPr/>
          <p:nvPr/>
        </p:nvSpPr>
        <p:spPr>
          <a:xfrm>
            <a:off x="7388543" y="4972126"/>
            <a:ext cx="126997" cy="126997"/>
          </a:xfrm>
          <a:prstGeom prst="ellipse">
            <a:avLst/>
          </a:prstGeom>
          <a:solidFill>
            <a:srgbClr val="FFFFFF"/>
          </a:solidFill>
          <a:ln w="15875">
            <a:solidFill>
              <a:srgbClr val="1A1A16"/>
            </a:solidFill>
            <a:prstDash val="solid"/>
          </a:ln>
        </p:spPr>
      </p:sp>
      <p:sp>
        <p:nvSpPr>
          <p:cNvPr id="87" name="Shape 85"/>
          <p:cNvSpPr/>
          <p:nvPr/>
        </p:nvSpPr>
        <p:spPr>
          <a:xfrm>
            <a:off x="6423271" y="4983969"/>
            <a:ext cx="126997" cy="126997"/>
          </a:xfrm>
          <a:prstGeom prst="ellipse">
            <a:avLst/>
          </a:prstGeom>
          <a:solidFill>
            <a:srgbClr val="FFFFFF"/>
          </a:solidFill>
          <a:ln w="15875">
            <a:solidFill>
              <a:srgbClr val="1A1A16"/>
            </a:solidFill>
            <a:prstDash val="solid"/>
          </a:ln>
        </p:spPr>
      </p:sp>
      <p:sp>
        <p:nvSpPr>
          <p:cNvPr id="88" name="Shape 86"/>
          <p:cNvSpPr/>
          <p:nvPr/>
        </p:nvSpPr>
        <p:spPr>
          <a:xfrm>
            <a:off x="6808496" y="4999061"/>
            <a:ext cx="126997" cy="126997"/>
          </a:xfrm>
          <a:prstGeom prst="ellipse">
            <a:avLst/>
          </a:prstGeom>
          <a:solidFill>
            <a:srgbClr val="FFFFFF"/>
          </a:solidFill>
          <a:ln w="15875">
            <a:solidFill>
              <a:srgbClr val="1A1A16"/>
            </a:solidFill>
            <a:prstDash val="solid"/>
          </a:ln>
        </p:spPr>
      </p:sp>
      <p:sp>
        <p:nvSpPr>
          <p:cNvPr id="89" name="Shape 87"/>
          <p:cNvSpPr/>
          <p:nvPr/>
        </p:nvSpPr>
        <p:spPr>
          <a:xfrm>
            <a:off x="7386768" y="5391482"/>
            <a:ext cx="126997" cy="126997"/>
          </a:xfrm>
          <a:prstGeom prst="ellipse">
            <a:avLst/>
          </a:prstGeom>
          <a:solidFill>
            <a:srgbClr val="FFFFFF"/>
          </a:solidFill>
          <a:ln w="15875">
            <a:solidFill>
              <a:srgbClr val="1A1A16"/>
            </a:solidFill>
            <a:prstDash val="solid"/>
          </a:ln>
        </p:spPr>
      </p:sp>
      <p:sp>
        <p:nvSpPr>
          <p:cNvPr id="90" name="Shape 88"/>
          <p:cNvSpPr/>
          <p:nvPr/>
        </p:nvSpPr>
        <p:spPr>
          <a:xfrm>
            <a:off x="5787552" y="4409458"/>
            <a:ext cx="126997" cy="126997"/>
          </a:xfrm>
          <a:prstGeom prst="ellipse">
            <a:avLst/>
          </a:prstGeom>
          <a:solidFill>
            <a:srgbClr val="FFFFFF"/>
          </a:solidFill>
          <a:ln w="15875">
            <a:solidFill>
              <a:srgbClr val="1A1A16"/>
            </a:solidFill>
            <a:prstDash val="solid"/>
          </a:ln>
        </p:spPr>
      </p:sp>
      <p:sp>
        <p:nvSpPr>
          <p:cNvPr id="91" name="Shape 89"/>
          <p:cNvSpPr/>
          <p:nvPr/>
        </p:nvSpPr>
        <p:spPr>
          <a:xfrm>
            <a:off x="6577244" y="4635995"/>
            <a:ext cx="126997" cy="126997"/>
          </a:xfrm>
          <a:prstGeom prst="ellipse">
            <a:avLst/>
          </a:prstGeom>
          <a:solidFill>
            <a:srgbClr val="FFFFFF"/>
          </a:solidFill>
          <a:ln w="15875">
            <a:solidFill>
              <a:srgbClr val="1A1A16"/>
            </a:solidFill>
            <a:prstDash val="solid"/>
          </a:ln>
        </p:spPr>
      </p:sp>
      <p:sp>
        <p:nvSpPr>
          <p:cNvPr id="92" name="Shape 90"/>
          <p:cNvSpPr/>
          <p:nvPr/>
        </p:nvSpPr>
        <p:spPr>
          <a:xfrm>
            <a:off x="7447818" y="4464860"/>
            <a:ext cx="126997" cy="126997"/>
          </a:xfrm>
          <a:prstGeom prst="ellipse">
            <a:avLst/>
          </a:prstGeom>
          <a:solidFill>
            <a:srgbClr val="FFFFFF"/>
          </a:solidFill>
          <a:ln w="15875">
            <a:solidFill>
              <a:srgbClr val="1A1A16"/>
            </a:solidFill>
            <a:prstDash val="solid"/>
          </a:ln>
        </p:spPr>
      </p:sp>
      <p:sp>
        <p:nvSpPr>
          <p:cNvPr id="93" name="Shape 91"/>
          <p:cNvSpPr/>
          <p:nvPr/>
        </p:nvSpPr>
        <p:spPr>
          <a:xfrm>
            <a:off x="6688325" y="5439142"/>
            <a:ext cx="126997" cy="126997"/>
          </a:xfrm>
          <a:prstGeom prst="ellipse">
            <a:avLst/>
          </a:prstGeom>
          <a:solidFill>
            <a:srgbClr val="FFFFFF"/>
          </a:solidFill>
          <a:ln w="15875">
            <a:solidFill>
              <a:srgbClr val="1A1A16"/>
            </a:solidFill>
            <a:prstDash val="solid"/>
          </a:ln>
        </p:spPr>
      </p:sp>
      <p:sp>
        <p:nvSpPr>
          <p:cNvPr id="94" name="Shape 92"/>
          <p:cNvSpPr/>
          <p:nvPr/>
        </p:nvSpPr>
        <p:spPr>
          <a:xfrm>
            <a:off x="6263531" y="5319667"/>
            <a:ext cx="126997" cy="126997"/>
          </a:xfrm>
          <a:prstGeom prst="ellipse">
            <a:avLst/>
          </a:prstGeom>
          <a:solidFill>
            <a:srgbClr val="FFFFFF"/>
          </a:solidFill>
          <a:ln w="15875">
            <a:solidFill>
              <a:srgbClr val="1A1A16"/>
            </a:solidFill>
            <a:prstDash val="solid"/>
          </a:ln>
        </p:spPr>
      </p:sp>
      <p:sp>
        <p:nvSpPr>
          <p:cNvPr id="95" name="Shape 93"/>
          <p:cNvSpPr/>
          <p:nvPr/>
        </p:nvSpPr>
        <p:spPr>
          <a:xfrm>
            <a:off x="7115257" y="4750314"/>
            <a:ext cx="126997" cy="126997"/>
          </a:xfrm>
          <a:prstGeom prst="ellipse">
            <a:avLst/>
          </a:prstGeom>
          <a:solidFill>
            <a:srgbClr val="FFFFFF"/>
          </a:solidFill>
          <a:ln w="15875">
            <a:solidFill>
              <a:srgbClr val="1A1A16"/>
            </a:solidFill>
            <a:prstDash val="solid"/>
          </a:ln>
        </p:spPr>
      </p:sp>
      <p:sp>
        <p:nvSpPr>
          <p:cNvPr id="96" name="Shape 94"/>
          <p:cNvSpPr/>
          <p:nvPr/>
        </p:nvSpPr>
        <p:spPr>
          <a:xfrm>
            <a:off x="10130350" y="2825377"/>
            <a:ext cx="190495" cy="190495"/>
          </a:xfrm>
          <a:prstGeom prst="ellipse">
            <a:avLst/>
          </a:prstGeom>
          <a:solidFill>
            <a:srgbClr val="FFFFFF"/>
          </a:solidFill>
          <a:ln w="26669">
            <a:solidFill>
              <a:srgbClr val="1A1A16"/>
            </a:solidFill>
            <a:prstDash val="solid"/>
          </a:ln>
        </p:spPr>
      </p:sp>
      <p:sp>
        <p:nvSpPr>
          <p:cNvPr id="97" name="Shape 95"/>
          <p:cNvSpPr/>
          <p:nvPr/>
        </p:nvSpPr>
        <p:spPr>
          <a:xfrm>
            <a:off x="9634238" y="3265255"/>
            <a:ext cx="126997" cy="126997"/>
          </a:xfrm>
          <a:prstGeom prst="ellipse">
            <a:avLst/>
          </a:prstGeom>
          <a:solidFill>
            <a:srgbClr val="FFFFFF"/>
          </a:solidFill>
          <a:ln w="15875">
            <a:solidFill>
              <a:srgbClr val="1A1A16"/>
            </a:solidFill>
            <a:prstDash val="solid"/>
          </a:ln>
        </p:spPr>
      </p:sp>
      <p:sp>
        <p:nvSpPr>
          <p:cNvPr id="98" name="Shape 96"/>
          <p:cNvSpPr/>
          <p:nvPr/>
        </p:nvSpPr>
        <p:spPr>
          <a:xfrm>
            <a:off x="9946506" y="4032742"/>
            <a:ext cx="126997" cy="126997"/>
          </a:xfrm>
          <a:prstGeom prst="ellipse">
            <a:avLst/>
          </a:prstGeom>
          <a:solidFill>
            <a:srgbClr val="FFFFFF"/>
          </a:solidFill>
          <a:ln w="15875">
            <a:solidFill>
              <a:srgbClr val="1A1A16"/>
            </a:solidFill>
            <a:prstDash val="solid"/>
          </a:ln>
        </p:spPr>
      </p:sp>
      <p:sp>
        <p:nvSpPr>
          <p:cNvPr id="99" name="Shape 97"/>
          <p:cNvSpPr/>
          <p:nvPr/>
        </p:nvSpPr>
        <p:spPr>
          <a:xfrm>
            <a:off x="10248589" y="3384967"/>
            <a:ext cx="126997" cy="126997"/>
          </a:xfrm>
          <a:prstGeom prst="ellipse">
            <a:avLst/>
          </a:prstGeom>
          <a:solidFill>
            <a:srgbClr val="FFFFFF"/>
          </a:solidFill>
          <a:ln w="15875">
            <a:solidFill>
              <a:srgbClr val="1A1A16"/>
            </a:solidFill>
            <a:prstDash val="solid"/>
          </a:ln>
        </p:spPr>
      </p:sp>
      <p:sp>
        <p:nvSpPr>
          <p:cNvPr id="100" name="Shape 98"/>
          <p:cNvSpPr/>
          <p:nvPr/>
        </p:nvSpPr>
        <p:spPr>
          <a:xfrm>
            <a:off x="10823614" y="3601763"/>
            <a:ext cx="126997" cy="126997"/>
          </a:xfrm>
          <a:prstGeom prst="ellipse">
            <a:avLst/>
          </a:prstGeom>
          <a:solidFill>
            <a:srgbClr val="FFFFFF"/>
          </a:solidFill>
          <a:ln w="15875">
            <a:solidFill>
              <a:srgbClr val="1A1A16"/>
            </a:solidFill>
            <a:prstDash val="solid"/>
          </a:ln>
        </p:spPr>
      </p:sp>
      <p:sp>
        <p:nvSpPr>
          <p:cNvPr id="101" name="Shape 99"/>
          <p:cNvSpPr/>
          <p:nvPr/>
        </p:nvSpPr>
        <p:spPr>
          <a:xfrm>
            <a:off x="9581677" y="3607782"/>
            <a:ext cx="126997" cy="126997"/>
          </a:xfrm>
          <a:prstGeom prst="ellipse">
            <a:avLst/>
          </a:prstGeom>
          <a:solidFill>
            <a:srgbClr val="FFFFFF"/>
          </a:solidFill>
          <a:ln w="15875">
            <a:solidFill>
              <a:srgbClr val="1A1A16"/>
            </a:solidFill>
            <a:prstDash val="solid"/>
          </a:ln>
        </p:spPr>
      </p:sp>
      <p:sp>
        <p:nvSpPr>
          <p:cNvPr id="102" name="Shape 100"/>
          <p:cNvSpPr/>
          <p:nvPr/>
        </p:nvSpPr>
        <p:spPr>
          <a:xfrm>
            <a:off x="10641667" y="3137246"/>
            <a:ext cx="126997" cy="126997"/>
          </a:xfrm>
          <a:prstGeom prst="ellipse">
            <a:avLst/>
          </a:prstGeom>
          <a:solidFill>
            <a:srgbClr val="FFFFFF"/>
          </a:solidFill>
          <a:ln w="15875">
            <a:solidFill>
              <a:srgbClr val="1A1A16"/>
            </a:solidFill>
            <a:prstDash val="solid"/>
          </a:ln>
        </p:spPr>
      </p:sp>
      <p:sp>
        <p:nvSpPr>
          <p:cNvPr id="103" name="Shape 101"/>
          <p:cNvSpPr/>
          <p:nvPr/>
        </p:nvSpPr>
        <p:spPr>
          <a:xfrm>
            <a:off x="11159159" y="3763004"/>
            <a:ext cx="126997" cy="126997"/>
          </a:xfrm>
          <a:prstGeom prst="ellipse">
            <a:avLst/>
          </a:prstGeom>
          <a:solidFill>
            <a:srgbClr val="FFFFFF"/>
          </a:solidFill>
          <a:ln w="15875">
            <a:solidFill>
              <a:srgbClr val="1A1A16"/>
            </a:solidFill>
            <a:prstDash val="solid"/>
          </a:ln>
        </p:spPr>
      </p:sp>
      <p:sp>
        <p:nvSpPr>
          <p:cNvPr id="104" name="Shape 102"/>
          <p:cNvSpPr/>
          <p:nvPr/>
        </p:nvSpPr>
        <p:spPr>
          <a:xfrm>
            <a:off x="10445634" y="3977467"/>
            <a:ext cx="126997" cy="126997"/>
          </a:xfrm>
          <a:prstGeom prst="ellipse">
            <a:avLst/>
          </a:prstGeom>
          <a:solidFill>
            <a:srgbClr val="FFFFFF"/>
          </a:solidFill>
          <a:ln w="15875">
            <a:solidFill>
              <a:srgbClr val="1A1A16"/>
            </a:solidFill>
            <a:prstDash val="solid"/>
          </a:ln>
        </p:spPr>
      </p:sp>
      <p:sp>
        <p:nvSpPr>
          <p:cNvPr id="105" name="Shape 103"/>
          <p:cNvSpPr/>
          <p:nvPr/>
        </p:nvSpPr>
        <p:spPr>
          <a:xfrm>
            <a:off x="10827025" y="2354435"/>
            <a:ext cx="126997" cy="126997"/>
          </a:xfrm>
          <a:prstGeom prst="ellipse">
            <a:avLst/>
          </a:prstGeom>
          <a:solidFill>
            <a:srgbClr val="FFFFFF"/>
          </a:solidFill>
          <a:ln w="15875">
            <a:solidFill>
              <a:srgbClr val="1A1A16"/>
            </a:solidFill>
            <a:prstDash val="solid"/>
          </a:ln>
        </p:spPr>
      </p:sp>
      <p:sp>
        <p:nvSpPr>
          <p:cNvPr id="106" name="Shape 104"/>
          <p:cNvSpPr/>
          <p:nvPr/>
        </p:nvSpPr>
        <p:spPr>
          <a:xfrm>
            <a:off x="10636602" y="2782336"/>
            <a:ext cx="126997" cy="126997"/>
          </a:xfrm>
          <a:prstGeom prst="ellipse">
            <a:avLst/>
          </a:prstGeom>
          <a:solidFill>
            <a:srgbClr val="FFFFFF"/>
          </a:solidFill>
          <a:ln w="15875">
            <a:solidFill>
              <a:srgbClr val="1A1A16"/>
            </a:solidFill>
            <a:prstDash val="solid"/>
          </a:ln>
        </p:spPr>
      </p:sp>
      <p:sp>
        <p:nvSpPr>
          <p:cNvPr id="107" name="Shape 105"/>
          <p:cNvSpPr/>
          <p:nvPr/>
        </p:nvSpPr>
        <p:spPr>
          <a:xfrm>
            <a:off x="9835776" y="2423304"/>
            <a:ext cx="126997" cy="126997"/>
          </a:xfrm>
          <a:prstGeom prst="ellipse">
            <a:avLst/>
          </a:prstGeom>
          <a:solidFill>
            <a:srgbClr val="FFFFFF"/>
          </a:solidFill>
          <a:ln w="15875">
            <a:solidFill>
              <a:srgbClr val="1A1A16"/>
            </a:solidFill>
            <a:prstDash val="solid"/>
          </a:ln>
        </p:spPr>
      </p:sp>
      <p:sp>
        <p:nvSpPr>
          <p:cNvPr id="108" name="Text 10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109" name="Shape 107"/>
          <p:cNvSpPr/>
          <p:nvPr/>
        </p:nvSpPr>
        <p:spPr>
          <a:xfrm>
            <a:off x="3381791" y="2342439"/>
            <a:ext cx="1126597" cy="197497"/>
          </a:xfrm>
          <a:prstGeom prst="line">
            <a:avLst/>
          </a:prstGeom>
          <a:noFill/>
          <a:ln w="11430">
            <a:solidFill>
              <a:srgbClr val="BABAB9"/>
            </a:solidFill>
            <a:prstDash val="solid"/>
          </a:ln>
        </p:spPr>
      </p:sp>
      <p:sp>
        <p:nvSpPr>
          <p:cNvPr id="110" name="Shape 108"/>
          <p:cNvSpPr/>
          <p:nvPr/>
        </p:nvSpPr>
        <p:spPr>
          <a:xfrm>
            <a:off x="3290052" y="2898292"/>
            <a:ext cx="1218335" cy="-358356"/>
          </a:xfrm>
          <a:prstGeom prst="line">
            <a:avLst/>
          </a:prstGeom>
          <a:noFill/>
          <a:ln w="11430">
            <a:solidFill>
              <a:srgbClr val="BABAB9"/>
            </a:solidFill>
            <a:prstDash val="solid"/>
          </a:ln>
        </p:spPr>
      </p:sp>
      <p:sp>
        <p:nvSpPr>
          <p:cNvPr id="111" name="Shape 109"/>
          <p:cNvSpPr/>
          <p:nvPr/>
        </p:nvSpPr>
        <p:spPr>
          <a:xfrm>
            <a:off x="5589702" y="2452504"/>
            <a:ext cx="-1081315" cy="87432"/>
          </a:xfrm>
          <a:prstGeom prst="line">
            <a:avLst/>
          </a:prstGeom>
          <a:noFill/>
          <a:ln w="11430">
            <a:solidFill>
              <a:srgbClr val="BABAB9"/>
            </a:solidFill>
            <a:prstDash val="solid"/>
          </a:ln>
        </p:spPr>
      </p:sp>
      <p:sp>
        <p:nvSpPr>
          <p:cNvPr id="112" name="Shape 110"/>
          <p:cNvSpPr/>
          <p:nvPr/>
        </p:nvSpPr>
        <p:spPr>
          <a:xfrm>
            <a:off x="5727011" y="2025686"/>
            <a:ext cx="-1218624" cy="514251"/>
          </a:xfrm>
          <a:prstGeom prst="line">
            <a:avLst/>
          </a:prstGeom>
          <a:noFill/>
          <a:ln w="11430">
            <a:solidFill>
              <a:srgbClr val="BABAB9"/>
            </a:solidFill>
            <a:prstDash val="solid"/>
          </a:ln>
        </p:spPr>
      </p:sp>
      <p:sp>
        <p:nvSpPr>
          <p:cNvPr id="113" name="Shape 111"/>
          <p:cNvSpPr/>
          <p:nvPr/>
        </p:nvSpPr>
        <p:spPr>
          <a:xfrm>
            <a:off x="4317892" y="2349441"/>
            <a:ext cx="380990" cy="380990"/>
          </a:xfrm>
          <a:prstGeom prst="ellipse">
            <a:avLst/>
          </a:prstGeom>
          <a:solidFill>
            <a:srgbClr val="FFFFFF"/>
          </a:solidFill>
          <a:ln w="10160">
            <a:solidFill>
              <a:srgbClr val="DADADA"/>
            </a:solidFill>
            <a:prstDash val="solid"/>
          </a:ln>
        </p:spPr>
      </p:sp>
      <p:sp>
        <p:nvSpPr>
          <p:cNvPr id="114" name="Shape 112"/>
          <p:cNvSpPr/>
          <p:nvPr/>
        </p:nvSpPr>
        <p:spPr>
          <a:xfrm>
            <a:off x="4394090" y="2425639"/>
            <a:ext cx="228594" cy="228594"/>
          </a:xfrm>
          <a:prstGeom prst="ellipse">
            <a:avLst/>
          </a:prstGeom>
          <a:solidFill>
            <a:srgbClr val="FFFFFF"/>
          </a:solidFill>
          <a:ln w="16510">
            <a:solidFill>
              <a:srgbClr val="1A1A16"/>
            </a:solidFill>
            <a:prstDash val="solid"/>
          </a:ln>
        </p:spPr>
      </p:sp>
      <p:sp>
        <p:nvSpPr>
          <p:cNvPr id="115" name="Shape 113"/>
          <p:cNvSpPr/>
          <p:nvPr/>
        </p:nvSpPr>
        <p:spPr>
          <a:xfrm>
            <a:off x="3766047" y="4184138"/>
            <a:ext cx="869337" cy="654441"/>
          </a:xfrm>
          <a:prstGeom prst="line">
            <a:avLst/>
          </a:prstGeom>
          <a:noFill/>
          <a:ln w="11430">
            <a:solidFill>
              <a:srgbClr val="BABAB9"/>
            </a:solidFill>
            <a:prstDash val="solid"/>
          </a:ln>
        </p:spPr>
      </p:sp>
      <p:sp>
        <p:nvSpPr>
          <p:cNvPr id="116" name="Shape 114"/>
          <p:cNvSpPr/>
          <p:nvPr/>
        </p:nvSpPr>
        <p:spPr>
          <a:xfrm>
            <a:off x="2639495" y="4063023"/>
            <a:ext cx="1995889" cy="775556"/>
          </a:xfrm>
          <a:prstGeom prst="line">
            <a:avLst/>
          </a:prstGeom>
          <a:noFill/>
          <a:ln w="11430">
            <a:solidFill>
              <a:srgbClr val="BABAB9"/>
            </a:solidFill>
            <a:prstDash val="solid"/>
          </a:ln>
        </p:spPr>
      </p:sp>
      <p:sp>
        <p:nvSpPr>
          <p:cNvPr id="117" name="Shape 115"/>
          <p:cNvSpPr/>
          <p:nvPr/>
        </p:nvSpPr>
        <p:spPr>
          <a:xfrm>
            <a:off x="5851051" y="4472956"/>
            <a:ext cx="-1215666" cy="365623"/>
          </a:xfrm>
          <a:prstGeom prst="line">
            <a:avLst/>
          </a:prstGeom>
          <a:noFill/>
          <a:ln w="11430">
            <a:solidFill>
              <a:srgbClr val="BABAB9"/>
            </a:solidFill>
            <a:prstDash val="solid"/>
          </a:ln>
        </p:spPr>
      </p:sp>
      <p:sp>
        <p:nvSpPr>
          <p:cNvPr id="118" name="Shape 116"/>
          <p:cNvSpPr/>
          <p:nvPr/>
        </p:nvSpPr>
        <p:spPr>
          <a:xfrm>
            <a:off x="4635384" y="4838579"/>
            <a:ext cx="1303054" cy="313716"/>
          </a:xfrm>
          <a:prstGeom prst="line">
            <a:avLst/>
          </a:prstGeom>
          <a:noFill/>
          <a:ln w="11430">
            <a:solidFill>
              <a:srgbClr val="BABAB9"/>
            </a:solidFill>
            <a:prstDash val="solid"/>
          </a:ln>
        </p:spPr>
      </p:sp>
      <p:sp>
        <p:nvSpPr>
          <p:cNvPr id="119" name="Shape 117"/>
          <p:cNvSpPr/>
          <p:nvPr/>
        </p:nvSpPr>
        <p:spPr>
          <a:xfrm>
            <a:off x="4444889" y="4648084"/>
            <a:ext cx="380990" cy="380990"/>
          </a:xfrm>
          <a:prstGeom prst="ellipse">
            <a:avLst/>
          </a:prstGeom>
          <a:solidFill>
            <a:srgbClr val="FFFFFF"/>
          </a:solidFill>
          <a:ln w="10160">
            <a:solidFill>
              <a:srgbClr val="DADADA"/>
            </a:solidFill>
            <a:prstDash val="solid"/>
          </a:ln>
        </p:spPr>
      </p:sp>
      <p:sp>
        <p:nvSpPr>
          <p:cNvPr id="120" name="Shape 118"/>
          <p:cNvSpPr/>
          <p:nvPr/>
        </p:nvSpPr>
        <p:spPr>
          <a:xfrm>
            <a:off x="4521087" y="4724282"/>
            <a:ext cx="228594" cy="228594"/>
          </a:xfrm>
          <a:prstGeom prst="ellipse">
            <a:avLst/>
          </a:prstGeom>
          <a:solidFill>
            <a:srgbClr val="FFFFFF"/>
          </a:solidFill>
          <a:ln w="16510">
            <a:solidFill>
              <a:srgbClr val="1A1A16"/>
            </a:solidFill>
            <a:prstDash val="solid"/>
          </a:ln>
        </p:spPr>
      </p:sp>
      <p:sp>
        <p:nvSpPr>
          <p:cNvPr id="121" name="Shape 119"/>
          <p:cNvSpPr/>
          <p:nvPr/>
        </p:nvSpPr>
        <p:spPr>
          <a:xfrm>
            <a:off x="7363446" y="2329139"/>
            <a:ext cx="954846" cy="147300"/>
          </a:xfrm>
          <a:prstGeom prst="line">
            <a:avLst/>
          </a:prstGeom>
          <a:noFill/>
          <a:ln w="11430">
            <a:solidFill>
              <a:srgbClr val="BABAB9"/>
            </a:solidFill>
            <a:prstDash val="solid"/>
          </a:ln>
        </p:spPr>
      </p:sp>
      <p:sp>
        <p:nvSpPr>
          <p:cNvPr id="122" name="Shape 120"/>
          <p:cNvSpPr/>
          <p:nvPr/>
        </p:nvSpPr>
        <p:spPr>
          <a:xfrm>
            <a:off x="7076451" y="1877942"/>
            <a:ext cx="1241841" cy="598496"/>
          </a:xfrm>
          <a:prstGeom prst="line">
            <a:avLst/>
          </a:prstGeom>
          <a:noFill/>
          <a:ln w="11430">
            <a:solidFill>
              <a:srgbClr val="BABAB9"/>
            </a:solidFill>
            <a:prstDash val="solid"/>
          </a:ln>
        </p:spPr>
      </p:sp>
      <p:sp>
        <p:nvSpPr>
          <p:cNvPr id="123" name="Shape 121"/>
          <p:cNvSpPr/>
          <p:nvPr/>
        </p:nvSpPr>
        <p:spPr>
          <a:xfrm>
            <a:off x="8318292" y="2476438"/>
            <a:ext cx="1580983" cy="10364"/>
          </a:xfrm>
          <a:prstGeom prst="line">
            <a:avLst/>
          </a:prstGeom>
          <a:noFill/>
          <a:ln w="11430">
            <a:solidFill>
              <a:srgbClr val="BABAB9"/>
            </a:solidFill>
            <a:prstDash val="solid"/>
          </a:ln>
        </p:spPr>
      </p:sp>
      <p:sp>
        <p:nvSpPr>
          <p:cNvPr id="124" name="Shape 122"/>
          <p:cNvSpPr/>
          <p:nvPr/>
        </p:nvSpPr>
        <p:spPr>
          <a:xfrm>
            <a:off x="8318292" y="2476438"/>
            <a:ext cx="1379445" cy="852316"/>
          </a:xfrm>
          <a:prstGeom prst="line">
            <a:avLst/>
          </a:prstGeom>
          <a:noFill/>
          <a:ln w="11430">
            <a:solidFill>
              <a:srgbClr val="BABAB9"/>
            </a:solidFill>
            <a:prstDash val="solid"/>
          </a:ln>
        </p:spPr>
      </p:sp>
      <p:sp>
        <p:nvSpPr>
          <p:cNvPr id="125" name="Shape 123"/>
          <p:cNvSpPr/>
          <p:nvPr/>
        </p:nvSpPr>
        <p:spPr>
          <a:xfrm>
            <a:off x="8127797" y="2285943"/>
            <a:ext cx="380990" cy="380990"/>
          </a:xfrm>
          <a:prstGeom prst="ellipse">
            <a:avLst/>
          </a:prstGeom>
          <a:solidFill>
            <a:srgbClr val="FFFFFF"/>
          </a:solidFill>
          <a:ln w="10160">
            <a:solidFill>
              <a:srgbClr val="DADADA"/>
            </a:solidFill>
            <a:prstDash val="solid"/>
          </a:ln>
        </p:spPr>
      </p:sp>
      <p:sp>
        <p:nvSpPr>
          <p:cNvPr id="126" name="Shape 124"/>
          <p:cNvSpPr/>
          <p:nvPr/>
        </p:nvSpPr>
        <p:spPr>
          <a:xfrm>
            <a:off x="8203995" y="2362141"/>
            <a:ext cx="228594" cy="228594"/>
          </a:xfrm>
          <a:prstGeom prst="ellipse">
            <a:avLst/>
          </a:prstGeom>
          <a:solidFill>
            <a:srgbClr val="FFFFFF"/>
          </a:solidFill>
          <a:ln w="16510">
            <a:solidFill>
              <a:srgbClr val="1A1A16"/>
            </a:solidFill>
            <a:prstDash val="solid"/>
          </a:ln>
        </p:spPr>
      </p:sp>
      <p:sp>
        <p:nvSpPr>
          <p:cNvPr id="127" name="Shape 125"/>
          <p:cNvSpPr/>
          <p:nvPr/>
        </p:nvSpPr>
        <p:spPr>
          <a:xfrm>
            <a:off x="7511316" y="4528358"/>
            <a:ext cx="997471" cy="-337463"/>
          </a:xfrm>
          <a:prstGeom prst="line">
            <a:avLst/>
          </a:prstGeom>
          <a:noFill/>
          <a:ln w="11430">
            <a:solidFill>
              <a:srgbClr val="BABAB9"/>
            </a:solidFill>
            <a:prstDash val="solid"/>
          </a:ln>
        </p:spPr>
      </p:sp>
      <p:sp>
        <p:nvSpPr>
          <p:cNvPr id="128" name="Shape 126"/>
          <p:cNvSpPr/>
          <p:nvPr/>
        </p:nvSpPr>
        <p:spPr>
          <a:xfrm>
            <a:off x="7452041" y="5035624"/>
            <a:ext cx="1056746" cy="-844729"/>
          </a:xfrm>
          <a:prstGeom prst="line">
            <a:avLst/>
          </a:prstGeom>
          <a:noFill/>
          <a:ln w="11430">
            <a:solidFill>
              <a:srgbClr val="BABAB9"/>
            </a:solidFill>
            <a:prstDash val="solid"/>
          </a:ln>
        </p:spPr>
      </p:sp>
      <p:sp>
        <p:nvSpPr>
          <p:cNvPr id="129" name="Shape 127"/>
          <p:cNvSpPr/>
          <p:nvPr/>
        </p:nvSpPr>
        <p:spPr>
          <a:xfrm>
            <a:off x="9645175" y="3671281"/>
            <a:ext cx="-1136388" cy="519614"/>
          </a:xfrm>
          <a:prstGeom prst="line">
            <a:avLst/>
          </a:prstGeom>
          <a:noFill/>
          <a:ln w="11430">
            <a:solidFill>
              <a:srgbClr val="BABAB9"/>
            </a:solidFill>
            <a:prstDash val="solid"/>
          </a:ln>
        </p:spPr>
      </p:sp>
      <p:sp>
        <p:nvSpPr>
          <p:cNvPr id="130" name="Shape 128"/>
          <p:cNvSpPr/>
          <p:nvPr/>
        </p:nvSpPr>
        <p:spPr>
          <a:xfrm>
            <a:off x="9697737" y="3328754"/>
            <a:ext cx="-1188950" cy="862142"/>
          </a:xfrm>
          <a:prstGeom prst="line">
            <a:avLst/>
          </a:prstGeom>
          <a:noFill/>
          <a:ln w="11430">
            <a:solidFill>
              <a:srgbClr val="BABAB9"/>
            </a:solidFill>
            <a:prstDash val="solid"/>
          </a:ln>
        </p:spPr>
      </p:sp>
      <p:sp>
        <p:nvSpPr>
          <p:cNvPr id="131" name="Shape 129"/>
          <p:cNvSpPr/>
          <p:nvPr/>
        </p:nvSpPr>
        <p:spPr>
          <a:xfrm>
            <a:off x="8318292" y="4000400"/>
            <a:ext cx="380990" cy="380990"/>
          </a:xfrm>
          <a:prstGeom prst="ellipse">
            <a:avLst/>
          </a:prstGeom>
          <a:solidFill>
            <a:srgbClr val="FFFFFF"/>
          </a:solidFill>
          <a:ln w="10160">
            <a:solidFill>
              <a:srgbClr val="DADADA"/>
            </a:solidFill>
            <a:prstDash val="solid"/>
          </a:ln>
        </p:spPr>
      </p:sp>
      <p:sp>
        <p:nvSpPr>
          <p:cNvPr id="132" name="Shape 130"/>
          <p:cNvSpPr/>
          <p:nvPr/>
        </p:nvSpPr>
        <p:spPr>
          <a:xfrm>
            <a:off x="8394490" y="4076598"/>
            <a:ext cx="228594" cy="228594"/>
          </a:xfrm>
          <a:prstGeom prst="ellipse">
            <a:avLst/>
          </a:prstGeom>
          <a:solidFill>
            <a:srgbClr val="FFFFFF"/>
          </a:solidFill>
          <a:ln w="16510">
            <a:solidFill>
              <a:srgbClr val="1A1A16"/>
            </a:solidFill>
            <a:prstDash val="solid"/>
          </a:ln>
        </p:spPr>
      </p:sp>
      <p:sp>
        <p:nvSpPr>
          <p:cNvPr id="133" name="Shape 131"/>
          <p:cNvSpPr/>
          <p:nvPr/>
        </p:nvSpPr>
        <p:spPr>
          <a:xfrm>
            <a:off x="2639495" y="4063023"/>
            <a:ext cx="1881592" cy="108822"/>
          </a:xfrm>
          <a:prstGeom prst="line">
            <a:avLst/>
          </a:prstGeom>
          <a:noFill/>
          <a:ln w="11430">
            <a:solidFill>
              <a:srgbClr val="1F6F78"/>
            </a:solidFill>
            <a:prstDash val="solid"/>
          </a:ln>
        </p:spPr>
      </p:sp>
      <p:sp>
        <p:nvSpPr>
          <p:cNvPr id="134" name="Shape 132"/>
          <p:cNvSpPr/>
          <p:nvPr/>
        </p:nvSpPr>
        <p:spPr>
          <a:xfrm>
            <a:off x="4521087" y="4171846"/>
            <a:ext cx="2842359" cy="-1842707"/>
          </a:xfrm>
          <a:prstGeom prst="line">
            <a:avLst/>
          </a:prstGeom>
          <a:noFill/>
          <a:ln w="11430">
            <a:solidFill>
              <a:srgbClr val="1F6F78"/>
            </a:solidFill>
            <a:prstDash val="solid"/>
          </a:ln>
        </p:spPr>
      </p:sp>
      <p:sp>
        <p:nvSpPr>
          <p:cNvPr id="135" name="Shape 133"/>
          <p:cNvSpPr/>
          <p:nvPr/>
        </p:nvSpPr>
        <p:spPr>
          <a:xfrm>
            <a:off x="4521087" y="4171846"/>
            <a:ext cx="1417351" cy="980449"/>
          </a:xfrm>
          <a:prstGeom prst="line">
            <a:avLst/>
          </a:prstGeom>
          <a:noFill/>
          <a:ln w="11430">
            <a:solidFill>
              <a:srgbClr val="1F6F78"/>
            </a:solidFill>
            <a:prstDash val="solid"/>
          </a:ln>
        </p:spPr>
      </p:sp>
      <p:sp>
        <p:nvSpPr>
          <p:cNvPr id="136" name="Shape 134"/>
          <p:cNvSpPr/>
          <p:nvPr/>
        </p:nvSpPr>
        <p:spPr>
          <a:xfrm>
            <a:off x="4438539" y="4089298"/>
            <a:ext cx="165096" cy="165096"/>
          </a:xfrm>
          <a:prstGeom prst="ellipse">
            <a:avLst/>
          </a:prstGeom>
          <a:solidFill>
            <a:srgbClr val="FFFFFF"/>
          </a:solidFill>
          <a:ln w="15240">
            <a:solidFill>
              <a:srgbClr val="1F6F78"/>
            </a:solidFill>
            <a:prstDash val="solid"/>
          </a:ln>
        </p:spPr>
      </p:sp>
      <p:sp>
        <p:nvSpPr>
          <p:cNvPr id="137" name="Shape 135"/>
          <p:cNvSpPr/>
          <p:nvPr/>
        </p:nvSpPr>
        <p:spPr>
          <a:xfrm>
            <a:off x="4470288" y="4171846"/>
            <a:ext cx="101597" cy="0"/>
          </a:xfrm>
          <a:prstGeom prst="line">
            <a:avLst/>
          </a:prstGeom>
          <a:noFill/>
          <a:ln w="13970">
            <a:solidFill>
              <a:srgbClr val="1F6F78"/>
            </a:solidFill>
            <a:prstDash val="solid"/>
          </a:ln>
        </p:spPr>
      </p:sp>
      <p:sp>
        <p:nvSpPr>
          <p:cNvPr id="138" name="Shape 136"/>
          <p:cNvSpPr/>
          <p:nvPr/>
        </p:nvSpPr>
        <p:spPr>
          <a:xfrm>
            <a:off x="4521087" y="4121047"/>
            <a:ext cx="0" cy="101597"/>
          </a:xfrm>
          <a:prstGeom prst="line">
            <a:avLst/>
          </a:prstGeom>
          <a:noFill/>
          <a:ln w="13970">
            <a:solidFill>
              <a:srgbClr val="1F6F78"/>
            </a:solidFill>
            <a:prstDash val="solid"/>
          </a:ln>
        </p:spPr>
      </p:sp>
      <p:sp>
        <p:nvSpPr>
          <p:cNvPr id="139" name="Shape 137"/>
          <p:cNvSpPr/>
          <p:nvPr/>
        </p:nvSpPr>
        <p:spPr>
          <a:xfrm>
            <a:off x="4521087" y="3625759"/>
            <a:ext cx="0" cy="463538"/>
          </a:xfrm>
          <a:prstGeom prst="line">
            <a:avLst/>
          </a:prstGeom>
          <a:noFill/>
          <a:ln w="15240">
            <a:solidFill>
              <a:srgbClr val="1A1A16"/>
            </a:solidFill>
            <a:prstDash val="solid"/>
            <a:headEnd type="triangle"/>
          </a:ln>
        </p:spPr>
      </p:sp>
      <p:sp>
        <p:nvSpPr>
          <p:cNvPr id="140" name="Shape 138"/>
          <p:cNvSpPr/>
          <p:nvPr/>
        </p:nvSpPr>
        <p:spPr>
          <a:xfrm>
            <a:off x="4314082" y="3253659"/>
            <a:ext cx="414010" cy="414010"/>
          </a:xfrm>
          <a:prstGeom prst="diamond">
            <a:avLst/>
          </a:prstGeom>
          <a:solidFill>
            <a:srgbClr val="FFFFFF"/>
          </a:solidFill>
          <a:ln w="25399">
            <a:solidFill>
              <a:srgbClr val="1A1A16"/>
            </a:solidFill>
            <a:prstDash val="solid"/>
          </a:ln>
        </p:spPr>
      </p:sp>
      <p:sp>
        <p:nvSpPr>
          <p:cNvPr id="141" name="Text 13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142" name="Text 14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143" name="Text 14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144" name="Text 14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145" name="Text 1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688185" y="1680612"/>
            <a:ext cx="-18048" cy="479344"/>
          </a:xfrm>
          <a:prstGeom prst="line">
            <a:avLst/>
          </a:prstGeom>
          <a:noFill/>
          <a:ln w="8890">
            <a:solidFill>
              <a:srgbClr val="8A8A80"/>
            </a:solidFill>
            <a:prstDash val="solid"/>
          </a:ln>
        </p:spPr>
      </p:sp>
      <p:sp>
        <p:nvSpPr>
          <p:cNvPr id="50" name="Shape 48"/>
          <p:cNvSpPr/>
          <p:nvPr/>
        </p:nvSpPr>
        <p:spPr>
          <a:xfrm>
            <a:off x="8446727" y="2923346"/>
            <a:ext cx="272469" cy="-333001"/>
          </a:xfrm>
          <a:prstGeom prst="line">
            <a:avLst/>
          </a:prstGeom>
          <a:noFill/>
          <a:ln w="8890">
            <a:solidFill>
              <a:srgbClr val="8A8A80"/>
            </a:solidFill>
            <a:prstDash val="solid"/>
          </a:ln>
        </p:spPr>
      </p:sp>
      <p:sp>
        <p:nvSpPr>
          <p:cNvPr id="51" name="Shape 49"/>
          <p:cNvSpPr/>
          <p:nvPr/>
        </p:nvSpPr>
        <p:spPr>
          <a:xfrm>
            <a:off x="8719196" y="2590345"/>
            <a:ext cx="336885" cy="383210"/>
          </a:xfrm>
          <a:prstGeom prst="line">
            <a:avLst/>
          </a:prstGeom>
          <a:noFill/>
          <a:ln w="8890">
            <a:solidFill>
              <a:srgbClr val="8A8A80"/>
            </a:solidFill>
            <a:prstDash val="solid"/>
          </a:ln>
        </p:spPr>
      </p:sp>
      <p:sp>
        <p:nvSpPr>
          <p:cNvPr id="52" name="Shape 50"/>
          <p:cNvSpPr/>
          <p:nvPr/>
        </p:nvSpPr>
        <p:spPr>
          <a:xfrm>
            <a:off x="8719196" y="2590345"/>
            <a:ext cx="265373" cy="-225045"/>
          </a:xfrm>
          <a:prstGeom prst="line">
            <a:avLst/>
          </a:prstGeom>
          <a:noFill/>
          <a:ln w="8890">
            <a:solidFill>
              <a:srgbClr val="8A8A80"/>
            </a:solidFill>
            <a:prstDash val="solid"/>
          </a:ln>
        </p:spPr>
      </p:sp>
      <p:sp>
        <p:nvSpPr>
          <p:cNvPr id="53" name="Shape 51"/>
          <p:cNvSpPr/>
          <p:nvPr/>
        </p:nvSpPr>
        <p:spPr>
          <a:xfrm>
            <a:off x="9056080" y="2973555"/>
            <a:ext cx="660537" cy="-160648"/>
          </a:xfrm>
          <a:prstGeom prst="line">
            <a:avLst/>
          </a:prstGeom>
          <a:noFill/>
          <a:ln w="8890">
            <a:solidFill>
              <a:srgbClr val="8A8A80"/>
            </a:solidFill>
            <a:prstDash val="solid"/>
          </a:ln>
        </p:spPr>
      </p:sp>
      <p:sp>
        <p:nvSpPr>
          <p:cNvPr id="54" name="Shape 52"/>
          <p:cNvSpPr/>
          <p:nvPr/>
        </p:nvSpPr>
        <p:spPr>
          <a:xfrm>
            <a:off x="8688185" y="1680612"/>
            <a:ext cx="566972" cy="-53507"/>
          </a:xfrm>
          <a:prstGeom prst="line">
            <a:avLst/>
          </a:prstGeom>
          <a:noFill/>
          <a:ln w="8890">
            <a:solidFill>
              <a:srgbClr val="8A8A80"/>
            </a:solidFill>
            <a:prstDash val="solid"/>
          </a:ln>
        </p:spPr>
      </p:sp>
      <p:sp>
        <p:nvSpPr>
          <p:cNvPr id="55" name="Shape 53"/>
          <p:cNvSpPr/>
          <p:nvPr/>
        </p:nvSpPr>
        <p:spPr>
          <a:xfrm>
            <a:off x="7425539" y="2236676"/>
            <a:ext cx="-90356" cy="1153428"/>
          </a:xfrm>
          <a:prstGeom prst="line">
            <a:avLst/>
          </a:prstGeom>
          <a:noFill/>
          <a:ln w="8890">
            <a:solidFill>
              <a:srgbClr val="8A8A80"/>
            </a:solidFill>
            <a:prstDash val="solid"/>
          </a:ln>
        </p:spPr>
      </p:sp>
      <p:sp>
        <p:nvSpPr>
          <p:cNvPr id="56" name="Shape 54"/>
          <p:cNvSpPr/>
          <p:nvPr/>
        </p:nvSpPr>
        <p:spPr>
          <a:xfrm>
            <a:off x="8968483" y="1320239"/>
            <a:ext cx="286675" cy="306866"/>
          </a:xfrm>
          <a:prstGeom prst="line">
            <a:avLst/>
          </a:prstGeom>
          <a:noFill/>
          <a:ln w="8890">
            <a:solidFill>
              <a:srgbClr val="8A8A80"/>
            </a:solidFill>
            <a:prstDash val="solid"/>
          </a:ln>
        </p:spPr>
      </p:sp>
      <p:sp>
        <p:nvSpPr>
          <p:cNvPr id="57" name="Shape 55"/>
          <p:cNvSpPr/>
          <p:nvPr/>
        </p:nvSpPr>
        <p:spPr>
          <a:xfrm>
            <a:off x="7920862" y="1685799"/>
            <a:ext cx="139697" cy="139697"/>
          </a:xfrm>
          <a:prstGeom prst="ellipse">
            <a:avLst/>
          </a:prstGeom>
          <a:solidFill>
            <a:srgbClr val="FFFFFF"/>
          </a:solidFill>
          <a:ln w="12700">
            <a:solidFill>
              <a:srgbClr val="1A1A16"/>
            </a:solidFill>
            <a:prstDash val="solid"/>
          </a:ln>
        </p:spPr>
      </p:sp>
      <p:sp>
        <p:nvSpPr>
          <p:cNvPr id="58" name="Shape 56"/>
          <p:cNvSpPr/>
          <p:nvPr/>
        </p:nvSpPr>
        <p:spPr>
          <a:xfrm>
            <a:off x="7355691" y="2166828"/>
            <a:ext cx="139697" cy="139697"/>
          </a:xfrm>
          <a:prstGeom prst="ellipse">
            <a:avLst/>
          </a:prstGeom>
          <a:solidFill>
            <a:srgbClr val="FFFFFF"/>
          </a:solidFill>
          <a:ln w="12700">
            <a:solidFill>
              <a:srgbClr val="1A1A16"/>
            </a:solidFill>
            <a:prstDash val="solid"/>
          </a:ln>
        </p:spPr>
      </p:sp>
      <p:sp>
        <p:nvSpPr>
          <p:cNvPr id="59" name="Shape 57"/>
          <p:cNvSpPr/>
          <p:nvPr/>
        </p:nvSpPr>
        <p:spPr>
          <a:xfrm>
            <a:off x="8618337" y="1610764"/>
            <a:ext cx="139697" cy="139697"/>
          </a:xfrm>
          <a:prstGeom prst="ellipse">
            <a:avLst/>
          </a:prstGeom>
          <a:solidFill>
            <a:srgbClr val="FFFFFF"/>
          </a:solidFill>
          <a:ln w="12700">
            <a:solidFill>
              <a:srgbClr val="1A1A16"/>
            </a:solidFill>
            <a:prstDash val="solid"/>
          </a:ln>
        </p:spPr>
      </p:sp>
      <p:sp>
        <p:nvSpPr>
          <p:cNvPr id="60" name="Shape 58"/>
          <p:cNvSpPr/>
          <p:nvPr/>
        </p:nvSpPr>
        <p:spPr>
          <a:xfrm>
            <a:off x="8384965" y="2861238"/>
            <a:ext cx="123822" cy="123822"/>
          </a:xfrm>
          <a:prstGeom prst="rect">
            <a:avLst/>
          </a:prstGeom>
          <a:solidFill>
            <a:srgbClr val="FFFFFF"/>
          </a:solidFill>
          <a:ln w="12700">
            <a:solidFill>
              <a:srgbClr val="1A1A16"/>
            </a:solidFill>
            <a:prstDash val="solid"/>
          </a:ln>
        </p:spPr>
      </p:sp>
      <p:sp>
        <p:nvSpPr>
          <p:cNvPr id="61" name="Shape 59"/>
          <p:cNvSpPr/>
          <p:nvPr/>
        </p:nvSpPr>
        <p:spPr>
          <a:xfrm>
            <a:off x="8603400" y="2083383"/>
            <a:ext cx="133347" cy="153666"/>
          </a:xfrm>
          <a:prstGeom prst="hexagon">
            <a:avLst/>
          </a:prstGeom>
          <a:solidFill>
            <a:srgbClr val="FFFFFF"/>
          </a:solidFill>
          <a:ln w="12700">
            <a:solidFill>
              <a:srgbClr val="1A1A16"/>
            </a:solidFill>
            <a:prstDash val="solid"/>
          </a:ln>
        </p:spPr>
      </p:sp>
      <p:sp>
        <p:nvSpPr>
          <p:cNvPr id="62" name="Shape 60"/>
          <p:cNvSpPr/>
          <p:nvPr/>
        </p:nvSpPr>
        <p:spPr>
          <a:xfrm>
            <a:off x="8631339" y="2503107"/>
            <a:ext cx="175256" cy="174621"/>
          </a:xfrm>
          <a:prstGeom prst="diamond">
            <a:avLst/>
          </a:prstGeom>
          <a:solidFill>
            <a:srgbClr val="FFFFFF"/>
          </a:solidFill>
          <a:ln w="12700">
            <a:solidFill>
              <a:srgbClr val="1A1A16"/>
            </a:solidFill>
            <a:prstDash val="solid"/>
          </a:ln>
        </p:spPr>
      </p:sp>
      <p:sp>
        <p:nvSpPr>
          <p:cNvPr id="63" name="Shape 61"/>
          <p:cNvSpPr/>
          <p:nvPr/>
        </p:nvSpPr>
        <p:spPr>
          <a:xfrm>
            <a:off x="8986232" y="2903707"/>
            <a:ext cx="139697" cy="139697"/>
          </a:xfrm>
          <a:prstGeom prst="ellipse">
            <a:avLst/>
          </a:prstGeom>
          <a:solidFill>
            <a:srgbClr val="FFFFFF"/>
          </a:solidFill>
          <a:ln w="12700">
            <a:solidFill>
              <a:srgbClr val="1A1A16"/>
            </a:solidFill>
            <a:prstDash val="solid"/>
          </a:ln>
        </p:spPr>
      </p:sp>
      <p:sp>
        <p:nvSpPr>
          <p:cNvPr id="64" name="Shape 62"/>
          <p:cNvSpPr/>
          <p:nvPr/>
        </p:nvSpPr>
        <p:spPr>
          <a:xfrm>
            <a:off x="8914721" y="2295451"/>
            <a:ext cx="139697" cy="139697"/>
          </a:xfrm>
          <a:prstGeom prst="ellipse">
            <a:avLst/>
          </a:prstGeom>
          <a:solidFill>
            <a:srgbClr val="FFFFFF"/>
          </a:solidFill>
          <a:ln w="12700">
            <a:solidFill>
              <a:srgbClr val="1A1A16"/>
            </a:solidFill>
            <a:prstDash val="solid"/>
          </a:ln>
        </p:spPr>
      </p:sp>
      <p:sp>
        <p:nvSpPr>
          <p:cNvPr id="65" name="Shape 63"/>
          <p:cNvSpPr/>
          <p:nvPr/>
        </p:nvSpPr>
        <p:spPr>
          <a:xfrm>
            <a:off x="9654934" y="2750751"/>
            <a:ext cx="123822" cy="123822"/>
          </a:xfrm>
          <a:prstGeom prst="rect">
            <a:avLst/>
          </a:prstGeom>
          <a:solidFill>
            <a:srgbClr val="FFFFFF"/>
          </a:solidFill>
          <a:ln w="12700">
            <a:solidFill>
              <a:srgbClr val="1A1A16"/>
            </a:solidFill>
            <a:prstDash val="solid"/>
          </a:ln>
        </p:spPr>
      </p:sp>
      <p:sp>
        <p:nvSpPr>
          <p:cNvPr id="66" name="Shape 64"/>
          <p:cNvSpPr/>
          <p:nvPr/>
        </p:nvSpPr>
        <p:spPr>
          <a:xfrm>
            <a:off x="9193300" y="1565236"/>
            <a:ext cx="123822" cy="123822"/>
          </a:xfrm>
          <a:prstGeom prst="rect">
            <a:avLst/>
          </a:prstGeom>
          <a:solidFill>
            <a:srgbClr val="FFFFFF"/>
          </a:solidFill>
          <a:ln w="12700">
            <a:solidFill>
              <a:srgbClr val="1A1A16"/>
            </a:solidFill>
            <a:prstDash val="solid"/>
          </a:ln>
        </p:spPr>
      </p:sp>
      <p:sp>
        <p:nvSpPr>
          <p:cNvPr id="67" name="Shape 65"/>
          <p:cNvSpPr/>
          <p:nvPr/>
        </p:nvSpPr>
        <p:spPr>
          <a:xfrm>
            <a:off x="7268663" y="3313347"/>
            <a:ext cx="133347" cy="153666"/>
          </a:xfrm>
          <a:prstGeom prst="hexagon">
            <a:avLst/>
          </a:prstGeom>
          <a:solidFill>
            <a:srgbClr val="FFFFFF"/>
          </a:solidFill>
          <a:ln w="12700">
            <a:solidFill>
              <a:srgbClr val="1A1A16"/>
            </a:solidFill>
            <a:prstDash val="solid"/>
          </a:ln>
        </p:spPr>
      </p:sp>
      <p:sp>
        <p:nvSpPr>
          <p:cNvPr id="68" name="Shape 66"/>
          <p:cNvSpPr/>
          <p:nvPr/>
        </p:nvSpPr>
        <p:spPr>
          <a:xfrm>
            <a:off x="8874538" y="1211550"/>
            <a:ext cx="187955" cy="163191"/>
          </a:xfrm>
          <a:prstGeom prst="triangle">
            <a:avLst/>
          </a:prstGeom>
          <a:solidFill>
            <a:srgbClr val="FFFFFF"/>
          </a:solidFill>
          <a:ln w="12700">
            <a:solidFill>
              <a:srgbClr val="1A1A16"/>
            </a:solidFill>
            <a:prstDash val="solid"/>
          </a:ln>
        </p:spPr>
      </p:sp>
      <p:sp>
        <p:nvSpPr>
          <p:cNvPr id="69" name="Text 67"/>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70" name="Shape 68"/>
          <p:cNvSpPr/>
          <p:nvPr/>
        </p:nvSpPr>
        <p:spPr>
          <a:xfrm>
            <a:off x="1696315" y="4886588"/>
            <a:ext cx="6294396" cy="-3130941"/>
          </a:xfrm>
          <a:prstGeom prst="line">
            <a:avLst/>
          </a:prstGeom>
          <a:noFill/>
          <a:ln w="8255">
            <a:solidFill>
              <a:srgbClr val="BFBFBE"/>
            </a:solidFill>
            <a:prstDash val="solid"/>
          </a:ln>
        </p:spPr>
      </p:sp>
      <p:sp>
        <p:nvSpPr>
          <p:cNvPr id="71" name="Shape 69"/>
          <p:cNvSpPr/>
          <p:nvPr/>
        </p:nvSpPr>
        <p:spPr>
          <a:xfrm>
            <a:off x="3183992" y="4670679"/>
            <a:ext cx="5262735" cy="-1747334"/>
          </a:xfrm>
          <a:prstGeom prst="line">
            <a:avLst/>
          </a:prstGeom>
          <a:noFill/>
          <a:ln w="8255">
            <a:solidFill>
              <a:srgbClr val="BFBFBE"/>
            </a:solidFill>
            <a:prstDash val="solid"/>
          </a:ln>
        </p:spPr>
      </p:sp>
      <p:sp>
        <p:nvSpPr>
          <p:cNvPr id="72" name="Shape 70"/>
          <p:cNvSpPr/>
          <p:nvPr/>
        </p:nvSpPr>
        <p:spPr>
          <a:xfrm>
            <a:off x="3679884" y="4808508"/>
            <a:ext cx="4990253" cy="-2648551"/>
          </a:xfrm>
          <a:prstGeom prst="line">
            <a:avLst/>
          </a:prstGeom>
          <a:noFill/>
          <a:ln w="8255">
            <a:solidFill>
              <a:srgbClr val="BFBFBE"/>
            </a:solidFill>
            <a:prstDash val="solid"/>
          </a:ln>
        </p:spPr>
      </p:sp>
      <p:sp>
        <p:nvSpPr>
          <p:cNvPr id="73" name="Shape 71"/>
          <p:cNvSpPr/>
          <p:nvPr/>
        </p:nvSpPr>
        <p:spPr>
          <a:xfrm>
            <a:off x="4175777" y="4812065"/>
            <a:ext cx="4543419" cy="-2221721"/>
          </a:xfrm>
          <a:prstGeom prst="line">
            <a:avLst/>
          </a:prstGeom>
          <a:noFill/>
          <a:ln w="8255">
            <a:solidFill>
              <a:srgbClr val="BFBFBE"/>
            </a:solidFill>
            <a:prstDash val="solid"/>
          </a:ln>
        </p:spPr>
      </p:sp>
      <p:sp>
        <p:nvSpPr>
          <p:cNvPr id="74" name="Shape 72"/>
          <p:cNvSpPr/>
          <p:nvPr/>
        </p:nvSpPr>
        <p:spPr>
          <a:xfrm>
            <a:off x="5167561" y="5040886"/>
            <a:ext cx="3817008" cy="-2675587"/>
          </a:xfrm>
          <a:prstGeom prst="line">
            <a:avLst/>
          </a:prstGeom>
          <a:noFill/>
          <a:ln w="8255">
            <a:solidFill>
              <a:srgbClr val="BFBFBE"/>
            </a:solidFill>
            <a:prstDash val="solid"/>
          </a:ln>
        </p:spPr>
      </p:sp>
      <p:sp>
        <p:nvSpPr>
          <p:cNvPr id="75" name="Shape 73"/>
          <p:cNvSpPr/>
          <p:nvPr/>
        </p:nvSpPr>
        <p:spPr>
          <a:xfrm>
            <a:off x="5663454" y="4966815"/>
            <a:ext cx="4053164" cy="-2153909"/>
          </a:xfrm>
          <a:prstGeom prst="line">
            <a:avLst/>
          </a:prstGeom>
          <a:noFill/>
          <a:ln w="8255">
            <a:solidFill>
              <a:srgbClr val="BFBFBE"/>
            </a:solidFill>
            <a:prstDash val="solid"/>
          </a:ln>
        </p:spPr>
      </p:sp>
      <p:sp>
        <p:nvSpPr>
          <p:cNvPr id="76" name="Shape 74"/>
          <p:cNvSpPr/>
          <p:nvPr/>
        </p:nvSpPr>
        <p:spPr>
          <a:xfrm>
            <a:off x="6159346" y="4571193"/>
            <a:ext cx="3095811" cy="-2944088"/>
          </a:xfrm>
          <a:prstGeom prst="line">
            <a:avLst/>
          </a:prstGeom>
          <a:noFill/>
          <a:ln w="8255">
            <a:solidFill>
              <a:srgbClr val="BFBFBE"/>
            </a:solidFill>
            <a:prstDash val="solid"/>
          </a:ln>
        </p:spPr>
      </p:sp>
      <p:sp>
        <p:nvSpPr>
          <p:cNvPr id="77" name="Shape 75"/>
          <p:cNvSpPr/>
          <p:nvPr/>
        </p:nvSpPr>
        <p:spPr>
          <a:xfrm>
            <a:off x="1200422" y="4851717"/>
            <a:ext cx="6134760" cy="-1461613"/>
          </a:xfrm>
          <a:prstGeom prst="line">
            <a:avLst/>
          </a:prstGeom>
          <a:noFill/>
          <a:ln w="8255">
            <a:solidFill>
              <a:srgbClr val="BFBFBE"/>
            </a:solidFill>
            <a:prstDash val="solid"/>
          </a:ln>
        </p:spPr>
      </p:sp>
      <p:sp>
        <p:nvSpPr>
          <p:cNvPr id="78" name="Shape 76"/>
          <p:cNvSpPr/>
          <p:nvPr/>
        </p:nvSpPr>
        <p:spPr>
          <a:xfrm>
            <a:off x="1696315" y="4886588"/>
            <a:ext cx="7272168" cy="-3566349"/>
          </a:xfrm>
          <a:prstGeom prst="line">
            <a:avLst/>
          </a:prstGeom>
          <a:noFill/>
          <a:ln w="8255">
            <a:solidFill>
              <a:srgbClr val="BFBFBE"/>
            </a:solidFill>
            <a:prstDash val="solid"/>
          </a:ln>
        </p:spPr>
      </p:sp>
      <p:sp>
        <p:nvSpPr>
          <p:cNvPr id="79" name="Shape 77"/>
          <p:cNvSpPr/>
          <p:nvPr/>
        </p:nvSpPr>
        <p:spPr>
          <a:xfrm>
            <a:off x="7355691" y="2509719"/>
            <a:ext cx="139697" cy="139697"/>
          </a:xfrm>
          <a:prstGeom prst="ellipse">
            <a:avLst/>
          </a:prstGeom>
          <a:solidFill>
            <a:srgbClr val="FFFFFF"/>
          </a:solidFill>
          <a:ln w="13970">
            <a:solidFill>
              <a:srgbClr val="1F6F78"/>
            </a:solidFill>
            <a:prstDash val="solid"/>
          </a:ln>
        </p:spPr>
      </p:sp>
      <p:sp>
        <p:nvSpPr>
          <p:cNvPr id="80" name="Shape 78"/>
          <p:cNvSpPr/>
          <p:nvPr/>
        </p:nvSpPr>
        <p:spPr>
          <a:xfrm>
            <a:off x="7387440" y="2579568"/>
            <a:ext cx="76198" cy="0"/>
          </a:xfrm>
          <a:prstGeom prst="line">
            <a:avLst/>
          </a:prstGeom>
          <a:noFill/>
          <a:ln w="12700">
            <a:solidFill>
              <a:srgbClr val="1F6F78"/>
            </a:solidFill>
            <a:prstDash val="solid"/>
          </a:ln>
        </p:spPr>
      </p:sp>
      <p:sp>
        <p:nvSpPr>
          <p:cNvPr id="81" name="Shape 79"/>
          <p:cNvSpPr/>
          <p:nvPr/>
        </p:nvSpPr>
        <p:spPr>
          <a:xfrm>
            <a:off x="7425539" y="2541469"/>
            <a:ext cx="0" cy="76198"/>
          </a:xfrm>
          <a:prstGeom prst="line">
            <a:avLst/>
          </a:prstGeom>
          <a:noFill/>
          <a:ln w="12700">
            <a:solidFill>
              <a:srgbClr val="1F6F78"/>
            </a:solidFill>
            <a:prstDash val="solid"/>
          </a:ln>
        </p:spPr>
      </p:sp>
      <p:sp>
        <p:nvSpPr>
          <p:cNvPr id="82" name="Shape 80"/>
          <p:cNvSpPr/>
          <p:nvPr/>
        </p:nvSpPr>
        <p:spPr>
          <a:xfrm>
            <a:off x="7425539" y="2331924"/>
            <a:ext cx="0" cy="177796"/>
          </a:xfrm>
          <a:prstGeom prst="line">
            <a:avLst/>
          </a:prstGeom>
          <a:noFill/>
          <a:ln w="13970">
            <a:solidFill>
              <a:srgbClr val="1A1A16"/>
            </a:solidFill>
            <a:prstDash val="solid"/>
            <a:headEnd type="triangle"/>
          </a:ln>
        </p:spPr>
      </p:sp>
      <p:sp>
        <p:nvSpPr>
          <p:cNvPr id="83" name="Shape 81"/>
          <p:cNvSpPr/>
          <p:nvPr/>
        </p:nvSpPr>
        <p:spPr>
          <a:xfrm>
            <a:off x="8618337" y="1953655"/>
            <a:ext cx="139697" cy="139697"/>
          </a:xfrm>
          <a:prstGeom prst="ellipse">
            <a:avLst/>
          </a:prstGeom>
          <a:solidFill>
            <a:srgbClr val="FFFFFF"/>
          </a:solidFill>
          <a:ln w="13970">
            <a:solidFill>
              <a:srgbClr val="1F6F78"/>
            </a:solidFill>
            <a:prstDash val="solid"/>
          </a:ln>
        </p:spPr>
      </p:sp>
      <p:sp>
        <p:nvSpPr>
          <p:cNvPr id="84" name="Shape 82"/>
          <p:cNvSpPr/>
          <p:nvPr/>
        </p:nvSpPr>
        <p:spPr>
          <a:xfrm>
            <a:off x="8650086" y="2023504"/>
            <a:ext cx="76198" cy="0"/>
          </a:xfrm>
          <a:prstGeom prst="line">
            <a:avLst/>
          </a:prstGeom>
          <a:noFill/>
          <a:ln w="12700">
            <a:solidFill>
              <a:srgbClr val="1F6F78"/>
            </a:solidFill>
            <a:prstDash val="solid"/>
          </a:ln>
        </p:spPr>
      </p:sp>
      <p:sp>
        <p:nvSpPr>
          <p:cNvPr id="85" name="Shape 83"/>
          <p:cNvSpPr/>
          <p:nvPr/>
        </p:nvSpPr>
        <p:spPr>
          <a:xfrm>
            <a:off x="8688185" y="1985405"/>
            <a:ext cx="0" cy="76198"/>
          </a:xfrm>
          <a:prstGeom prst="line">
            <a:avLst/>
          </a:prstGeom>
          <a:noFill/>
          <a:ln w="12700">
            <a:solidFill>
              <a:srgbClr val="1F6F78"/>
            </a:solidFill>
            <a:prstDash val="solid"/>
          </a:ln>
        </p:spPr>
      </p:sp>
      <p:sp>
        <p:nvSpPr>
          <p:cNvPr id="86" name="Shape 84"/>
          <p:cNvSpPr/>
          <p:nvPr/>
        </p:nvSpPr>
        <p:spPr>
          <a:xfrm>
            <a:off x="8688185" y="1775860"/>
            <a:ext cx="0" cy="177796"/>
          </a:xfrm>
          <a:prstGeom prst="line">
            <a:avLst/>
          </a:prstGeom>
          <a:noFill/>
          <a:ln w="13970">
            <a:solidFill>
              <a:srgbClr val="1A1A16"/>
            </a:solidFill>
            <a:prstDash val="solid"/>
            <a:headEnd type="triangle"/>
          </a:ln>
        </p:spPr>
      </p:sp>
      <p:sp>
        <p:nvSpPr>
          <p:cNvPr id="87" name="Shape 85"/>
          <p:cNvSpPr/>
          <p:nvPr/>
        </p:nvSpPr>
        <p:spPr>
          <a:xfrm>
            <a:off x="8986232" y="3246598"/>
            <a:ext cx="139697" cy="139697"/>
          </a:xfrm>
          <a:prstGeom prst="ellipse">
            <a:avLst/>
          </a:prstGeom>
          <a:solidFill>
            <a:srgbClr val="FFFFFF"/>
          </a:solidFill>
          <a:ln w="13970">
            <a:solidFill>
              <a:srgbClr val="1F6F78"/>
            </a:solidFill>
            <a:prstDash val="solid"/>
          </a:ln>
        </p:spPr>
      </p:sp>
      <p:sp>
        <p:nvSpPr>
          <p:cNvPr id="88" name="Shape 86"/>
          <p:cNvSpPr/>
          <p:nvPr/>
        </p:nvSpPr>
        <p:spPr>
          <a:xfrm>
            <a:off x="9017981" y="3316446"/>
            <a:ext cx="76198" cy="0"/>
          </a:xfrm>
          <a:prstGeom prst="line">
            <a:avLst/>
          </a:prstGeom>
          <a:noFill/>
          <a:ln w="12700">
            <a:solidFill>
              <a:srgbClr val="1F6F78"/>
            </a:solidFill>
            <a:prstDash val="solid"/>
          </a:ln>
        </p:spPr>
      </p:sp>
      <p:sp>
        <p:nvSpPr>
          <p:cNvPr id="89" name="Shape 87"/>
          <p:cNvSpPr/>
          <p:nvPr/>
        </p:nvSpPr>
        <p:spPr>
          <a:xfrm>
            <a:off x="9056080" y="3278347"/>
            <a:ext cx="0" cy="76198"/>
          </a:xfrm>
          <a:prstGeom prst="line">
            <a:avLst/>
          </a:prstGeom>
          <a:noFill/>
          <a:ln w="12700">
            <a:solidFill>
              <a:srgbClr val="1F6F78"/>
            </a:solidFill>
            <a:prstDash val="solid"/>
          </a:ln>
        </p:spPr>
      </p:sp>
      <p:sp>
        <p:nvSpPr>
          <p:cNvPr id="90" name="Shape 88"/>
          <p:cNvSpPr/>
          <p:nvPr/>
        </p:nvSpPr>
        <p:spPr>
          <a:xfrm>
            <a:off x="9056080" y="3068802"/>
            <a:ext cx="0" cy="177796"/>
          </a:xfrm>
          <a:prstGeom prst="line">
            <a:avLst/>
          </a:prstGeom>
          <a:noFill/>
          <a:ln w="13970">
            <a:solidFill>
              <a:srgbClr val="1A1A16"/>
            </a:solidFill>
            <a:prstDash val="solid"/>
            <a:headEnd type="triangle"/>
          </a:ln>
        </p:spPr>
      </p:sp>
      <p:sp>
        <p:nvSpPr>
          <p:cNvPr id="91" name="Text 89"/>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sp>
      <p:sp>
        <p:nvSpPr>
          <p:cNvPr id="4" name="Text 2"/>
          <p:cNvSpPr txBox="1"/>
          <p:nvPr/>
        </p:nvSpPr>
        <p:spPr>
          <a:xfrm>
            <a:off x="1066773" y="1587460"/>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sp>
      <p:sp>
        <p:nvSpPr>
          <p:cNvPr id="7" name="Text 5"/>
          <p:cNvSpPr txBox="1"/>
          <p:nvPr/>
        </p:nvSpPr>
        <p:spPr>
          <a:xfrm>
            <a:off x="1066773" y="2209745"/>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sp>
      <p:sp>
        <p:nvSpPr>
          <p:cNvPr id="10" name="Text 8"/>
          <p:cNvSpPr txBox="1"/>
          <p:nvPr/>
        </p:nvSpPr>
        <p:spPr>
          <a:xfrm>
            <a:off x="1066773" y="2832029"/>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sp>
      <p:sp>
        <p:nvSpPr>
          <p:cNvPr id="13" name="Text 11"/>
          <p:cNvSpPr txBox="1"/>
          <p:nvPr/>
        </p:nvSpPr>
        <p:spPr>
          <a:xfrm>
            <a:off x="1066773" y="3454314"/>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sp>
      <p:sp>
        <p:nvSpPr>
          <p:cNvPr id="16" name="Text 14"/>
          <p:cNvSpPr txBox="1"/>
          <p:nvPr/>
        </p:nvSpPr>
        <p:spPr>
          <a:xfrm>
            <a:off x="1066773" y="4076598"/>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sp>
      <p:sp>
        <p:nvSpPr>
          <p:cNvPr id="19" name="Text 17"/>
          <p:cNvSpPr txBox="1"/>
          <p:nvPr/>
        </p:nvSpPr>
        <p:spPr>
          <a:xfrm>
            <a:off x="952476" y="5054474"/>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sp>
      <p:sp>
        <p:nvSpPr>
          <p:cNvPr id="6" name="Text 4"/>
          <p:cNvSpPr txBox="1"/>
          <p:nvPr/>
        </p:nvSpPr>
        <p:spPr>
          <a:xfrm>
            <a:off x="952476" y="3174921"/>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sp>
      <p:sp>
        <p:nvSpPr>
          <p:cNvPr id="20" name="Shape 18"/>
          <p:cNvSpPr/>
          <p:nvPr/>
        </p:nvSpPr>
        <p:spPr>
          <a:xfrm>
            <a:off x="8800880" y="4902077"/>
            <a:ext cx="215895" cy="-380990"/>
          </a:xfrm>
          <a:prstGeom prst="line">
            <a:avLst/>
          </a:prstGeom>
          <a:noFill/>
          <a:ln w="19050">
            <a:solidFill>
              <a:srgbClr val="1A1A16"/>
            </a:solidFill>
            <a:prstDash val="solid"/>
          </a:ln>
        </p:spPr>
      </p:sp>
      <p:sp>
        <p:nvSpPr>
          <p:cNvPr id="21" name="Shape 19"/>
          <p:cNvSpPr/>
          <p:nvPr/>
        </p:nvSpPr>
        <p:spPr>
          <a:xfrm>
            <a:off x="9245369" y="4673483"/>
            <a:ext cx="-444489" cy="228594"/>
          </a:xfrm>
          <a:prstGeom prst="line">
            <a:avLst/>
          </a:prstGeom>
          <a:noFill/>
          <a:ln w="19050">
            <a:solidFill>
              <a:srgbClr val="1A1A16"/>
            </a:solidFill>
            <a:prstDash val="solid"/>
          </a:ln>
        </p:spPr>
      </p:sp>
      <p:sp>
        <p:nvSpPr>
          <p:cNvPr id="22" name="Text 20"/>
          <p:cNvSpPr txBox="1"/>
          <p:nvPr/>
        </p:nvSpPr>
        <p:spPr>
          <a:xfrm>
            <a:off x="952476" y="5130672"/>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Some thoughts about LLM for theoretical research</dc:title>
  <dc:subject>PptxGenJS Presentation</dc:subject>
  <dc:creator>Yingjian Liu</dc:creator>
  <cp:lastModifiedBy>Yingjian Liu</cp:lastModifiedBy>
  <cp:revision>1</cp:revision>
  <dcterms:created xsi:type="dcterms:W3CDTF">2026-09-23T15:38:36Z</dcterms:created>
  <dcterms:modified xsi:type="dcterms:W3CDTF">2026-09-23T15:38:36Z</dcterms:modified>
</cp:coreProperties>
</file>