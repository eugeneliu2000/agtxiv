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in this deck is read from a named file under schema v0.3/ and carries the disclaimer that file attaches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case as a measurement, not a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Freezing is the cheap part, and it is what makes everything after it checkable.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39 of 39 is the strongest-sounding number in the deck, which is exactly why its caveat sits under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graph is mostly a to-do list, and says so in its own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room look at it. The point is the proportion of warm to 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one slide survives from this deck, it is this one. The temptation to read 74 -&gt; 613 as progress is exactly the over-claim the project exists to prevent.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counts reproducing exactly is the good news: the drawing was not wishful. The coverage rows are the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changed most since August. We went and got the paper. It proves something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Lean its full credit here, because the next slide takes it all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kernel holds 302 declarations. The graph will not let one of them touch a 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kernel accepted it and the system refused to count it. That is the design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refusal moved. It did not go away - it got more specific, and it now arrives with receipts.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Showing a stale failure list is as dishonest as hiding one. Hence the timestamp.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audience remembers one mechanism, it should be const: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dress this up. The ending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deliverable is not a proof. It is that we can now say exactly how far this is from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05740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case, as v0.3 leaves it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017520"/>
            <a:ext cx="9683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paper, taken from frozen bytes toward a proof — and stopped, precisely, where it stops.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arXiv:2607.26154v1  ·  schema v0.3  ·  state of 2026-09-20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232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the case is meant to answer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99064" y="402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17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83080"/>
            <a:ext cx="5207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2057400"/>
            <a:ext cx="5207508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2203704"/>
            <a:ext cx="52075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arXiv paper as frozen bytes: draft.tex, 69,678 bytes, content-hashed.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theorem: for a measurement set with no active dependencies whose frustration graph is perfect, the reduced robustness of magic has a closed form over cliques.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14516" y="1783080"/>
            <a:ext cx="5207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14516" y="2057400"/>
            <a:ext cx="5207508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4516" y="2203704"/>
            <a:ext cx="52075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that sentence depend on, and who has checked which part?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"is it true". The case is about whether the dependency and the checking can be made mechanical — extracted from the source, traced to origins, and carried into a kernel.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4476" y="1783080"/>
            <a:ext cx="0" cy="329184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579729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588873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is the author’s own. That removes permission problems; it does not remove the risk of grading one’s own work, which is why every verdict below is a field written by a program rather than a judgement typed by a person.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EVERY LATER CLAIM HAS AN ADDRESS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232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one — freeze the source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99064" y="402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477768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929384"/>
            <a:ext cx="3477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69,678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843784"/>
            <a:ext cx="3477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of draft.tex, content-hashed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703320"/>
            <a:ext cx="3477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span quoted later resolves to a byte range in this exact file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5592" y="1783080"/>
            <a:ext cx="3477768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55592" y="1929384"/>
            <a:ext cx="3477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2,093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4355592" y="2843784"/>
            <a:ext cx="3477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entries across the target and six selected dependencies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55592" y="3703320"/>
            <a:ext cx="3477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with exact byte positions retained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44256" y="1783080"/>
            <a:ext cx="3477768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44256" y="1929384"/>
            <a:ext cx="3477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8144256" y="2843784"/>
            <a:ext cx="3477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occurrences in the target paper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44256" y="3703320"/>
            <a:ext cx="3477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denominator every later coverage figure is measured against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579729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588873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2,093 entries is not 2,093 independent mathematical results, and does not assert the source was read exhaustively. The 180 is labelled SUPPLIED_HEURISTIC_OCCURRENCE_IDS_NOT_ALL_MATHEMATICS — a heuristic count cannot establish "all maths claims".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RUNS/RESEARCH-TERRA-CONTINUATION-20260920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232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two — extract the statements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99064" y="402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477768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929384"/>
            <a:ext cx="3477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 / 39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843784"/>
            <a:ext cx="3477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ranges answered, after a two-model continuation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703320"/>
            <a:ext cx="3477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22 calls, 20 ok, 2 source-location failures; Terra re-ran those 2, both ok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5592" y="1783080"/>
            <a:ext cx="3477768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55592" y="1929384"/>
            <a:ext cx="3477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4355592" y="2843784"/>
            <a:ext cx="3477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statements from the .tex alone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55592" y="3703320"/>
            <a:ext cx="3477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 generic claim · 38 definition · 34 equation · 5 theorem · 5 lemma · 4 proposition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44256" y="1783080"/>
            <a:ext cx="3477768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44256" y="1929384"/>
            <a:ext cx="3477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 / 180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144256" y="2843784"/>
            <a:ext cx="3477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occurrences referenced by a candidate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44256" y="3703320"/>
            <a:ext cx="3477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unfinished_scope_count: 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579729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588873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source_completeness_asserted: false, in the same summary.json. "Ranges answered" is a dispatch metric, not coverage of the mathematics — and the 240 is a host combination of retained reading batches with no semantic de-duplication, so it is an unreviewed candidate count, not a census of the paper’s claims.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GRAPHS/00001-DB0E3D21/GRAPH.JSON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232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three — assemble the dependency graph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99064" y="402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613 NODES ARE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773168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327648" y="1783080"/>
            <a:ext cx="529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2075688"/>
            <a:ext cx="11055096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185416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statements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73168" y="2185416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327648" y="2185416"/>
            <a:ext cx="5129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the frozen .tex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64261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697480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claim requests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773168" y="2697480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2697480"/>
            <a:ext cx="5129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to a .bbl byte range — paper_id null. Nobody has fetched these yet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154680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209544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claim occurrences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773168" y="3209544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327648" y="3209544"/>
            <a:ext cx="5129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location in the source that no candidate has yet claimed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666744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721608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nodes / edges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73168" y="37216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613 / 634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327648" y="3721608"/>
            <a:ext cx="5129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without the legacy DAG: legacy_dag_edges_used false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178808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4233672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groups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773168" y="4233672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327648" y="4233672"/>
            <a:ext cx="5129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AND-groups of premises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4690872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4745736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support edges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773168" y="4745736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327648" y="4745736"/>
            <a:ext cx="5129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634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6928" y="520293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579729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6928" y="588873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all_judgements_unreviewed: true. Three hundred and seventy-three of the 613 nodes are not statements at all — they are open requests and unclaimed locations, i.e. the graph’s own record of what it has not done.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MARK IS A NODE; EVERY LINE A PROPOSED DEPENDENCY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232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graph, drawn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99064" y="402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50" dirty="0"/>
          </a:p>
        </p:txBody>
      </p:sp>
      <p:pic>
        <p:nvPicPr>
          <p:cNvPr id="5" name="Image 0" descr="fig/fig-6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9211" y="1463040"/>
            <a:ext cx="817053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79729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588873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Hollow throughout, because v0.3 has no accepted state to fill one with. The warm marks are the majority: 373 of 613 are external requests nobody has fetched and source locations no candidate has claimed. This is a picture of a reading list as much as of a proof.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SLIDE IN THE DECK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232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number lines that must not be added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99064" y="402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50" dirty="0"/>
          </a:p>
        </p:txBody>
      </p:sp>
      <p:pic>
        <p:nvPicPr>
          <p:cNvPr id="5" name="Image 0" descr="fig/fig-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01" y="1444752"/>
            <a:ext cx="9116751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79729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588873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two different objects with two different node vocabularies. 613 is not "74 grown"; no completion rate can be computed between them, and v0.3’s own STATUS.md says the scopes cannot be summed. Acyclicity was an editorial achievement of the first, not a finding about the paper.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RUNS/2607-FULL-CANDIDATE-20260919/CLOSED-FORM-BRANCH.JSON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232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closure, re-derived a month later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99064" y="402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50" dirty="0"/>
          </a:p>
        </p:txBody>
      </p:sp>
      <p:pic>
        <p:nvPicPr>
          <p:cNvPr id="5" name="Image 0" descr="fig/fig-clos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6110" y="1444752"/>
            <a:ext cx="5856732" cy="2788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426110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29 ids, same 11 / 6 / 4 / 2 / 6 kinds, same cones 19 14 12 7 4 2 — recomputed from frozen bytes a month later. Forty-six edges, not forty-five: v0.3 adds one bridging premise the authored graph never recorded.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4956048"/>
            <a:ext cx="11055096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5065776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8C4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its coverage under v0.3: 0 of 11 definitions with the statement discharged, 0 of 12 theorem-like nodes with the proof discharged.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579729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588873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v0.3 node has no state field and no declaration field. The graph records disposition, not verification, and will not credit a Lean result to a node until the statement is aligned to its source — none of these 29 is. The three nodes the old deck showed as kernel-checked have had that credit withdrawn, not revoked as wrong.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ROOT:PERFECT-GRAPH-WEIGHTED-DUALITY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232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four — trace the hardest root to its origin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99064" y="402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407408" y="1783080"/>
            <a:ext cx="7214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2075688"/>
            <a:ext cx="11055096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185416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paper actually cites here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407408" y="2185416"/>
            <a:ext cx="7050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obligations, not one theorem — weighted duality (Lovász 1972, Chvátal 1975), the antiblocker identity (Fulkerson 1971/72), the polynomial algorithm (Grötschel 1981)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880360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935224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Lovász 1972 characterization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407408" y="2935224"/>
            <a:ext cx="7050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obtained. HTTP 200, 142,102 bytes, 4 of 4 pages read, hash-frozen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392424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47288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Chvátal 1975, Fulkerson 1971/72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407408" y="3447288"/>
            <a:ext cx="7050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metadata only — access failed, subscription preview, HTTP 403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904488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959352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 1961, which Lovász’s own proof rests 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407408" y="3959352"/>
            <a:ext cx="7050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SOURCE_UNREACHABLE_IN_THIS_BOUNDED_SEARCH — not obtained in any form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416552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4471416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source we read support the claim?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407408" y="4471416"/>
            <a:ext cx="7050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BRIDGE_REQUIRED_NOT_EXACT_WEIGHTED_DUALITY_STATEMENT — it gives a finite unweighted hereditary characterization; the paper needs nonnegative real weighted duality. 4 unproved bridges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5166360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579729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588873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read the source" and "the source supports the claim" are different sentences. earliest_origin_established is false in every file that records it; the root’s own record still reads role EXPLICIT_UNPROVED_PREMISE, outcome BINDING_CANDIDATE_UNREVIEWED.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LEAN EPOCH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232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five — formalize upward. What the kernel accepted.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99064" y="402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477768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929384"/>
            <a:ext cx="3477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 / 82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843784"/>
            <a:ext cx="3477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recompiled in a common environment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703320"/>
            <a:ext cx="3477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4.33.0 · mathlib db584cd6 · physlib 7b6e0fee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5592" y="1783080"/>
            <a:ext cx="3477768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55592" y="1929384"/>
            <a:ext cx="3477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302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4355592" y="2843784"/>
            <a:ext cx="3477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audited declarations — 230 theorems, 69 definitions, 3 inductive types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55592" y="3703320"/>
            <a:ext cx="3477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 direct term-dependency witnesses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44256" y="1783080"/>
            <a:ext cx="3477768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44256" y="1929384"/>
            <a:ext cx="3477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8144256" y="2843784"/>
            <a:ext cx="3477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 axioms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44256" y="3703320"/>
            <a:ext cx="3477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propext, Classical.choice, Quot.sound only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61772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mathematics landed here: the complement of a perfect graph is perfect; an optimal integral clique cover equals α(G); a two-sided bound on reduced RoM; and the Varela V-representation — both obligations — machine-proved.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579729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588873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coverage_scope: ACTUALLY_AUDITED_SELECTED_DECLARATIONS_NOT_PAPER_CLAIM_COVERAGE. 43, 64, 74 and 302 are four nested, overlapping target lists including definitions and support declarations — they measure four different things and must never be summed. The Varela proof is of our own restatement, under a hypothesis 30 declarations assume and 0 conclude.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FILES, THEIR OWN FIELDS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232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what none of it is credited for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99064" y="402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830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601968" y="1783080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2075688"/>
            <a:ext cx="11055096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185416"/>
            <a:ext cx="5870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query_declaration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2185416"/>
            <a:ext cx="4855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C4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64261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697480"/>
            <a:ext cx="5870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query_chain_complete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697480"/>
            <a:ext cx="4855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C4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154680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209544"/>
            <a:ext cx="5870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source_alignment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3209544"/>
            <a:ext cx="4855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C4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AGENT_NORMALIZED_UNREVIEWED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666744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721608"/>
            <a:ext cx="5870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weighted_perfect_duality_proved  (all 8 evidence files)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601968" y="3721608"/>
            <a:ext cx="4855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C4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178808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4233672"/>
            <a:ext cx="5870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declarations assuming / concluding W.NoActiveDependencies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601968" y="4233672"/>
            <a:ext cx="4855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C4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 /  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690872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4745736"/>
            <a:ext cx="5870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PerfectGraphIntegerCover.lean + PerfectGraphWeightedApproximation.lean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601968" y="4745736"/>
            <a:ext cx="4855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C4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 + 120 lines · never compiled by any Lean · no receipt anywhere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520293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579729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" y="588873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discharges WeightedPerfectGraphFoundation — it remains an explicit unproved Prop hypothesis in the type of weighted_duality_of_foundation, in both epochs. The two uncompiled files are shown as an admission, not a result: they are source text no kernel has read.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DESIGN IN A SINGLE RUN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232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step, model to kernel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99064" y="402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487132" cy="3429000"/>
          </a:xfrm>
          <a:prstGeom prst="rect">
            <a:avLst/>
          </a:prstGeom>
          <a:solidFill>
            <a:srgbClr val="F7F7F5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911096"/>
            <a:ext cx="519452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A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theorem AgtXIv.Generated.Proof_a29f133fb6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A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{ι : Type u} [Fintype ι] (x : ι → ℝ) :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A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(∑ i, x i) = 1 → 1 ≤ ∑ i, |x i|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A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axioms  propext, Classical.choice,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A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Quot.sound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A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 the audited library theorem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A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AgtXIv.RoM.normalized_l1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56980" y="1819656"/>
            <a:ext cx="506504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          draft.tex line 608, exact byte span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calls       1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compile      exit 0, network denied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kernel_attestation_state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KERNEL_CHECKED_VACUITY_UNKNOWN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nonvacuity_witness        NONE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promotion_allowed         false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source_alignment_accepted false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                 proof_discharged 0 of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579729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588873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type may be empty, in which case the hypothesis is uninhabited and the statement vacuous — no witness is claimed. In the host’s own weakest-first ordering, KERNEL_CHECKED_VACUITY_UNKNOWN ranks below UNREVIEWED. This is one elementary step from one line of the paper.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2026-08-16 AGAINST 2026-09-20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232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since v0.2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99064" y="402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767328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 · AUGUST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242048" y="1783080"/>
            <a:ext cx="4379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V0.3 · SEPTEMBER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2075688"/>
            <a:ext cx="11055096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185416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extraction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767328" y="218541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claim nodes, drawn by hand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242048" y="2185416"/>
            <a:ext cx="4215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candidates from the .tex alone; 39 of 39 ranges answered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64261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697480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credited with a Lean result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767328" y="2697480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29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242048" y="2697480"/>
            <a:ext cx="4215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— the graph no longer has that field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154680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209544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perfect-graph root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767328" y="3209544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"Chvátal 1975 or Fulkerson 1971/72 — candidates only"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242048" y="3209544"/>
            <a:ext cx="4215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obligations; Lovász 1972 obtained and read — it states a different theorem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666744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721608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environment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767328" y="372160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4.30.0-rc2, mathlib c1e30e1, "no physlib"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242048" y="3721608"/>
            <a:ext cx="4215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common epoch 4.33.0, mathlib db584cd6, physlib 7b6e0fee, 82 of 82 modules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178808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4233672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Varela V-representation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767328" y="4233672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242048" y="4233672"/>
            <a:ext cx="4215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— under a hypothesis 30 declarations assume and 0 prove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4690872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4745736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refusal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767328" y="474573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gate: no COMMITTED run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242048" y="4745736"/>
            <a:ext cx="4215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2 · CHAIN_INCOMPLETE · accepted_support_edges 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6928" y="520293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6928" y="5257800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edges anyone accepted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3767328" y="5257800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45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242048" y="5257800"/>
            <a:ext cx="4215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634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66928" y="5715000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579729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6928" y="588873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COMMITTED does not appear anywhere in v0.3’s host or schemas, and paper.extract has run many times since — so the old gate slide shows a failure the system no longer has, which is the same over-claim in reverse. The August Lean build was never re-run this round.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MACHINE’S OWN OBLIGATION LIST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232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still not done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99064" y="402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83080"/>
            <a:ext cx="110550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C4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QUERY_DECLARATION_NOT_CONSTRUCTED        SEMANTIC_EXTRACTION_NOT_COMPLETE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C4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AUTOMATIC_DEPENDENCY_GATES_NOT_CALIBRATED    EARLIEST_ORIGIN_SEARCH_NOT_EXHAUSTED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C4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RECURSIVE_NEW_SUPPORT_ADMISSION_NOT_IMPLEMENTED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C4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ROOT_LIBRARY_COVERAGE_NOT_SOURCE_ALIGNED     UNSUPPORTED_ROOT_PREMISES_NOT_RENDERED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C4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RESOLVED_ANCHOR_RECALL_AUDIT_FAILED          SUPPORT_BLOCKERS_REMAIN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4290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that list, and also not done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3712464"/>
            <a:ext cx="11055096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3822192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2026-09-20 runs carry no integrity-report.json at all.   ·   No independent artifact audit, test suite or negative test was executed this round.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circuit-breaker, batch-reuse recovery and crash recovery are implemented and have never been exercised.   ·   Every integrity report: semantic_completeness_checked false.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579729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588873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certificate is a snapshot taken at 00:37 on 2026-09-19 — before the common-epoch audits later the same day. Two of its obligations were discharged afterwards and it was never regenerated. Read it as dated, not current; I would rather say that than let the system look worse than it is.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SCHEMAS/RESEARCH.SCHEMA.JSON · $DEFS.CHAINCERTIFICATE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232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schema cannot say otherwise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99064" y="402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487132" cy="3429000"/>
          </a:xfrm>
          <a:prstGeom prst="rect">
            <a:avLst/>
          </a:prstGeom>
          <a:solidFill>
            <a:srgbClr val="F7F7F5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911096"/>
            <a:ext cx="519452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A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"human_accepted": {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A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"const": false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A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A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"source_completeness_asserted": {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A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"const": false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A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A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"premise_extraction_status": {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A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"const": "QUERY_DECLARATION_ABSENT"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A1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56980" y="1819656"/>
            <a:ext cx="506504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const, not default.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chain certificate that claimed human acceptance, or asserted the source was read completely, would not be a false record — it would fail validation. The document cannot be written.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project’s whole thesis, reduced to nine lines of JSON Schema: the dishonest answer is not discouraged, it is unrepresentable.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579729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588873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2 is a refusal to certify, not a diagnosis. It does not say which obligation is nearest to closing — and route_search is UNPRICED with explored_states 0, so it cannot say what closing one would cost either. Nothing in this deck may be called cheap to fix.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MACHINE’S OWN WORDS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232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ending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99064" y="402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65960"/>
            <a:ext cx="110550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2800" i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“CHAIN_INCOMPLETE: no composed query declaration; a conditional implication has not yet been kernel checked.”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06908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runs/2607-full-candidate-20260919/chain-certificate.json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443484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C4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mathematical_status  CHAIN_INCOMPLETE      ·      accepted_support_edges  0      ·      proof_backend  NOT_CONNECTED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C4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controller_status  FRONTIER_POLICY_OR_BUDGET_LIMIT      ·      exit code  2, raised by construction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579729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588873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 case stops today. It is not a failure report: it is the system declining to certify something it has not earned, in a vocabulary that has no word for the thing it has not earned.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MEASUREMENT, NOT THE PROOF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232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case shows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0799064" y="402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83080"/>
            <a:ext cx="110550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69,678 frozen bytes went in. 240 candidate statements, 613 graph nodes and 634 edges came out.</a:t>
            </a: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were accepted — accepted_support_edges 0, at 45 edges in August and at 634 now.</a:t>
            </a: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mathematics was proved: 302 audited declarations across 82 of 82 modules in a second toolchain, zero forbidden axioms.</a:t>
            </a: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it was allowed to touch a graph node, because no statement has been checked against its source.</a:t>
            </a: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fetched the 1972 paper the bottleneck is cited to. It states a different theorem, and rests on a 1961 abstract we could not obtain.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20624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make the next version of this deck different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4498848"/>
            <a:ext cx="11055096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4626864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accepted support edge      ·      one source-aligned statement      ·      a composed Lean declaration for the query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6928" y="5797296"/>
            <a:ext cx="11055096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588873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8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five lines above is a claim about the paper’s mathematics. They are claims about what this system did, each read from a file under schema v0.3/.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case, as schema v0.3 leaves it</dc:title>
  <dc:subject>PptxGenJS Presentation</dc:subject>
  <dc:creator>Yingjian Liu</dc:creator>
  <cp:lastModifiedBy>Yingjian Liu</cp:lastModifiedBy>
  <cp:revision>1</cp:revision>
  <dcterms:created xsi:type="dcterms:W3CDTF">2026-09-20T17:07:16Z</dcterms:created>
  <dcterms:modified xsi:type="dcterms:W3CDTF">2026-09-20T17:07:16Z</dcterms:modified>
</cp:coreProperties>
</file>