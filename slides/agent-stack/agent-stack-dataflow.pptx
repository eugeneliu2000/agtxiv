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build steps. Each slide adds exactly one element to the same diagram, so advancing the deck animates the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in, a distribution over next tokens out. Stateless: nothing carries between calls, and the weights never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calls the model repeatedly, decides what to do next, and stops when it judges the work done. The model is the engine; the loop is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bounded work order arrives: what to do, on which inputs, and what counts as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protocol loaded into the context when the task matches it — drawn dashed, because it is advice. The model can read it and not follow it, and nothing records that it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published convention for exposing a tool so that any model can call it. It standardises the plug; it says nothing about what comes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compiler, a database, a filesystem. The result returns to the loop, which calls the model again — this return arrow is the whole reason it is called an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machine-checked contract: which fields a valid record must have, which types, and — crucially — that no field nobody agreed to may be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arrow on the diagram that rejects. A record that does not conform is not repaired or accepted with a warning; it is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prompt, the skill and the tool call are all requests — they can be ignored, and the transcript looks the same either way. Only the schema can make an answer impossible to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GIF loops on its own in slideshow mode. It will not animate in the editing view - press F5 to see it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LLM · Skill · MCP · Tools · Schema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flow, built one piece at a time. Advance with the arrow key.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 model, by itself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a distribution over next tokens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a distribution over next tokens out. Stateless: nothing carries between calls, and the weights never change.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in a loop — that is an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calls the model repeatedly, decides what to do next, and stops when it judges the work done. The model is the engine; the loop is the agent.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loop a task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work order arrives: what to do, on which inputs, and what counts as finished.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skill is a written procedure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loaded into the context when the task matches it — drawn dashed, because it is advice. The model can read it and not follow it, and nothing records that it did.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the socket, not the tool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convention for exposing a tool so that any model can call it. It standardises the plug; it says nothing about what comes through it.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are what actually 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compiler, a database, a filesystem. The result returns to the loop, which calls the model again — this return arrow is the whole reason it is called an agent.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meets a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contract: which fields a valid record must have, which types, and — crucially — that no field nobody agreed to may be added.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schema can say 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040380"/>
            <a:ext cx="256032" cy="-45720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3040380"/>
            <a:ext cx="256032" cy="28346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ln w="12700">
            <a:solidFill>
              <a:srgbClr val="1A1A1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 → recorded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ln w="2222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→ REFUSED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arrow on the diagram that rejects. A record that does not conform is not repaired or accepted with a warning; it is refused.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of asking. One way of refusing.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040380"/>
            <a:ext cx="256032" cy="-45720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3040380"/>
            <a:ext cx="256032" cy="28346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ln w="12700">
            <a:solidFill>
              <a:srgbClr val="1A1A1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 → recorded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ln w="2222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→ REFUSED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prompt, the skill and the tool call are all requests — they can be ignored, and the transcript looks the same either way. Only the schema can make an answer impossible to express.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flow, looping</a:t>
            </a:r>
            <a:endParaRPr lang="en-US" sz="2800" dirty="0"/>
          </a:p>
        </p:txBody>
      </p:sp>
      <p:pic>
        <p:nvPicPr>
          <p:cNvPr id="3" name="Image 0" descr="agent-stack-dataflow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10789920" cy="4087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automatically in slideshow mode (press F5 / Play). The nine slides before this one are the same build, under your own clicks — use whichever suits the room.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Agent, MCP, Skill, Schema - the data flow</dc:title>
  <dc:subject>PptxGenJS Presentation</dc:subject>
  <dc:creator>Yingjian Liu</dc:creator>
  <cp:lastModifiedBy>Yingjian Liu</cp:lastModifiedBy>
  <cp:revision>1</cp:revision>
  <dcterms:created xsi:type="dcterms:W3CDTF">2026-09-20T15:46:23Z</dcterms:created>
  <dcterms:modified xsi:type="dcterms:W3CDTF">2026-09-20T15:46:23Z</dcterms:modified>
</cp:coreProperties>
</file>