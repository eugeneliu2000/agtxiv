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2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C58487-38D5-C1EA-07B4-6E5D8926467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90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 | Intern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宽屏</PresentationFormat>
  <Paragraphs>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AgtXIv - From frozen papers to reusable claim contracts</dc:title>
  <dc:subject>One-to-one PowerPoint reconstruction of the Beamer PDF</dc:subject>
  <dc:creator>Architecture and first-pilot specification</dc:creator>
  <cp:keywords>AgtXIv, PaperAgent, MathContract, Lean, scientific knowledge graph</cp:keywords>
  <dc:description>Each PowerPoint slide is a full-slide rendering of the corresponding Beamer PDF page to preserve exact visual parity.</dc:description>
  <cp:lastModifiedBy>Liu, Y. (Yingjian)</cp:lastModifiedBy>
  <cp:revision>1</cp:revision>
  <dcterms:created xsi:type="dcterms:W3CDTF">2013-01-27T09:14:16Z</dcterms:created>
  <dcterms:modified xsi:type="dcterms:W3CDTF">2026-08-18T17:37:36Z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Classified as Internal | Intern</vt:lpwstr>
  </property>
</Properties>
</file>